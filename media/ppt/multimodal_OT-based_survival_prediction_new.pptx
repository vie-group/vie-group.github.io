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7" r:id="rId3"/>
    <p:sldId id="261" r:id="rId4"/>
    <p:sldId id="260" r:id="rId5"/>
    <p:sldId id="269" r:id="rId6"/>
    <p:sldId id="270" r:id="rId7"/>
    <p:sldId id="273" r:id="rId8"/>
    <p:sldId id="271" r:id="rId9"/>
    <p:sldId id="272" r:id="rId10"/>
    <p:sldId id="258" r:id="rId11"/>
    <p:sldId id="274" r:id="rId12"/>
    <p:sldId id="259" r:id="rId13"/>
    <p:sldId id="275" r:id="rId14"/>
    <p:sldId id="262" r:id="rId15"/>
    <p:sldId id="276" r:id="rId16"/>
    <p:sldId id="263" r:id="rId17"/>
    <p:sldId id="277" r:id="rId18"/>
    <p:sldId id="278" r:id="rId19"/>
    <p:sldId id="264" r:id="rId20"/>
    <p:sldId id="265" r:id="rId21"/>
    <p:sldId id="279" r:id="rId22"/>
    <p:sldId id="266" r:id="rId23"/>
    <p:sldId id="267" r:id="rId24"/>
    <p:sldId id="268" r:id="rId25"/>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DCDCD"/>
    <a:srgbClr val="D0DB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66823" autoAdjust="0"/>
  </p:normalViewPr>
  <p:slideViewPr>
    <p:cSldViewPr snapToGrid="0">
      <p:cViewPr varScale="1">
        <p:scale>
          <a:sx n="51" d="100"/>
          <a:sy n="51" d="100"/>
        </p:scale>
        <p:origin x="1220" y="44"/>
      </p:cViewPr>
      <p:guideLst/>
    </p:cSldViewPr>
  </p:slideViewPr>
  <p:notesTextViewPr>
    <p:cViewPr>
      <p:scale>
        <a:sx n="75" d="100"/>
        <a:sy n="75"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Xueqing Yu" userId="bfd16ca31045e1f0" providerId="LiveId" clId="{A51517D5-BFA8-4789-B987-7D5954670518}"/>
    <pc:docChg chg="modSld">
      <pc:chgData name="Xueqing Yu" userId="bfd16ca31045e1f0" providerId="LiveId" clId="{A51517D5-BFA8-4789-B987-7D5954670518}" dt="2024-01-25T06:54:33.133" v="19" actId="20577"/>
      <pc:docMkLst>
        <pc:docMk/>
      </pc:docMkLst>
      <pc:sldChg chg="modNotesTx">
        <pc:chgData name="Xueqing Yu" userId="bfd16ca31045e1f0" providerId="LiveId" clId="{A51517D5-BFA8-4789-B987-7D5954670518}" dt="2024-01-25T06:54:33.133" v="19" actId="20577"/>
        <pc:sldMkLst>
          <pc:docMk/>
          <pc:sldMk cId="4137605822" sldId="257"/>
        </pc:sldMkLst>
      </pc:sldChg>
      <pc:sldChg chg="modNotesTx">
        <pc:chgData name="Xueqing Yu" userId="bfd16ca31045e1f0" providerId="LiveId" clId="{A51517D5-BFA8-4789-B987-7D5954670518}" dt="2024-01-25T06:53:44.020" v="15" actId="20577"/>
        <pc:sldMkLst>
          <pc:docMk/>
          <pc:sldMk cId="2338548042" sldId="258"/>
        </pc:sldMkLst>
      </pc:sldChg>
      <pc:sldChg chg="modNotesTx">
        <pc:chgData name="Xueqing Yu" userId="bfd16ca31045e1f0" providerId="LiveId" clId="{A51517D5-BFA8-4789-B987-7D5954670518}" dt="2024-01-25T06:53:10.621" v="4" actId="20577"/>
        <pc:sldMkLst>
          <pc:docMk/>
          <pc:sldMk cId="2128502908" sldId="260"/>
        </pc:sldMkLst>
      </pc:sldChg>
      <pc:sldChg chg="modNotesTx">
        <pc:chgData name="Xueqing Yu" userId="bfd16ca31045e1f0" providerId="LiveId" clId="{A51517D5-BFA8-4789-B987-7D5954670518}" dt="2024-01-25T06:52:58.224" v="1" actId="20577"/>
        <pc:sldMkLst>
          <pc:docMk/>
          <pc:sldMk cId="2931624278" sldId="261"/>
        </pc:sldMkLst>
      </pc:sldChg>
      <pc:sldChg chg="modNotesTx">
        <pc:chgData name="Xueqing Yu" userId="bfd16ca31045e1f0" providerId="LiveId" clId="{A51517D5-BFA8-4789-B987-7D5954670518}" dt="2024-01-25T06:53:16.167" v="5" actId="20577"/>
        <pc:sldMkLst>
          <pc:docMk/>
          <pc:sldMk cId="987679269" sldId="269"/>
        </pc:sldMkLst>
      </pc:sldChg>
      <pc:sldChg chg="modNotesTx">
        <pc:chgData name="Xueqing Yu" userId="bfd16ca31045e1f0" providerId="LiveId" clId="{A51517D5-BFA8-4789-B987-7D5954670518}" dt="2024-01-25T06:53:20.417" v="6" actId="20577"/>
        <pc:sldMkLst>
          <pc:docMk/>
          <pc:sldMk cId="3631803502" sldId="270"/>
        </pc:sldMkLst>
      </pc:sldChg>
      <pc:sldChg chg="modNotesTx">
        <pc:chgData name="Xueqing Yu" userId="bfd16ca31045e1f0" providerId="LiveId" clId="{A51517D5-BFA8-4789-B987-7D5954670518}" dt="2024-01-25T06:53:38.498" v="13" actId="20577"/>
        <pc:sldMkLst>
          <pc:docMk/>
          <pc:sldMk cId="1532342350" sldId="271"/>
        </pc:sldMkLst>
      </pc:sldChg>
      <pc:sldChg chg="modNotesTx">
        <pc:chgData name="Xueqing Yu" userId="bfd16ca31045e1f0" providerId="LiveId" clId="{A51517D5-BFA8-4789-B987-7D5954670518}" dt="2024-01-25T06:53:40.228" v="14" actId="20577"/>
        <pc:sldMkLst>
          <pc:docMk/>
          <pc:sldMk cId="1048676799" sldId="272"/>
        </pc:sldMkLst>
      </pc:sldChg>
      <pc:sldChg chg="modNotesTx">
        <pc:chgData name="Xueqing Yu" userId="bfd16ca31045e1f0" providerId="LiveId" clId="{A51517D5-BFA8-4789-B987-7D5954670518}" dt="2024-01-25T06:53:34.721" v="12" actId="20577"/>
        <pc:sldMkLst>
          <pc:docMk/>
          <pc:sldMk cId="4275488218" sldId="273"/>
        </pc:sldMkLst>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0:53.530"/>
    </inkml:context>
    <inkml:brush xml:id="br0">
      <inkml:brushProperty name="width" value="0.05" units="cm"/>
      <inkml:brushProperty name="height" value="0.05" units="cm"/>
      <inkml:brushProperty name="color" value="#E71224"/>
    </inkml:brush>
  </inkml:definitions>
  <inkml:trace contextRef="#ctx0" brushRef="#br0">1 2643 24575,'3'-3'0,"1"1"0,-1-1 0,1 1 0,0 0 0,0 0 0,4-2 0,18-9 0,24-25 0,-2-3 0,-1-1 0,-2-3 0,-3-1 0,40-57 0,161-272 0,-162 240 0,35-62 0,-98 163 0,1 1 0,2 1 0,1 1 0,2 1 0,33-33 0,-55 60 0,1 1 0,-1 0 0,1 0 0,-1 0 0,1 0 0,0 0 0,0 1 0,0-1 0,0 1 0,0 0 0,0 0 0,1 0 0,-1 0 0,0 1 0,6-1 0,-5 1 0,0 1 0,0-1 0,0 1 0,0 0 0,0 1 0,0-1 0,0 1 0,0-1 0,-1 1 0,1 0 0,-1 1 0,5 2 0,9 9 0,-1 0 0,0 1 0,-1 0 0,26 34 0,43 79 0,-33-45 0,-26-45 0,52 71 0,-67-97 0,0 0 0,1-1 0,0 0 0,1-1 0,0-1 0,20 13 0,-29-20 0,1 0 0,-1-1 0,1 1 0,0-1 0,0 0 0,-1 0 0,1 0 0,0 0 0,0-1 0,0 1 0,0-1 0,0 0 0,0 0 0,-1-1 0,1 1 0,0-1 0,0 0 0,0 0 0,0 0 0,-1 0 0,1-1 0,-1 1 0,1-1 0,5-4 0,3-3 0,1-2 0,-1 1 0,-1-2 0,18-21 0,-18 20 0,54-67 0,-4-2 0,74-133 0,66-200 0,-154 298 0,20-48 0,-51 128 0,3 2 0,32-47 0,-47 77 0,-1 0 0,1 0 0,0 1 0,0 0 0,0 0 0,0 0 0,1 0 0,9-5 0,-13 8 0,1 0 0,-1 1 0,1-1 0,0 1 0,-1 0 0,1-1 0,0 1 0,-1 0 0,1 0 0,-1 0 0,1 0 0,0 0 0,-1 1 0,1-1 0,0 0 0,-1 1 0,1-1 0,-1 1 0,1 0 0,-1-1 0,1 1 0,-1 0 0,0 0 0,1 0 0,-1 0 0,0 0 0,1 0 0,-1 0 0,0 1 0,0-1 0,0 0 0,0 1 0,0-1 0,-1 0 0,2 3 0,6 12 0,0 0 0,-1 1 0,-1 0 0,-1 1 0,0-1 0,-1 1 0,3 35 0,8 35 0,-14-86 0,-1 1 0,1-1 0,0 0 0,0 1 0,0-1 0,0 1 0,0-1 0,1 0 0,-1 0 0,2 2 0,-2-3 0,-1-1 0,1 0 0,-1 1 0,0-1 0,1 0 0,-1 0 0,1 1 0,-1-1 0,1 0 0,-1 0 0,1 0 0,-1 0 0,1 0 0,-1 1 0,0-1 0,1 0 0,-1 0 0,1 0 0,-1 0 0,1 0 0,-1-1 0,1 1 0,1 0 0,-1-1 0,0 1 0,0-1 0,0 0 0,0 0 0,1 1 0,-1-1 0,0 0 0,-1 0 0,1 0 0,2-2 0,22-34 0,-1-1 0,34-75 0,-55 107 0,36-87 0,47-168 0,-26 68 0,-57 183 0,0 1 0,1-1 0,0 1 0,1 0 0,0 0 0,10-13 0,-12 19 0,0 0 0,0 1 0,0-1 0,0 0 0,0 1 0,1 0 0,-1 0 0,1 0 0,0 0 0,-1 1 0,1-1 0,0 1 0,0 0 0,0 0 0,0 0 0,0 1 0,0-1 0,0 1 0,5 0 0,-2 0 0,0 1 0,0-1 0,-1 1 0,1 0 0,0 1 0,10 3 0,-14-3 0,0-1 0,0 1 0,0 0 0,0 0 0,0 0 0,-1 0 0,1 0 0,-1 1 0,0-1 0,0 1 0,1 0 0,-2-1 0,1 1 0,0 0 0,2 5 0,11 35 0,-1 1 0,-2 1 0,12 83 0,-17-86 0,18 116 0,12 69 0,-22-156 0,27 79 0,-25-102 0,18 59 0,95 196 0,-105-257 0,50 84 0,-67-118 0,-1 1 0,1-1 0,0-1 0,1 1 0,1-2 0,0 1 0,0-1 0,17 13 0,-3-7 0,-12-7 0,1 0 0,1-1 0,-1-1 0,1 0 0,27 10 0,221 69 0,-249-80 0,0 1 0,-1 1 0,0 0 0,0 1 0,-1 0 0,-1 0 0,11 12 0,-4-4 0,25 18 0,-35-29 0,1 1 0,-1 0 0,0 0 0,-1 0 0,0 1 0,0 0 0,0 0 0,-1 1 0,6 12 0,2 10 0,13 47 0,-16-43 0,9 24 0,2 10 0,3-1 0,35 71 0,-22-83-1365</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1:15.669"/>
    </inkml:context>
    <inkml:brush xml:id="br0">
      <inkml:brushProperty name="width" value="0.05" units="cm"/>
      <inkml:brushProperty name="height" value="0.05" units="cm"/>
      <inkml:brushProperty name="color" value="#004F8B"/>
    </inkml:brush>
  </inkml:definitions>
  <inkml:trace contextRef="#ctx0" brushRef="#br0">1 2084 24575,'1'-9'0,"0"0"0,1 0 0,0 1 0,1-1 0,0 1 0,1-1 0,-1 1 0,1 0 0,1 0 0,0 1 0,9-12 0,0-2 0,-9 13 0,78-121 0,69-145 0,-99 149 0,57-201 0,26-121 0,-104 344 0,5 2 0,65-128 0,-91 208 0,0 1 0,2 0 0,22-27 0,-28 39 0,1 0 0,0 0 0,1 1 0,-1 0 0,1 1 0,1-1 0,-1 2 0,1 0 0,15-7 0,0 5 0,0 0 0,-1 2 0,2 1 0,-1 1 0,0 1 0,1 1 0,-1 1 0,28 5 0,-45-5 0,-1 1 0,0 1 0,1-1 0,-1 1 0,0 1 0,0 0 0,0-1 0,0 2 0,0-1 0,0 1 0,8 7 0,-4-2 0,-1 1 0,0 1 0,-1 0 0,0 0 0,9 14 0,72 91 0,-79-102 0,-4-5 0,0 0 0,-1 0 0,-1 1 0,8 16 0,-6-9 0,0-1 0,1 1 0,1-1 0,10 15 0,-1-7 0,-2 1 0,-1 1 0,-1 1 0,19 49 0,-27-61 0,1 0 0,1 0 0,0-1 0,1 0 0,19 22 0,13 23 0,-25-35 0,1-2 0,38 40 0,-16-20 0,-34-35 0,1 0 0,-1 1 0,0 0 0,-1 0 0,0 0 0,0 1 0,-1-1 0,4 15 0,0 10 0,3 35 0,1 1 0,-2-14 0,-6-36 0,0 0 0,9 29 0,-9-42 0,-1 1 0,1-1 0,0 0 0,1 0 0,0 0 0,0 0 0,0 0 0,0-1 0,1 0 0,10 8 0,-9-7 0,1-1 0,1-1 0,-1 1 0,1-1 0,0-1 0,-1 1 0,2-1 0,-1-1 0,0 1 0,14 1 0,-16-3 0,0-1 0,0 1 0,0-1 0,0-1 0,0 1 0,0-1 0,0 0 0,-1 0 0,1-1 0,0 0 0,0 0 0,-1 0 0,1 0 0,-1-1 0,10-7 0,9-10 0,-1-1 0,-1-2 0,-1 0 0,-1-1 0,-1-1 0,18-32 0,-34 53 0,0-1 0,-1 1 0,1 1 0,1-1 0,-1 0 0,0 1 0,1-1 0,0 1 0,0 0 0,0 1 0,0-1 0,0 1 0,0-1 0,9-2 0,-10 4 0,0 0 0,0 1 0,1 0 0,-1-1 0,0 1 0,0 0 0,0 0 0,0 1 0,1-1 0,-1 1 0,0-1 0,0 1 0,0 0 0,0 0 0,0 0 0,0 1 0,0-1 0,0 1 0,-1 0 0,1-1 0,-1 1 0,1 0 0,2 4 0,12 11 0,-2 2 0,20 29 0,-2-2 0,-27-38 0,-2-2 0,0-1 0,1 0 0,-1 0 0,1 0 0,10 8 0,-13-12 0,-1 0 0,1 0 0,0-1 0,0 1 0,0 0 0,0-1 0,0 1 0,0-1 0,0 0 0,0 1 0,0-1 0,0 0 0,0 0 0,0 0 0,0 0 0,0-1 0,0 1 0,0-1 0,0 1 0,-1-1 0,1 0 0,0 1 0,0-1 0,2-2 0,14-8 0,-1-1 0,26-23 0,-27 21 0,1 0 0,28-17 0,-42 30 0,0 0 0,0 0 0,0 0 0,0 1 0,0-1 0,0 1 0,0-1 0,1 1 0,-1 0 0,0 1 0,0-1 0,0 0 0,0 1 0,0 0 0,0 0 0,0 0 0,0 0 0,0 0 0,0 0 0,0 1 0,0 0 0,-1-1 0,5 5 0,6 4 0,0 0 0,-1 1 0,12 14 0,-24-25 0,5 6 0,1 0 0,0 0 0,0-1 0,1 0 0,8 6 0,-13-10 0,1 0 0,-1 0 0,0 0 0,1 0 0,-1 0 0,1-1 0,-1 0 0,1 1 0,-1-1 0,1 0 0,-1 0 0,1 0 0,0 0 0,-1-1 0,1 1 0,-1-1 0,1 1 0,-1-1 0,0 0 0,1 0 0,2-2 0,12-7 0,1-1 0,-2-1 0,0-1 0,0-1 0,19-21 0,-14 13 0,34-26 0,-25 25 0,-14 10 0,1 0 0,1 1 0,22-11 0,-33 20 0,-1 0 0,2 1 0,-1 0 0,0 0 0,0 0 0,1 1 0,-1 0 0,0 0 0,1 1 0,-1 0 0,1 0 0,14 3 0,-4 2 0,1 0 0,-1 2 0,-1 0 0,1 0 0,31 21 0,76 59 0,-119-81 0,0-1 0,0 1 0,0 0 0,-1 0 0,0 1 0,0-1 0,5 11 0,23 56 0,-2-5 0,-21-48 0,2-2 0,0 1 0,1-1 0,16 16 0,-24-28 0,0-1 0,0 0 0,1-1 0,0 0 0,0 0 0,0 0 0,0 0 0,0-1 0,1 0 0,0 0 0,-1-1 0,1 0 0,0 0 0,0-1 0,0 1 0,10-1 0,53-4 0,12 0 0,-73 3 0,0 0 0,0 1 0,0 1 0,-1 0 0,1 0 0,15 6 0,-18-5 0,0 1 0,-1-1 0,0 1 0,1 0 0,-1 0 0,-1 0 0,1 1 0,-1 0 0,6 7 0,4 8 0,13 27 0,-16-28 0,17 24 0,-4-9 0,-16-23 0,0 1 0,0-2 0,1 1 0,0-1 0,1-1 0,18 15 0,-8-11-455,-2 2 0,29 28 0,-33-29-6371</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1:28.114"/>
    </inkml:context>
    <inkml:brush xml:id="br0">
      <inkml:brushProperty name="width" value="0.05" units="cm"/>
      <inkml:brushProperty name="height" value="0.05" units="cm"/>
      <inkml:brushProperty name="color" value="#008C3A"/>
    </inkml:brush>
  </inkml:definitions>
  <inkml:trace contextRef="#ctx0" brushRef="#br0">1 1 24575,'1210'0'-1365,"-1194"0"-5461</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1:29.386"/>
    </inkml:context>
    <inkml:brush xml:id="br0">
      <inkml:brushProperty name="width" value="0.05" units="cm"/>
      <inkml:brushProperty name="height" value="0.05" units="cm"/>
      <inkml:brushProperty name="color" value="#008C3A"/>
    </inkml:brush>
  </inkml:definitions>
  <inkml:trace contextRef="#ctx0" brushRef="#br0">0 25 24575,'860'0'0,"-846"-1"0,-1 0 0,0-1 0,19-5 0,-16 3 0,-1 0 0,17 0 0,159 2 166,-104 4-1697,-68-2-5295</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1:30.488"/>
    </inkml:context>
    <inkml:brush xml:id="br0">
      <inkml:brushProperty name="width" value="0.05" units="cm"/>
      <inkml:brushProperty name="height" value="0.05" units="cm"/>
      <inkml:brushProperty name="color" value="#008C3A"/>
    </inkml:brush>
  </inkml:definitions>
  <inkml:trace contextRef="#ctx0" brushRef="#br0">221 1 24575,'39'35'0,"1"-2"0,65 41 0,9 7 0,-82-60 0,-23-15 0,0 0 0,0 1 0,-1 0 0,0 0 0,9 11 0,-16-17 0,0 1 0,0 0 0,0-1 0,0 1 0,0 0 0,-1-1 0,1 1 0,-1 0 0,1 0 0,-1 0 0,0-1 0,0 1 0,0 0 0,0 0 0,0 0 0,0 0 0,0 0 0,-1-1 0,1 1 0,-1 0 0,1 0 0,-1-1 0,0 1 0,0 0 0,1-1 0,-1 1 0,0 0 0,0-1 0,-3 3 0,-2 3 0,-1 1 0,0-1 0,-1 0 0,-9 6 0,-132 86 0,70-50 0,-172 104 0,235-143-455,0 0 0,-21 19 0,24-18-6371</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2:19.302"/>
    </inkml:context>
    <inkml:brush xml:id="br0">
      <inkml:brushProperty name="width" value="0.05" units="cm"/>
      <inkml:brushProperty name="height" value="0.05" units="cm"/>
      <inkml:brushProperty name="color" value="#E71224"/>
    </inkml:brush>
  </inkml:definitions>
  <inkml:trace contextRef="#ctx0" brushRef="#br0">258 246 24575,'0'-28'0,"1"0"0,2 0 0,7-35 0,-8 55 0,0-1 0,-1 1 0,0 0 0,-1-1 0,1 1 0,-3-12 0,2 18 0,0 1 0,0 0 0,-1-1 0,1 1 0,-1-1 0,1 1 0,-1 0 0,1-1 0,-1 1 0,0 0 0,0 0 0,0 0 0,0-1 0,0 1 0,0 0 0,0 0 0,-2-1 0,1 1 0,0 0 0,1 1 0,-1-1 0,0 1 0,0-1 0,0 1 0,0 0 0,0 0 0,0 0 0,1 0 0,-1 0 0,0 0 0,0 1 0,0-1 0,0 0 0,0 1 0,-2 1 0,-11 4 0,1 1 0,0 1 0,1 0 0,0 0 0,0 2 0,1 0 0,0 0 0,0 1 0,2 0 0,-1 1 0,-10 16 0,12-13 0,0 0 0,2 0 0,0 1 0,0 0 0,2 0 0,0 0 0,0 1 0,-3 32 0,5-10 0,1-1 0,7 71 0,-5-107 0,0 0 0,0 0 0,0 0 0,0 0 0,0 0 0,1 0 0,-1 0 0,1-1 0,0 1 0,-1 0 0,1 0 0,0 0 0,0-1 0,0 1 0,0-1 0,0 1 0,0 0 0,1-1 0,-1 0 0,1 1 0,-1-1 0,1 0 0,-1 0 0,1 0 0,-1 0 0,1 0 0,0 0 0,0 0 0,2 0 0,-1-1 0,0 1 0,0-1 0,0-1 0,0 1 0,0 0 0,1-1 0,-1 1 0,0-1 0,0 0 0,0 0 0,-1 0 0,1-1 0,0 1 0,0-1 0,-1 1 0,1-1 0,3-3 0,1-1 0,0 0 0,0-1 0,0 0 0,-1 0 0,0-1 0,-1 0 0,1 0 0,-1 0 0,4-12 0,1-5 0,13-51 0,-18 58 0,-2 11 0,0 0 0,0 1 0,1-1 0,-1 1 0,2 0 0,-1 0 0,0 1 0,1-1 0,0 1 0,1 0 0,-1 0 0,8-4 0,-5 2 0,1 0 0,-1-1 0,-1 0 0,12-15 0,-13 12 0,4-4 0,-7 18 0,-1 10 0,-3 34 0,-1 1 0,-13 67 0,14-107 0,-1 0 0,1 0 0,1 0 0,-1 0 0,1 1 0,2 9 0,-2-15 0,0-1 0,1 0 0,0 0 0,-1 1 0,1-1 0,0 0 0,0 0 0,0 0 0,0 0 0,1 0 0,-1 0 0,1 0 0,-1 0 0,1-1 0,-1 1 0,1-1 0,0 1 0,0-1 0,0 1 0,0-1 0,0 0 0,0 0 0,0 0 0,0 0 0,1-1 0,2 2 0,14 1-1365,0-1-5461</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2:19.968"/>
    </inkml:context>
    <inkml:brush xml:id="br0">
      <inkml:brushProperty name="width" value="0.05" units="cm"/>
      <inkml:brushProperty name="height" value="0.05" units="cm"/>
      <inkml:brushProperty name="color" value="#E71224"/>
    </inkml:brush>
  </inkml:definitions>
  <inkml:trace contextRef="#ctx0" brushRef="#br0">74 1 24575,'-2'31'0,"-2"0"0,0-1 0,-2 0 0,-13 38 0,9-32 0,1 1 0,-5 41 0,10-30 0,2 1 0,7 70 0,-4-113-124,0 1 0,1-1 0,0 0 0,0 0 0,0 1 0,1-2-1,-1 1 1,2 0 0,-1-1 0,5 7 0,6 5-6702</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2:20.712"/>
    </inkml:context>
    <inkml:brush xml:id="br0">
      <inkml:brushProperty name="width" value="0.05" units="cm"/>
      <inkml:brushProperty name="height" value="0.05" units="cm"/>
      <inkml:brushProperty name="color" value="#E71224"/>
    </inkml:brush>
  </inkml:definitions>
  <inkml:trace contextRef="#ctx0" brushRef="#br0">1 1 24575,'1'4'0,"0"-1"0,0 1 0,1 0 0,-1-1 0,1 1 0,0-1 0,0 1 0,0-1 0,0 0 0,4 3 0,8 15 0,1 14 0,16 52 0,-15-40 0,-6-20-273,-2 1 0,0 0 0,-2 0 0,3 47 0,-8-56-6553</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2:21.506"/>
    </inkml:context>
    <inkml:brush xml:id="br0">
      <inkml:brushProperty name="width" value="0.05" units="cm"/>
      <inkml:brushProperty name="height" value="0.05" units="cm"/>
      <inkml:brushProperty name="color" value="#E71224"/>
    </inkml:brush>
  </inkml:definitions>
  <inkml:trace contextRef="#ctx0" brushRef="#br0">295 1 24575,'-3'1'0,"0"0"0,1 0 0,-1 0 0,0 1 0,0-1 0,1 1 0,-1 0 0,1 0 0,-1 0 0,1 0 0,0 0 0,0 0 0,0 1 0,0-1 0,-2 5 0,-7 5 0,-14 13 0,16-18 0,1 0 0,0 1 0,0 1 0,1-1 0,0 1 0,1 0 0,0 1 0,0-1 0,1 1 0,-7 19 0,2-3 0,0 0 0,-27 47 0,17-36 0,-31 41-1365,43-62-5461</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2:23.233"/>
    </inkml:context>
    <inkml:brush xml:id="br0">
      <inkml:brushProperty name="width" value="0.05" units="cm"/>
      <inkml:brushProperty name="height" value="0.05" units="cm"/>
      <inkml:brushProperty name="color" value="#E71224"/>
    </inkml:brush>
  </inkml:definitions>
  <inkml:trace contextRef="#ctx0" brushRef="#br0">58 8 24575,'0'0'0,"-1"-1"0,1 1 0,0 0 0,0 0 0,0-1 0,0 1 0,0 0 0,0 0 0,0 0 0,0-1 0,0 1 0,0 0 0,0 0 0,0-1 0,0 1 0,0 0 0,1 0 0,-1 0 0,0-1 0,0 1 0,0 0 0,0 0 0,0 0 0,0-1 0,0 1 0,1 0 0,-1 0 0,0 0 0,0 0 0,0-1 0,0 1 0,1 0 0,-1 0 0,0 0 0,0 0 0,0 0 0,1 0 0,-1 0 0,0 0 0,1-1 0,8 8 0,8 14 0,-17-21 0,13 21 0,-2 0 0,-1 1 0,0 0 0,10 40 0,-13-42 0,-2-3 0,-1 0 0,-1 1 0,0 0 0,0 22 0,-5 75 0,0-42 0,2-62 0,0 0 0,-1-1 0,-1 1 0,1-1 0,-1 0 0,-1 1 0,0-1 0,-1 0 0,0 0 0,0-1 0,-1 1 0,0-1 0,-1 0 0,0-1 0,0 1 0,-1-1 0,0 0 0,0-1 0,-1 1 0,0-2 0,-16 12 0,14-11-150,0 1-1,-12 13 0,16-15-762,-5 4-5913</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2:32.561"/>
    </inkml:context>
    <inkml:brush xml:id="br0">
      <inkml:brushProperty name="width" value="0.05" units="cm"/>
      <inkml:brushProperty name="height" value="0.05" units="cm"/>
      <inkml:brushProperty name="color" value="#E71224"/>
    </inkml:brush>
  </inkml:definitions>
  <inkml:trace contextRef="#ctx0" brushRef="#br0">0 61 24575,'4'0'0,"1"-3"0,4-2 0,0-4 0,3 0 0,-1-3 0,2 1 0,2 2 0,-1 6 0,1 9 0,-2 6 0,-3 5 0,-4 5 0,2-3 0,-2-4-8191</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2:10.583"/>
    </inkml:context>
    <inkml:brush xml:id="br0">
      <inkml:brushProperty name="width" value="0.05" units="cm"/>
      <inkml:brushProperty name="height" value="0.05" units="cm"/>
      <inkml:brushProperty name="color" value="#004F8B"/>
    </inkml:brush>
  </inkml:definitions>
  <inkml:trace contextRef="#ctx0" brushRef="#br0">64 0 24575,'-3'67'0,"-4"0"0,-23 101 0,9-55 0,20-105 23,0 1 0,1-1 0,0 1-1,0-1 1,1 1 0,0-1 0,1 0-1,0 1 1,0-1 0,1 0 0,0 0-1,0 0 1,1 0 0,5 8 0,-1-4-237,0 0 1,0-1 0,2 0-1,-1-1 1,1 0 0,0 0-1,22 14 1,-8-9-6613</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2:11.501"/>
    </inkml:context>
    <inkml:brush xml:id="br0">
      <inkml:brushProperty name="width" value="0.05" units="cm"/>
      <inkml:brushProperty name="height" value="0.05" units="cm"/>
      <inkml:brushProperty name="color" value="#004F8B"/>
    </inkml:brush>
  </inkml:definitions>
  <inkml:trace contextRef="#ctx0" brushRef="#br0">1 88 24575,'-1'-3'0,"2"-1"0,-1 1 0,0-1 0,1 0 0,0 1 0,-1-1 0,1 1 0,1 0 0,-1-1 0,0 1 0,1 0 0,0 0 0,0 0 0,0 0 0,0 0 0,0 0 0,0 0 0,1 1 0,0-1 0,-1 1 0,1 0 0,0 0 0,0 0 0,0 0 0,0 0 0,0 1 0,1-1 0,4 0 0,-2 0 0,0 0 0,0 1 0,0 0 0,0 1 0,0-1 0,1 1 0,-1 0 0,0 1 0,0-1 0,0 1 0,0 0 0,1 1 0,-2 0 0,1 0 0,10 4 0,-5 0 0,0 1 0,-1-1 0,0 1 0,17 16 0,-22-19 0,-1 1 0,1 1 0,-1-1 0,0 1 0,-1-1 0,1 1 0,-1 0 0,0 0 0,-1 0 0,4 10 0,4 16 162,24 53 0,3 4-1851,-31-68-5137</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2:12.551"/>
    </inkml:context>
    <inkml:brush xml:id="br0">
      <inkml:brushProperty name="width" value="0.05" units="cm"/>
      <inkml:brushProperty name="height" value="0.05" units="cm"/>
      <inkml:brushProperty name="color" value="#004F8B"/>
    </inkml:brush>
  </inkml:definitions>
  <inkml:trace contextRef="#ctx0" brushRef="#br0">291 0 24575,'-9'1'0,"1"0"0,-1 1 0,1 0 0,0 0 0,0 0 0,0 1 0,0 0 0,1 1 0,-1 0 0,1 0 0,0 0 0,0 1 0,-9 8 0,1 0 0,1 0 0,1 1 0,0 1 0,-19 27 0,25-29 0,0 0 0,2 0 0,-1 1 0,1-1 0,1 1 0,1 0 0,-3 19 0,-12 40 0,1-36-1365,10-22-5461</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2:13.715"/>
    </inkml:context>
    <inkml:brush xml:id="br0">
      <inkml:brushProperty name="width" value="0.05" units="cm"/>
      <inkml:brushProperty name="height" value="0.05" units="cm"/>
      <inkml:brushProperty name="color" value="#004F8B"/>
    </inkml:brush>
  </inkml:definitions>
  <inkml:trace contextRef="#ctx0" brushRef="#br0">0 0 24575,'1'0'0,"0"0"0,0 1 0,-1-1 0,1 0 0,0 1 0,0-1 0,-1 0 0,1 1 0,0-1 0,-1 1 0,1-1 0,0 1 0,-1-1 0,1 1 0,-1 0 0,1-1 0,-1 1 0,1-1 0,-1 1 0,0 0 0,1 0 0,-1-1 0,1 2 0,7 22 0,-5-15 0,16 46 0,-9-32 0,-1 1 0,-1 1 0,-1 0 0,-2 0 0,0 0 0,1 33 0,-6-24 0,-2 149 0,0-159 114,-2 0 0,-7 34 0,8-49-285,0 0 0,0 0 1,0 0-1,-1 0 0,0-1 1,-1 1-1,0-1 0,-1 0 1,-6 8-1,2-7-6655</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00.047"/>
    </inkml:context>
    <inkml:brush xml:id="br0">
      <inkml:brushProperty name="width" value="0.05" units="cm"/>
      <inkml:brushProperty name="height" value="0.05" units="cm"/>
      <inkml:brushProperty name="color" value="#004F8B"/>
    </inkml:brush>
  </inkml:definitions>
  <inkml:trace contextRef="#ctx0" brushRef="#br0">22 0 24575,'0'871'0,"-1"-926"0,3-68 0,-2 118 0,1 0 0,0 1 0,0-1 0,0 1 0,1-1 0,0 1 0,0-1 0,0 1 0,0 0 0,0 0 0,1 0 0,0 0 0,0 1 0,0-1 0,0 1 0,1 0 0,-1 0 0,1 0 0,0 0 0,6-3 0,-1 1 0,-1 1 0,1 0 0,0 1 0,0 0 0,0 0 0,1 1 0,-1 0 0,0 1 0,13 0 0,-18 1 0,0 0 0,0 1 0,0-1 0,0 1 0,-1 0 0,1 0 0,0 1 0,-1-1 0,1 1 0,-1 0 0,1 0 0,-1 0 0,0 0 0,0 0 0,0 1 0,0 0 0,0-1 0,0 1 0,-1 0 0,0 0 0,1 0 0,-1 1 0,0-1 0,-1 1 0,1-1 0,0 1 0,1 5 0,-1-1 0,1 1 0,-1-1 0,0 0 0,-1 1 0,0-1 0,0 1 0,-1-1 0,0 1 0,0-1 0,-1 1 0,-3 14 0,0-15 0,1 0 0,-1 0 0,-1-1 0,1 0 0,-1 0 0,-1 0 0,1 0 0,-8 6 0,3-3 0,2 1 0,-12 15 0,19-23 0,-6 8 0,1 0 0,-2-1 0,1 1 0,-18 17 0,22-26 0,1 0 0,-1 0 0,1 0 0,-1 0 0,0-1 0,1 1 0,-1-1 0,0 0 0,0 0 0,0 0 0,0 0 0,0 0 0,0 0 0,-1-1 0,1 0 0,0 1 0,0-1 0,0 0 0,0-1 0,-1 1 0,1-1 0,0 1 0,0-1 0,0 0 0,-5-2 0,5 2 27,1-1-1,-1 0 0,1 1 0,0-1 1,-1 0-1,1 0 0,0 0 0,0-1 1,0 1-1,1 0 0,-1-1 0,-2-5 1,-13-33-1734,14 25-5119</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56.718"/>
    </inkml:context>
    <inkml:brush xml:id="br0">
      <inkml:brushProperty name="width" value="0.025" units="cm"/>
      <inkml:brushProperty name="height" value="0.025" units="cm"/>
    </inkml:brush>
  </inkml:definitions>
  <inkml:trace contextRef="#ctx0" brushRef="#br0">0 81 24575,'0'0'0,"0"0"0,0 0 0,0 0 0,0 0 0,0 0 0,14-24 0,-5 10 0,-7 9 0,1 1 0,-1 0 0,1-1 0,0 1 0,0 0 0,7-6 0,-8 9 0,-1 0 0,0 1 0,1-1 0,-1 0 0,0 1 0,1-1 0,-1 1 0,1 0 0,-1-1 0,1 1 0,-1 0 0,1 0 0,-1 0 0,1 0 0,-1 0 0,1 0 0,-1 0 0,1 0 0,-1 1 0,0-1 0,1 1 0,-1-1 0,1 1 0,-1-1 0,0 1 0,1 0 0,-1 0 0,2 1 0,7 5 0,1 1 0,-1 1 0,0 0 0,-1 1 0,0-1 0,15 22 0,-7-5 0,26 50 0,-34-54-1365</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57.290"/>
    </inkml:context>
    <inkml:brush xml:id="br0">
      <inkml:brushProperty name="width" value="0.025" units="cm"/>
      <inkml:brushProperty name="height" value="0.025" units="cm"/>
    </inkml:brush>
  </inkml:definitions>
  <inkml:trace contextRef="#ctx0" brushRef="#br0">125 1 24575,'-16'26'0,"-25"34"0,29-45 0,1 0 0,1 0 0,1 1 0,-14 31 0,23-46-85,-1 0 0,1 0-1,0-1 1,-1 1 0,1 0-1,0 0 1,0 0 0,0 0-1,0 0 1,0 0 0,0-1-1,0 1 1,0 0 0,0 0-1,1 1 1</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57.796"/>
    </inkml:context>
    <inkml:brush xml:id="br0">
      <inkml:brushProperty name="width" value="0.025" units="cm"/>
      <inkml:brushProperty name="height" value="0.025" units="cm"/>
    </inkml:brush>
  </inkml:definitions>
  <inkml:trace contextRef="#ctx0" brushRef="#br0">1 1 24575,'18'24'0,"-12"-12"-1365</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58.767"/>
    </inkml:context>
    <inkml:brush xml:id="br0">
      <inkml:brushProperty name="width" value="0.025" units="cm"/>
      <inkml:brushProperty name="height" value="0.025" units="cm"/>
    </inkml:brush>
  </inkml:definitions>
  <inkml:trace contextRef="#ctx0" brushRef="#br0">24 16 24575,'42'-15'0,"-42"15"0,1 0 0,-1 0 0,0 0 0,1 0 0,-1 0 0,1-1 0,-1 1 0,1 0 0,-1 0 0,1 0 0,-1 0 0,1 0 0,-1 1 0,0-1 0,1 0 0,-1 0 0,1 0 0,-1 0 0,1 0 0,-1 1 0,0-1 0,1 0 0,-1 0 0,1 0 0,-1 1 0,0-1 0,1 0 0,-1 1 0,0-1 0,0 0 0,1 1 0,10 19 0,2 24 0,-13-44 0,2 8 0,0 0 0,-1 0 0,0 0 0,0 0 0,-1 0 0,0 1 0,0-1 0,-3 14 0,2-19 0,0 1 0,-1-1 0,1 0 0,0 0 0,-1 0 0,0 0 0,0 0 0,0 0 0,0 0 0,0-1 0,0 1 0,-1-1 0,1 1 0,-1-1 0,0 0 0,0 0 0,0 0 0,0-1 0,0 1 0,0-1 0,0 1 0,0-1 0,-5 1 0,-38 9-1365</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59.687"/>
    </inkml:context>
    <inkml:brush xml:id="br0">
      <inkml:brushProperty name="width" value="0.025" units="cm"/>
      <inkml:brushProperty name="height" value="0.025" units="cm"/>
    </inkml:brush>
  </inkml:definitions>
  <inkml:trace contextRef="#ctx0" brushRef="#br0">1 70 24575,'6'-15'0,"-5"13"0,0 1 0,0-1 0,0 0 0,-1 1 0,1-1 0,0 0 0,-1 1 0,1-1 0,0-3 0,2-30-1365</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03.173"/>
    </inkml:context>
    <inkml:brush xml:id="br0">
      <inkml:brushProperty name="width" value="0.025" units="cm"/>
      <inkml:brushProperty name="height" value="0.025" units="cm"/>
    </inkml:brush>
  </inkml:definitions>
  <inkml:trace contextRef="#ctx0" brushRef="#br0">1 59 24575,'0'-1'0,"0"-1"0,0-2 0,1-1 0,0 0 0,1-1 0,1 0 0,0 0 0,0 1 0,-1 0 0,0 0 0,0 1 0,0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49.588"/>
    </inkml:context>
    <inkml:brush xml:id="br0">
      <inkml:brushProperty name="width" value="0.025" units="cm"/>
      <inkml:brushProperty name="height" value="0.025" units="cm"/>
    </inkml:brush>
  </inkml:definitions>
  <inkml:trace contextRef="#ctx0" brushRef="#br0">0 80 24575,'2'-3'0,"-1"-1"0,1 1 0,0 0 0,0 0 0,0 0 0,1 0 0,3-4 0,2-3 0,-5 6 0,-1 0 0,1 1 0,0-1 0,0 1 0,0 0 0,0 0 0,0 0 0,1 0 0,-1 1 0,5-3 0,-6 4 0,-1 1 0,1-1 0,0 1 0,0 0 0,0-1 0,0 1 0,0 0 0,-1 0 0,1 0 0,0 0 0,0 0 0,0 1 0,0-1 0,0 1 0,-1-1 0,1 1 0,0-1 0,0 1 0,-1 0 0,1 0 0,0 0 0,-1 0 0,1 0 0,-1 0 0,2 2 0,6 6 43,0-1 0,0 1-1,-1 1 1,-1 0 0,0 0-1,0 0 1,6 15 0,3 9-897,12 39 1</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50.049"/>
    </inkml:context>
    <inkml:brush xml:id="br0">
      <inkml:brushProperty name="width" value="0.025" units="cm"/>
      <inkml:brushProperty name="height" value="0.025" units="cm"/>
    </inkml:brush>
  </inkml:definitions>
  <inkml:trace contextRef="#ctx0" brushRef="#br0">194 1 24575,'0'0'0,"0"0"0,0 0 0,0 0 0,0 0 0,-2 3 0,1 1 0,-1 0 0,1-1 0,-1 1 0,0-1 0,0 0 0,-1 0 0,-4 6 0,1-2 0,-25 35 0,2 2 0,-46 92 0,65-116 0,6-15 0,2 0 0,-1 0 0,0 1 0,1-1 0,0 1 0,1-1 0,-3 10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50.493"/>
    </inkml:context>
    <inkml:brush xml:id="br0">
      <inkml:brushProperty name="width" value="0.025" units="cm"/>
      <inkml:brushProperty name="height" value="0.025" units="cm"/>
    </inkml:brush>
  </inkml:definitions>
  <inkml:trace contextRef="#ctx0" brushRef="#br0">0 1 24575,'20'8'337,"-18"-8"-458,-1 0-1,1 1 0,-1-1 1,0 0-1,1 1 1,-1-1-1,1 1 0,-1 0 1,0-1-1,0 1 1,1 0-1,-1 0 1,2 1-1</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51.208"/>
    </inkml:context>
    <inkml:brush xml:id="br0">
      <inkml:brushProperty name="width" value="0.025" units="cm"/>
      <inkml:brushProperty name="height" value="0.025" units="cm"/>
    </inkml:brush>
  </inkml:definitions>
  <inkml:trace contextRef="#ctx0" brushRef="#br0">10 1 24575,'-4'3'0,"-1"2"0,5-4 0,0-1 0,0 0 0,0 0 0,0 0 0,0 1 0,1-1 0,-1 0 0,0 0 0,0 0 0,1 1 0,-1-1 0,0 0 0,0 0 0,0 0 0,1 0 0,-1 0 0,0 0 0,0 0 0,1 1 0,-1-1 0,0 0 0,1 0 0,-1 0 0,0 0 0,0 0 0,1 0 0,-1 0 0,0 0 0,0 0 0,1-1 0,-1 1 0,0 0 0,1 0 0,-1 0 0,1 0 0,0 0 0,0 0 0,0 1 0,0-1 0,0 0 0,0 1 0,-1-1 0,1 0 0,0 1 0,0-1 0,0 1 0,-1-1 0,1 1 0,0 0 0,0-1 0,-1 1 0,1 0 0,-1-1 0,1 1 0,-1 0 0,1 0 0,-1 0 0,1-1 0,-1 1 0,0 0 0,1 0 0,-1 0 0,0 0 0,0 0 0,1 0 0,-1 0 0,0 0 0,0 1 0,0 44 0,-1-15 0,2-29 0,-1-1 0,0 1 0,1 0 0,-1-1 0,1 1 0,-1-1 0,1 1 0,0-1 0,0 1 0,0-1 0,0 0 0,0 1 0,0-1 0,0 0 0,0 0 0,0 0 0,3 2 0,3-8-1365</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06.098"/>
    </inkml:context>
    <inkml:brush xml:id="br0">
      <inkml:brushProperty name="width" value="0.025" units="cm"/>
      <inkml:brushProperty name="height" value="0.025" units="cm"/>
    </inkml:brush>
  </inkml:definitions>
  <inkml:trace contextRef="#ctx0" brushRef="#br0">1 1 24575,'0'1'0,"1"1"0,0 2 0,1 1 0,2-1 0,-1 1 0,1-1 0,0 0 0,-1-1 0,1 0 0,-1 0 0,1-1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41.689"/>
    </inkml:context>
    <inkml:brush xml:id="br0">
      <inkml:brushProperty name="width" value="0.025" units="cm"/>
      <inkml:brushProperty name="height" value="0.025" units="cm"/>
    </inkml:brush>
  </inkml:definitions>
  <inkml:trace contextRef="#ctx0" brushRef="#br0">0 3 24575,'0'-2'-1365</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42.255"/>
    </inkml:context>
    <inkml:brush xml:id="br0">
      <inkml:brushProperty name="width" value="0.025" units="cm"/>
      <inkml:brushProperty name="height" value="0.025" units="cm"/>
    </inkml:brush>
  </inkml:definitions>
  <inkml:trace contextRef="#ctx0" brushRef="#br0">1 0 24575,'0'0'0,"3"23"0,2 0 85,-2-10-267,0 0 1,0 1 0,-1-1 0,-1 1 0,-1 0-1,0-1 1,-2 20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42.592"/>
    </inkml:context>
    <inkml:brush xml:id="br0">
      <inkml:brushProperty name="width" value="0.025" units="cm"/>
      <inkml:brushProperty name="height" value="0.025" units="cm"/>
    </inkml:brush>
  </inkml:definitions>
  <inkml:trace contextRef="#ctx0" brushRef="#br0">0 0 24575,'0'0'0,"0"29"0,4 27-1365</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42.935"/>
    </inkml:context>
    <inkml:brush xml:id="br0">
      <inkml:brushProperty name="width" value="0.025" units="cm"/>
      <inkml:brushProperty name="height" value="0.025" units="cm"/>
    </inkml:brush>
  </inkml:definitions>
  <inkml:trace contextRef="#ctx0" brushRef="#br0">1 1 24575,'0'0'0,"1"23"0,7 39 0,1-4 0,-3 7-1365,-4-56-5461</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43.282"/>
    </inkml:context>
    <inkml:brush xml:id="br0">
      <inkml:brushProperty name="width" value="0.025" units="cm"/>
      <inkml:brushProperty name="height" value="0.025" units="cm"/>
    </inkml:brush>
  </inkml:definitions>
  <inkml:trace contextRef="#ctx0" brushRef="#br0">4 0 24575,'-1'3'0,"0"1"0,1-1 0,0 0 0,0 0 0,0 0 0,1 7 0,0-3 0,-3 38-1365,1-36-5461</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44.366"/>
    </inkml:context>
    <inkml:brush xml:id="br0">
      <inkml:brushProperty name="width" value="0.025" units="cm"/>
      <inkml:brushProperty name="height" value="0.025" units="cm"/>
    </inkml:brush>
  </inkml:definitions>
  <inkml:trace contextRef="#ctx0" brushRef="#br0">1 0 24575,'9'31'0,"-5"-13"0,-1 1 0,1 20 0,1 10 0,-2-21-399,-1 46-1,-2-66-166</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13.685"/>
    </inkml:context>
    <inkml:brush xml:id="br0">
      <inkml:brushProperty name="width" value="0.025" units="cm"/>
      <inkml:brushProperty name="height" value="0.025" units="cm"/>
    </inkml:brush>
  </inkml:definitions>
  <inkml:trace contextRef="#ctx0" brushRef="#br0">6 0 24575,'0'2'0,"0"2"0,0 1 0,0 2 0,0 2 0,0 0 0,0 2 0,-1 1 0,-1-1 0,1 0 0,0-2 0,0-2-8191</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15.846"/>
    </inkml:context>
    <inkml:brush xml:id="br0">
      <inkml:brushProperty name="width" value="0.025" units="cm"/>
      <inkml:brushProperty name="height" value="0.025" units="cm"/>
    </inkml:brush>
  </inkml:definitions>
  <inkml:trace contextRef="#ctx0" brushRef="#br0">6 1 24575,'0'1'0,"0"1"0,0 3 0,0 1 0,0 1 0,-1 0 0,-1 0 0,1 0 0,0-1 0,0 0-8191</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16.463"/>
    </inkml:context>
    <inkml:brush xml:id="br0">
      <inkml:brushProperty name="width" value="0.025" units="cm"/>
      <inkml:brushProperty name="height" value="0.025" units="cm"/>
    </inkml:brush>
  </inkml:definitions>
  <inkml:trace contextRef="#ctx0" brushRef="#br0">6 1 24575,'0'1'0,"0"2"0,0 3 0,0 0 0,0 0 0,-1 1 0,-1 0 0,1-1 0,-1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16.954"/>
    </inkml:context>
    <inkml:brush xml:id="br0">
      <inkml:brushProperty name="width" value="0.025" units="cm"/>
      <inkml:brushProperty name="height" value="0.025" units="cm"/>
    </inkml:brush>
  </inkml:definitions>
  <inkml:trace contextRef="#ctx0" brushRef="#br0">1 1 24575,'0'1'0,"0"1"0,0 2 0,0 1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17.352"/>
    </inkml:context>
    <inkml:brush xml:id="br0">
      <inkml:brushProperty name="width" value="0.025" units="cm"/>
      <inkml:brushProperty name="height" value="0.025" units="cm"/>
    </inkml:brush>
  </inkml:definitions>
  <inkml:trace contextRef="#ctx0" brushRef="#br0">1 1 24575,'0'1'0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18.319"/>
    </inkml:context>
    <inkml:brush xml:id="br0">
      <inkml:brushProperty name="width" value="0.025" units="cm"/>
      <inkml:brushProperty name="height" value="0.025" units="cm"/>
    </inkml:brush>
  </inkml:definitions>
  <inkml:trace contextRef="#ctx0" brushRef="#br0">0 0 24575,'0'1'0,"0"1"0,0 2 0,0 1 0,0 0 0,0 2 0,0 1 0,0 0 0,0 0 0,0 1 0,0-1 0,0-1 0,0 0 0,0 0 0,0-2-8191</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18.654"/>
    </inkml:context>
    <inkml:brush xml:id="br0">
      <inkml:brushProperty name="width" value="0.025" units="cm"/>
      <inkml:brushProperty name="height" value="0.025" units="cm"/>
    </inkml:brush>
  </inkml:definitions>
  <inkml:trace contextRef="#ctx0" brushRef="#br0">7 1 24575,'0'1'0,"-1"2"0,-1 2 0,1 1 0,0 1 0,0 0 0,1-1 0,0 1 0,-1-1 0,1 1 0,0-1 0,1 0 0,-1 0 0,0 0 0,0 0 0,0 1 0,0 0-8191</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19.526"/>
    </inkml:context>
    <inkml:brush xml:id="br0">
      <inkml:brushProperty name="width" value="0.025" units="cm"/>
      <inkml:brushProperty name="height" value="0.025" units="cm"/>
    </inkml:brush>
  </inkml:definitions>
  <inkml:trace contextRef="#ctx0" brushRef="#br0">1 1 24575,'0'175'-1365,"0"-169"-5461</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55.097"/>
    </inkml:context>
    <inkml:brush xml:id="br0">
      <inkml:brushProperty name="width" value="0.025" units="cm"/>
      <inkml:brushProperty name="height" value="0.025" units="cm"/>
    </inkml:brush>
  </inkml:definitions>
  <inkml:trace contextRef="#ctx0" brushRef="#br0">21 0 24575,'-5'30'0,"-2"-11"0,5-16 0,1 1 0,0-1 0,0 0 0,0 0 0,0 1 0,0-1 0,1 0 0,-1 5 0,5 65 0,-1-49 0,-3 48 0,-2-59-1365</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55.495"/>
    </inkml:context>
    <inkml:brush xml:id="br0">
      <inkml:brushProperty name="width" value="0.025" units="cm"/>
      <inkml:brushProperty name="height" value="0.025" units="cm"/>
    </inkml:brush>
  </inkml:definitions>
  <inkml:trace contextRef="#ctx0" brushRef="#br0">1 0 24575,'0'0'0,"0"0"0,0 0 0,0 0 0,0 29 0,0 44-1365</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53.226"/>
    </inkml:context>
    <inkml:brush xml:id="br0">
      <inkml:brushProperty name="width" value="0.025" units="cm"/>
      <inkml:brushProperty name="height" value="0.025" units="cm"/>
    </inkml:brush>
  </inkml:definitions>
  <inkml:trace contextRef="#ctx0" brushRef="#br0">1 0 24575,'18'36'0,"-18"-35"1,2 4-229,0 1 0,-1-1 1,1 1-1,-1 0 1,0 11-1</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53.908"/>
    </inkml:context>
    <inkml:brush xml:id="br0">
      <inkml:brushProperty name="width" value="0.025" units="cm"/>
      <inkml:brushProperty name="height" value="0.025" units="cm"/>
    </inkml:brush>
  </inkml:definitions>
  <inkml:trace contextRef="#ctx0" brushRef="#br0">13 0 24575,'0'9'-35,"-1"-1"-1,-1 0 1,1 1 0,-4 8-1,2-5-1152</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54.272"/>
    </inkml:context>
    <inkml:brush xml:id="br0">
      <inkml:brushProperty name="width" value="0.025" units="cm"/>
      <inkml:brushProperty name="height" value="0.025" units="cm"/>
    </inkml:brush>
  </inkml:definitions>
  <inkml:trace contextRef="#ctx0" brushRef="#br0">0 0 24575,'1'9'0,"0"0"0,0-1 0,3 12 0,-2-12 0,0 1 0,-1 0 0,1 12 0,-2 99-1365</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3:54.650"/>
    </inkml:context>
    <inkml:brush xml:id="br0">
      <inkml:brushProperty name="width" value="0.025" units="cm"/>
      <inkml:brushProperty name="height" value="0.025" units="cm"/>
    </inkml:brush>
  </inkml:definitions>
  <inkml:trace contextRef="#ctx0" brushRef="#br0">0 0 24575,'6'24'0,"4"4"-273,0 0 0,-2 0 0,-1 1 0,3 31 0,-9-55-6553</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20.684"/>
    </inkml:context>
    <inkml:brush xml:id="br0">
      <inkml:brushProperty name="width" value="0.025" units="cm"/>
      <inkml:brushProperty name="height" value="0.025" units="cm"/>
    </inkml:brush>
  </inkml:definitions>
  <inkml:trace contextRef="#ctx0" brushRef="#br0">13 1 24575,'0'2'0,"0"2"0,0 2 0,0 1 0,0 1 0,-1 0 0,0 2 0,-1 1 0,1-1 0,-1 0 0,0 0 0,1-1 0,0-1 0,0-2-8191</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21.094"/>
    </inkml:context>
    <inkml:brush xml:id="br0">
      <inkml:brushProperty name="width" value="0.025" units="cm"/>
      <inkml:brushProperty name="height" value="0.025" units="cm"/>
    </inkml:brush>
  </inkml:definitions>
  <inkml:trace contextRef="#ctx0" brushRef="#br0">25 0 24575,'-1'17'113,"-1"0"0,-8 33 0,6-32-681,1 0 0,-2 21 0,5-32-6258</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21.952"/>
    </inkml:context>
    <inkml:brush xml:id="br0">
      <inkml:brushProperty name="width" value="0.025" units="cm"/>
      <inkml:brushProperty name="height" value="0.025" units="cm"/>
    </inkml:brush>
  </inkml:definitions>
  <inkml:trace contextRef="#ctx0" brushRef="#br0">1 0 24575,'0'2'0,"0"2"0,0 2 0,0 2 0,0 2 0,0 2 0,0 0 0,0-1 0,0 0 0,0 0 0,0-2 0,0-1 0,0-1 0,0-1 0,0 0 0,0 1 0,0 0-8191</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22.414"/>
    </inkml:context>
    <inkml:brush xml:id="br0">
      <inkml:brushProperty name="width" value="0.025" units="cm"/>
      <inkml:brushProperty name="height" value="0.025" units="cm"/>
    </inkml:brush>
  </inkml:definitions>
  <inkml:trace contextRef="#ctx0" brushRef="#br0">15 0 24575,'0'1'0,"0"1"0,0 2 0,0 1 0,0 2 0,0 0 0,0 0 0,-1 1 0,0 0 0,-1 1 0,1 1 0,0 2 0,-1-1 0,0 0 0,1 0 0,0-1 0,0-1 0,-1-2-8191</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22.871"/>
    </inkml:context>
    <inkml:brush xml:id="br0">
      <inkml:brushProperty name="width" value="0.025" units="cm"/>
      <inkml:brushProperty name="height" value="0.025" units="cm"/>
    </inkml:brush>
  </inkml:definitions>
  <inkml:trace contextRef="#ctx0" brushRef="#br0">0 1 24575,'0'179'-1365,"0"-169"-5461</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23.482"/>
    </inkml:context>
    <inkml:brush xml:id="br0">
      <inkml:brushProperty name="width" value="0.025" units="cm"/>
      <inkml:brushProperty name="height" value="0.025" units="cm"/>
    </inkml:brush>
  </inkml:definitions>
  <inkml:trace contextRef="#ctx0" brushRef="#br0">0 1 24575,'12'56'0,"-12"-10"249,0-25-787,0-1 0,5 32 0,-2-40-6288</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24.082"/>
    </inkml:context>
    <inkml:brush xml:id="br0">
      <inkml:brushProperty name="width" value="0.025" units="cm"/>
      <inkml:brushProperty name="height" value="0.025" units="cm"/>
    </inkml:brush>
  </inkml:definitions>
  <inkml:trace contextRef="#ctx0" brushRef="#br0">3 0 24575,'0'1'0,"0"3"0,0 1 0,0 2 0,0 1 0,0 0 0,0 0 0,0-1 0,0 0 0,-1-1 0,-1-1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24.605"/>
    </inkml:context>
    <inkml:brush xml:id="br0">
      <inkml:brushProperty name="width" value="0.025" units="cm"/>
      <inkml:brushProperty name="height" value="0.025" units="cm"/>
    </inkml:brush>
  </inkml:definitions>
  <inkml:trace contextRef="#ctx0" brushRef="#br0">6 1 24575,'0'1'0,"0"1"0,0 2 0,0 2 0,-1 2 0,0 0 0,0 1 0,0 0 0,0 0 0,0 0 0,1-3-8191</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34:25.510"/>
    </inkml:context>
    <inkml:brush xml:id="br0">
      <inkml:brushProperty name="width" value="0.025" units="cm"/>
      <inkml:brushProperty name="height" value="0.025" units="cm"/>
    </inkml:brush>
  </inkml:definitions>
  <inkml:trace contextRef="#ctx0" brushRef="#br0">13 0 24575,'0'1'0,"0"3"0,-1 2 0,0 1 0,-1 2 0,0 0 0,0 0 0,0-1 0,1 0 0,0-2 0,1 1 0,-1-1 0,1-1-8191</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4-01-16T13:49:05.444"/>
    </inkml:context>
    <inkml:brush xml:id="br0">
      <inkml:brushProperty name="width" value="0.025" units="cm"/>
      <inkml:brushProperty name="height" value="0.025" units="cm"/>
    </inkml:brush>
  </inkml:definitions>
  <inkml:trace contextRef="#ctx0" brushRef="#br0">0 0 24575,'0'0'-8191</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A13D011-A644-42B7-AB5F-8709426D0F72}" type="datetimeFigureOut">
              <a:rPr lang="zh-CN" altLang="en-US" smtClean="0"/>
              <a:t>2024/1/25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8B21523-375A-48A0-98AD-F8EC9B8570E6}" type="slidenum">
              <a:rPr lang="zh-CN" altLang="en-US" smtClean="0"/>
              <a:t>‹#›</a:t>
            </a:fld>
            <a:endParaRPr lang="zh-CN" altLang="en-US"/>
          </a:p>
        </p:txBody>
      </p:sp>
    </p:spTree>
    <p:extLst>
      <p:ext uri="{BB962C8B-B14F-4D97-AF65-F5344CB8AC3E}">
        <p14:creationId xmlns:p14="http://schemas.microsoft.com/office/powerpoint/2010/main" val="15087073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两种模态的数据，全视野切片，基因组</a:t>
            </a:r>
            <a:r>
              <a:rPr lang="zh-CN" altLang="en-US"/>
              <a:t>数据；</a:t>
            </a:r>
            <a:endParaRPr lang="en-US" altLang="zh-CN" dirty="0"/>
          </a:p>
        </p:txBody>
      </p:sp>
      <p:sp>
        <p:nvSpPr>
          <p:cNvPr id="4" name="灯片编号占位符 3"/>
          <p:cNvSpPr>
            <a:spLocks noGrp="1"/>
          </p:cNvSpPr>
          <p:nvPr>
            <p:ph type="sldNum" sz="quarter" idx="5"/>
          </p:nvPr>
        </p:nvSpPr>
        <p:spPr/>
        <p:txBody>
          <a:bodyPr/>
          <a:lstStyle/>
          <a:p>
            <a:fld id="{68B21523-375A-48A0-98AD-F8EC9B8570E6}" type="slidenum">
              <a:rPr lang="zh-CN" altLang="en-US" smtClean="0"/>
              <a:t>2</a:t>
            </a:fld>
            <a:endParaRPr lang="zh-CN" altLang="en-US"/>
          </a:p>
        </p:txBody>
      </p:sp>
    </p:spTree>
    <p:extLst>
      <p:ext uri="{BB962C8B-B14F-4D97-AF65-F5344CB8AC3E}">
        <p14:creationId xmlns:p14="http://schemas.microsoft.com/office/powerpoint/2010/main" val="304984343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dirty="0"/>
          </a:p>
        </p:txBody>
      </p:sp>
      <p:sp>
        <p:nvSpPr>
          <p:cNvPr id="4" name="灯片编号占位符 3"/>
          <p:cNvSpPr>
            <a:spLocks noGrp="1"/>
          </p:cNvSpPr>
          <p:nvPr>
            <p:ph type="sldNum" sz="quarter" idx="5"/>
          </p:nvPr>
        </p:nvSpPr>
        <p:spPr/>
        <p:txBody>
          <a:bodyPr/>
          <a:lstStyle/>
          <a:p>
            <a:fld id="{68B21523-375A-48A0-98AD-F8EC9B8570E6}" type="slidenum">
              <a:rPr lang="zh-CN" altLang="en-US" smtClean="0"/>
              <a:t>3</a:t>
            </a:fld>
            <a:endParaRPr lang="zh-CN" altLang="en-US"/>
          </a:p>
        </p:txBody>
      </p:sp>
    </p:spTree>
    <p:extLst>
      <p:ext uri="{BB962C8B-B14F-4D97-AF65-F5344CB8AC3E}">
        <p14:creationId xmlns:p14="http://schemas.microsoft.com/office/powerpoint/2010/main" val="8710238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对</a:t>
            </a:r>
            <a:r>
              <a:rPr lang="en-US" altLang="zh-CN" dirty="0"/>
              <a:t>WSI</a:t>
            </a:r>
            <a:r>
              <a:rPr lang="zh-CN" altLang="en-US" dirty="0"/>
              <a:t>图像进行分块操作，将图像分成</a:t>
            </a:r>
            <a:r>
              <a:rPr lang="en-US" altLang="zh-CN" dirty="0" err="1"/>
              <a:t>Mp</a:t>
            </a:r>
            <a:r>
              <a:rPr lang="zh-CN" altLang="en-US" dirty="0"/>
              <a:t>个</a:t>
            </a:r>
            <a:r>
              <a:rPr lang="en-US" altLang="zh-CN" dirty="0"/>
              <a:t>patch</a:t>
            </a:r>
            <a:r>
              <a:rPr lang="zh-CN" altLang="en-US" dirty="0"/>
              <a:t>，对应的基因数据</a:t>
            </a:r>
            <a:r>
              <a:rPr lang="en-US" altLang="zh-CN" dirty="0"/>
              <a:t>Mg</a:t>
            </a:r>
            <a:r>
              <a:rPr lang="zh-CN" altLang="en-US" dirty="0"/>
              <a:t>个序列，每个序列对应一种基因特征；</a:t>
            </a:r>
          </a:p>
        </p:txBody>
      </p:sp>
      <p:sp>
        <p:nvSpPr>
          <p:cNvPr id="4" name="灯片编号占位符 3"/>
          <p:cNvSpPr>
            <a:spLocks noGrp="1"/>
          </p:cNvSpPr>
          <p:nvPr>
            <p:ph type="sldNum" sz="quarter" idx="5"/>
          </p:nvPr>
        </p:nvSpPr>
        <p:spPr/>
        <p:txBody>
          <a:bodyPr/>
          <a:lstStyle/>
          <a:p>
            <a:fld id="{68B21523-375A-48A0-98AD-F8EC9B8570E6}" type="slidenum">
              <a:rPr lang="zh-CN" altLang="en-US" smtClean="0"/>
              <a:t>4</a:t>
            </a:fld>
            <a:endParaRPr lang="zh-CN" altLang="en-US"/>
          </a:p>
        </p:txBody>
      </p:sp>
    </p:spTree>
    <p:extLst>
      <p:ext uri="{BB962C8B-B14F-4D97-AF65-F5344CB8AC3E}">
        <p14:creationId xmlns:p14="http://schemas.microsoft.com/office/powerpoint/2010/main" val="8604351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8B21523-375A-48A0-98AD-F8EC9B8570E6}" type="slidenum">
              <a:rPr lang="zh-CN" altLang="en-US" smtClean="0"/>
              <a:t>5</a:t>
            </a:fld>
            <a:endParaRPr lang="zh-CN" altLang="en-US"/>
          </a:p>
        </p:txBody>
      </p:sp>
    </p:spTree>
    <p:extLst>
      <p:ext uri="{BB962C8B-B14F-4D97-AF65-F5344CB8AC3E}">
        <p14:creationId xmlns:p14="http://schemas.microsoft.com/office/powerpoint/2010/main" val="3038772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8B21523-375A-48A0-98AD-F8EC9B8570E6}" type="slidenum">
              <a:rPr lang="zh-CN" altLang="en-US" smtClean="0"/>
              <a:t>6</a:t>
            </a:fld>
            <a:endParaRPr lang="zh-CN" altLang="en-US"/>
          </a:p>
        </p:txBody>
      </p:sp>
    </p:spTree>
    <p:extLst>
      <p:ext uri="{BB962C8B-B14F-4D97-AF65-F5344CB8AC3E}">
        <p14:creationId xmlns:p14="http://schemas.microsoft.com/office/powerpoint/2010/main" val="155852677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把生存期划分为几个事件段，分别预测每个时间段内病人死亡的条件概率，风险函数</a:t>
            </a:r>
          </a:p>
        </p:txBody>
      </p:sp>
      <p:sp>
        <p:nvSpPr>
          <p:cNvPr id="4" name="灯片编号占位符 3"/>
          <p:cNvSpPr>
            <a:spLocks noGrp="1"/>
          </p:cNvSpPr>
          <p:nvPr>
            <p:ph type="sldNum" sz="quarter" idx="5"/>
          </p:nvPr>
        </p:nvSpPr>
        <p:spPr/>
        <p:txBody>
          <a:bodyPr/>
          <a:lstStyle/>
          <a:p>
            <a:fld id="{68B21523-375A-48A0-98AD-F8EC9B8570E6}" type="slidenum">
              <a:rPr lang="zh-CN" altLang="en-US" smtClean="0"/>
              <a:t>7</a:t>
            </a:fld>
            <a:endParaRPr lang="zh-CN" altLang="en-US"/>
          </a:p>
        </p:txBody>
      </p:sp>
    </p:spTree>
    <p:extLst>
      <p:ext uri="{BB962C8B-B14F-4D97-AF65-F5344CB8AC3E}">
        <p14:creationId xmlns:p14="http://schemas.microsoft.com/office/powerpoint/2010/main" val="73660693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8B21523-375A-48A0-98AD-F8EC9B8570E6}" type="slidenum">
              <a:rPr lang="zh-CN" altLang="en-US" smtClean="0"/>
              <a:t>8</a:t>
            </a:fld>
            <a:endParaRPr lang="zh-CN" altLang="en-US"/>
          </a:p>
        </p:txBody>
      </p:sp>
    </p:spTree>
    <p:extLst>
      <p:ext uri="{BB962C8B-B14F-4D97-AF65-F5344CB8AC3E}">
        <p14:creationId xmlns:p14="http://schemas.microsoft.com/office/powerpoint/2010/main" val="28841862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8B21523-375A-48A0-98AD-F8EC9B8570E6}" type="slidenum">
              <a:rPr lang="zh-CN" altLang="en-US" smtClean="0"/>
              <a:t>9</a:t>
            </a:fld>
            <a:endParaRPr lang="zh-CN" altLang="en-US"/>
          </a:p>
        </p:txBody>
      </p:sp>
    </p:spTree>
    <p:extLst>
      <p:ext uri="{BB962C8B-B14F-4D97-AF65-F5344CB8AC3E}">
        <p14:creationId xmlns:p14="http://schemas.microsoft.com/office/powerpoint/2010/main" val="207949275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；两个主要挑战：第一是</a:t>
            </a:r>
            <a:r>
              <a:rPr lang="en-US" altLang="zh-CN" dirty="0"/>
              <a:t>WSI</a:t>
            </a:r>
            <a:r>
              <a:rPr lang="zh-CN" altLang="en-US" dirty="0"/>
              <a:t>图像的像素很高，如何去有效表示大量的信息；第二是肿瘤微环境对于生存分析具有重要作用</a:t>
            </a:r>
          </a:p>
        </p:txBody>
      </p:sp>
      <p:sp>
        <p:nvSpPr>
          <p:cNvPr id="4" name="灯片编号占位符 3"/>
          <p:cNvSpPr>
            <a:spLocks noGrp="1"/>
          </p:cNvSpPr>
          <p:nvPr>
            <p:ph type="sldNum" sz="quarter" idx="5"/>
          </p:nvPr>
        </p:nvSpPr>
        <p:spPr/>
        <p:txBody>
          <a:bodyPr/>
          <a:lstStyle/>
          <a:p>
            <a:fld id="{68B21523-375A-48A0-98AD-F8EC9B8570E6}" type="slidenum">
              <a:rPr lang="zh-CN" altLang="en-US" smtClean="0"/>
              <a:t>10</a:t>
            </a:fld>
            <a:endParaRPr lang="zh-CN" altLang="en-US"/>
          </a:p>
        </p:txBody>
      </p:sp>
    </p:spTree>
    <p:extLst>
      <p:ext uri="{BB962C8B-B14F-4D97-AF65-F5344CB8AC3E}">
        <p14:creationId xmlns:p14="http://schemas.microsoft.com/office/powerpoint/2010/main" val="38173381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8B21523-375A-48A0-98AD-F8EC9B8570E6}" type="slidenum">
              <a:rPr lang="zh-CN" altLang="en-US" smtClean="0"/>
              <a:t>11</a:t>
            </a:fld>
            <a:endParaRPr lang="zh-CN" altLang="en-US"/>
          </a:p>
        </p:txBody>
      </p:sp>
    </p:spTree>
    <p:extLst>
      <p:ext uri="{BB962C8B-B14F-4D97-AF65-F5344CB8AC3E}">
        <p14:creationId xmlns:p14="http://schemas.microsoft.com/office/powerpoint/2010/main" val="420539223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8B21523-375A-48A0-98AD-F8EC9B8570E6}" type="slidenum">
              <a:rPr lang="zh-CN" altLang="en-US" smtClean="0"/>
              <a:t>13</a:t>
            </a:fld>
            <a:endParaRPr lang="zh-CN" altLang="en-US"/>
          </a:p>
        </p:txBody>
      </p:sp>
    </p:spTree>
    <p:extLst>
      <p:ext uri="{BB962C8B-B14F-4D97-AF65-F5344CB8AC3E}">
        <p14:creationId xmlns:p14="http://schemas.microsoft.com/office/powerpoint/2010/main" val="208901859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dirty="0"/>
              <a:t>Introduction-abstract</a:t>
            </a:r>
            <a:r>
              <a:rPr lang="zh-CN" altLang="en-US" dirty="0"/>
              <a:t>的扩写；首先介绍任务背景</a:t>
            </a:r>
          </a:p>
        </p:txBody>
      </p:sp>
      <p:sp>
        <p:nvSpPr>
          <p:cNvPr id="4" name="灯片编号占位符 3"/>
          <p:cNvSpPr>
            <a:spLocks noGrp="1"/>
          </p:cNvSpPr>
          <p:nvPr>
            <p:ph type="sldNum" sz="quarter" idx="5"/>
          </p:nvPr>
        </p:nvSpPr>
        <p:spPr/>
        <p:txBody>
          <a:bodyPr/>
          <a:lstStyle/>
          <a:p>
            <a:fld id="{68B21523-375A-48A0-98AD-F8EC9B8570E6}" type="slidenum">
              <a:rPr lang="zh-CN" altLang="en-US" smtClean="0"/>
              <a:t>14</a:t>
            </a:fld>
            <a:endParaRPr lang="zh-CN" altLang="en-US"/>
          </a:p>
        </p:txBody>
      </p:sp>
    </p:spTree>
    <p:extLst>
      <p:ext uri="{BB962C8B-B14F-4D97-AF65-F5344CB8AC3E}">
        <p14:creationId xmlns:p14="http://schemas.microsoft.com/office/powerpoint/2010/main" val="5722339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进一步说明现存方法的问题；</a:t>
            </a:r>
            <a:r>
              <a:rPr lang="en-US" altLang="zh-CN" dirty="0"/>
              <a:t>TME</a:t>
            </a:r>
            <a:r>
              <a:rPr lang="zh-CN" altLang="en-US" dirty="0"/>
              <a:t>的重要性</a:t>
            </a:r>
          </a:p>
        </p:txBody>
      </p:sp>
      <p:sp>
        <p:nvSpPr>
          <p:cNvPr id="4" name="灯片编号占位符 3"/>
          <p:cNvSpPr>
            <a:spLocks noGrp="1"/>
          </p:cNvSpPr>
          <p:nvPr>
            <p:ph type="sldNum" sz="quarter" idx="5"/>
          </p:nvPr>
        </p:nvSpPr>
        <p:spPr/>
        <p:txBody>
          <a:bodyPr/>
          <a:lstStyle/>
          <a:p>
            <a:fld id="{68B21523-375A-48A0-98AD-F8EC9B8570E6}" type="slidenum">
              <a:rPr lang="zh-CN" altLang="en-US" smtClean="0"/>
              <a:t>19</a:t>
            </a:fld>
            <a:endParaRPr lang="zh-CN" altLang="en-US"/>
          </a:p>
        </p:txBody>
      </p:sp>
    </p:spTree>
    <p:extLst>
      <p:ext uri="{BB962C8B-B14F-4D97-AF65-F5344CB8AC3E}">
        <p14:creationId xmlns:p14="http://schemas.microsoft.com/office/powerpoint/2010/main" val="397784949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简单介绍</a:t>
            </a:r>
            <a:r>
              <a:rPr lang="en-US" altLang="zh-CN" dirty="0"/>
              <a:t>OT</a:t>
            </a:r>
            <a:r>
              <a:rPr lang="zh-CN" altLang="en-US" dirty="0"/>
              <a:t>的思想，为什么</a:t>
            </a:r>
            <a:r>
              <a:rPr lang="en-US" altLang="zh-CN" dirty="0"/>
              <a:t>OT</a:t>
            </a:r>
            <a:r>
              <a:rPr lang="zh-CN" altLang="en-US" dirty="0"/>
              <a:t>适用于这个生存期预测的任务</a:t>
            </a:r>
          </a:p>
        </p:txBody>
      </p:sp>
      <p:sp>
        <p:nvSpPr>
          <p:cNvPr id="4" name="灯片编号占位符 3"/>
          <p:cNvSpPr>
            <a:spLocks noGrp="1"/>
          </p:cNvSpPr>
          <p:nvPr>
            <p:ph type="sldNum" sz="quarter" idx="5"/>
          </p:nvPr>
        </p:nvSpPr>
        <p:spPr/>
        <p:txBody>
          <a:bodyPr/>
          <a:lstStyle/>
          <a:p>
            <a:fld id="{68B21523-375A-48A0-98AD-F8EC9B8570E6}" type="slidenum">
              <a:rPr lang="zh-CN" altLang="en-US" smtClean="0"/>
              <a:t>21</a:t>
            </a:fld>
            <a:endParaRPr lang="zh-CN" altLang="en-US"/>
          </a:p>
        </p:txBody>
      </p:sp>
    </p:spTree>
    <p:extLst>
      <p:ext uri="{BB962C8B-B14F-4D97-AF65-F5344CB8AC3E}">
        <p14:creationId xmlns:p14="http://schemas.microsoft.com/office/powerpoint/2010/main" val="33786026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68B21523-375A-48A0-98AD-F8EC9B8570E6}" type="slidenum">
              <a:rPr lang="zh-CN" altLang="en-US" smtClean="0"/>
              <a:t>24</a:t>
            </a:fld>
            <a:endParaRPr lang="zh-CN" altLang="en-US"/>
          </a:p>
        </p:txBody>
      </p:sp>
    </p:spTree>
    <p:extLst>
      <p:ext uri="{BB962C8B-B14F-4D97-AF65-F5344CB8AC3E}">
        <p14:creationId xmlns:p14="http://schemas.microsoft.com/office/powerpoint/2010/main" val="42405855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5FEB63A-8507-F3F9-C61C-3BE045A62135}"/>
              </a:ext>
            </a:extLst>
          </p:cNvPr>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a:extLst>
              <a:ext uri="{FF2B5EF4-FFF2-40B4-BE49-F238E27FC236}">
                <a16:creationId xmlns:a16="http://schemas.microsoft.com/office/drawing/2014/main" id="{73010E39-CDD6-7572-30BE-CEBF16DFD4E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9285999B-2305-40BA-7BE4-FCDF1E8A6CF1}"/>
              </a:ext>
            </a:extLst>
          </p:cNvPr>
          <p:cNvSpPr>
            <a:spLocks noGrp="1"/>
          </p:cNvSpPr>
          <p:nvPr>
            <p:ph type="dt" sz="half" idx="10"/>
          </p:nvPr>
        </p:nvSpPr>
        <p:spPr/>
        <p:txBody>
          <a:bodyPr/>
          <a:lstStyle/>
          <a:p>
            <a:fld id="{36D60B52-E6AF-4DF7-8669-B1F9CE4C6FE3}" type="datetimeFigureOut">
              <a:rPr lang="zh-CN" altLang="en-US" smtClean="0"/>
              <a:t>2024/1/25</a:t>
            </a:fld>
            <a:endParaRPr lang="zh-CN" altLang="en-US"/>
          </a:p>
        </p:txBody>
      </p:sp>
      <p:sp>
        <p:nvSpPr>
          <p:cNvPr id="5" name="页脚占位符 4">
            <a:extLst>
              <a:ext uri="{FF2B5EF4-FFF2-40B4-BE49-F238E27FC236}">
                <a16:creationId xmlns:a16="http://schemas.microsoft.com/office/drawing/2014/main" id="{32B0923D-26F8-83FA-F9F5-670AFA8DC12C}"/>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635ADE62-91BB-8C3C-16DA-160931D44875}"/>
              </a:ext>
            </a:extLst>
          </p:cNvPr>
          <p:cNvSpPr>
            <a:spLocks noGrp="1"/>
          </p:cNvSpPr>
          <p:nvPr>
            <p:ph type="sldNum" sz="quarter" idx="12"/>
          </p:nvPr>
        </p:nvSpPr>
        <p:spPr/>
        <p:txBody>
          <a:bodyPr/>
          <a:lstStyle/>
          <a:p>
            <a:fld id="{CC2B782E-4184-4E67-ACC3-399B2A97A0C8}" type="slidenum">
              <a:rPr lang="zh-CN" altLang="en-US" smtClean="0"/>
              <a:t>‹#›</a:t>
            </a:fld>
            <a:endParaRPr lang="zh-CN" altLang="en-US"/>
          </a:p>
        </p:txBody>
      </p:sp>
    </p:spTree>
    <p:extLst>
      <p:ext uri="{BB962C8B-B14F-4D97-AF65-F5344CB8AC3E}">
        <p14:creationId xmlns:p14="http://schemas.microsoft.com/office/powerpoint/2010/main" val="23297531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E1AD0D4-3EFE-E9BB-CC1A-602E70D90340}"/>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CFFD061A-8900-5A25-BB02-3305C48EB063}"/>
              </a:ext>
            </a:extLst>
          </p:cNvPr>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51804E8D-3A46-788F-B3EB-524DAE0C0B25}"/>
              </a:ext>
            </a:extLst>
          </p:cNvPr>
          <p:cNvSpPr>
            <a:spLocks noGrp="1"/>
          </p:cNvSpPr>
          <p:nvPr>
            <p:ph type="dt" sz="half" idx="10"/>
          </p:nvPr>
        </p:nvSpPr>
        <p:spPr/>
        <p:txBody>
          <a:bodyPr/>
          <a:lstStyle/>
          <a:p>
            <a:fld id="{36D60B52-E6AF-4DF7-8669-B1F9CE4C6FE3}" type="datetimeFigureOut">
              <a:rPr lang="zh-CN" altLang="en-US" smtClean="0"/>
              <a:t>2024/1/25</a:t>
            </a:fld>
            <a:endParaRPr lang="zh-CN" altLang="en-US"/>
          </a:p>
        </p:txBody>
      </p:sp>
      <p:sp>
        <p:nvSpPr>
          <p:cNvPr id="5" name="页脚占位符 4">
            <a:extLst>
              <a:ext uri="{FF2B5EF4-FFF2-40B4-BE49-F238E27FC236}">
                <a16:creationId xmlns:a16="http://schemas.microsoft.com/office/drawing/2014/main" id="{4C1F440A-90C3-DCB8-0802-5FC9F5C0D584}"/>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10C5006-1BCD-274E-534A-91D692B51E2B}"/>
              </a:ext>
            </a:extLst>
          </p:cNvPr>
          <p:cNvSpPr>
            <a:spLocks noGrp="1"/>
          </p:cNvSpPr>
          <p:nvPr>
            <p:ph type="sldNum" sz="quarter" idx="12"/>
          </p:nvPr>
        </p:nvSpPr>
        <p:spPr/>
        <p:txBody>
          <a:bodyPr/>
          <a:lstStyle/>
          <a:p>
            <a:fld id="{CC2B782E-4184-4E67-ACC3-399B2A97A0C8}" type="slidenum">
              <a:rPr lang="zh-CN" altLang="en-US" smtClean="0"/>
              <a:t>‹#›</a:t>
            </a:fld>
            <a:endParaRPr lang="zh-CN" altLang="en-US"/>
          </a:p>
        </p:txBody>
      </p:sp>
    </p:spTree>
    <p:extLst>
      <p:ext uri="{BB962C8B-B14F-4D97-AF65-F5344CB8AC3E}">
        <p14:creationId xmlns:p14="http://schemas.microsoft.com/office/powerpoint/2010/main" val="18369165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DF1675F-1483-E72C-1CB1-E7E2AE492C8C}"/>
              </a:ext>
            </a:extLst>
          </p:cNvPr>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a:extLst>
              <a:ext uri="{FF2B5EF4-FFF2-40B4-BE49-F238E27FC236}">
                <a16:creationId xmlns:a16="http://schemas.microsoft.com/office/drawing/2014/main" id="{A03F5DF0-8C9D-7CAF-712C-741425A58DD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B2D9F5AB-0101-B44B-77F2-A2BDDD4CA444}"/>
              </a:ext>
            </a:extLst>
          </p:cNvPr>
          <p:cNvSpPr>
            <a:spLocks noGrp="1"/>
          </p:cNvSpPr>
          <p:nvPr>
            <p:ph type="dt" sz="half" idx="10"/>
          </p:nvPr>
        </p:nvSpPr>
        <p:spPr/>
        <p:txBody>
          <a:bodyPr/>
          <a:lstStyle/>
          <a:p>
            <a:fld id="{36D60B52-E6AF-4DF7-8669-B1F9CE4C6FE3}" type="datetimeFigureOut">
              <a:rPr lang="zh-CN" altLang="en-US" smtClean="0"/>
              <a:t>2024/1/25</a:t>
            </a:fld>
            <a:endParaRPr lang="zh-CN" altLang="en-US"/>
          </a:p>
        </p:txBody>
      </p:sp>
      <p:sp>
        <p:nvSpPr>
          <p:cNvPr id="5" name="页脚占位符 4">
            <a:extLst>
              <a:ext uri="{FF2B5EF4-FFF2-40B4-BE49-F238E27FC236}">
                <a16:creationId xmlns:a16="http://schemas.microsoft.com/office/drawing/2014/main" id="{081DC8D9-8A9E-27B1-0075-9277D80AC603}"/>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2FA56C37-DBC9-D9E2-C5F1-A1AA9AAA4396}"/>
              </a:ext>
            </a:extLst>
          </p:cNvPr>
          <p:cNvSpPr>
            <a:spLocks noGrp="1"/>
          </p:cNvSpPr>
          <p:nvPr>
            <p:ph type="sldNum" sz="quarter" idx="12"/>
          </p:nvPr>
        </p:nvSpPr>
        <p:spPr/>
        <p:txBody>
          <a:bodyPr/>
          <a:lstStyle/>
          <a:p>
            <a:fld id="{CC2B782E-4184-4E67-ACC3-399B2A97A0C8}" type="slidenum">
              <a:rPr lang="zh-CN" altLang="en-US" smtClean="0"/>
              <a:t>‹#›</a:t>
            </a:fld>
            <a:endParaRPr lang="zh-CN" altLang="en-US"/>
          </a:p>
        </p:txBody>
      </p:sp>
    </p:spTree>
    <p:extLst>
      <p:ext uri="{BB962C8B-B14F-4D97-AF65-F5344CB8AC3E}">
        <p14:creationId xmlns:p14="http://schemas.microsoft.com/office/powerpoint/2010/main" val="4053065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51E14B4-0CB4-193A-7F72-6BC532618C1C}"/>
              </a:ext>
            </a:extLst>
          </p:cNvPr>
          <p:cNvSpPr>
            <a:spLocks noGrp="1"/>
          </p:cNvSpPr>
          <p:nvPr>
            <p:ph type="title"/>
          </p:nvPr>
        </p:nvSpPr>
        <p:spPr/>
        <p:txBody>
          <a:bodyPr/>
          <a:lstStyle/>
          <a:p>
            <a:r>
              <a:rPr lang="zh-CN" altLang="en-US"/>
              <a:t>单击此处编辑母版标题样式</a:t>
            </a:r>
          </a:p>
        </p:txBody>
      </p:sp>
      <p:sp>
        <p:nvSpPr>
          <p:cNvPr id="3" name="内容占位符 2">
            <a:extLst>
              <a:ext uri="{FF2B5EF4-FFF2-40B4-BE49-F238E27FC236}">
                <a16:creationId xmlns:a16="http://schemas.microsoft.com/office/drawing/2014/main" id="{FED53DF8-7136-E59A-3F07-4E664770B113}"/>
              </a:ext>
            </a:extLst>
          </p:cNvPr>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a:extLst>
              <a:ext uri="{FF2B5EF4-FFF2-40B4-BE49-F238E27FC236}">
                <a16:creationId xmlns:a16="http://schemas.microsoft.com/office/drawing/2014/main" id="{EF57B4A1-870E-338E-F916-51F0F35D5841}"/>
              </a:ext>
            </a:extLst>
          </p:cNvPr>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68A55727-B257-EDD4-07AE-D0B368AF5657}"/>
              </a:ext>
            </a:extLst>
          </p:cNvPr>
          <p:cNvSpPr>
            <a:spLocks noGrp="1"/>
          </p:cNvSpPr>
          <p:nvPr>
            <p:ph type="dt" sz="half" idx="10"/>
          </p:nvPr>
        </p:nvSpPr>
        <p:spPr/>
        <p:txBody>
          <a:bodyPr/>
          <a:lstStyle/>
          <a:p>
            <a:fld id="{36D60B52-E6AF-4DF7-8669-B1F9CE4C6FE3}" type="datetimeFigureOut">
              <a:rPr lang="zh-CN" altLang="en-US" smtClean="0"/>
              <a:t>2024/1/25</a:t>
            </a:fld>
            <a:endParaRPr lang="zh-CN" altLang="en-US"/>
          </a:p>
        </p:txBody>
      </p:sp>
      <p:sp>
        <p:nvSpPr>
          <p:cNvPr id="6" name="页脚占位符 5">
            <a:extLst>
              <a:ext uri="{FF2B5EF4-FFF2-40B4-BE49-F238E27FC236}">
                <a16:creationId xmlns:a16="http://schemas.microsoft.com/office/drawing/2014/main" id="{57684B43-0FCC-5CA6-484D-8B8AA6C9B57A}"/>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33232207-7FEC-BCB4-5E85-D7E846A5E6E0}"/>
              </a:ext>
            </a:extLst>
          </p:cNvPr>
          <p:cNvSpPr>
            <a:spLocks noGrp="1"/>
          </p:cNvSpPr>
          <p:nvPr>
            <p:ph type="sldNum" sz="quarter" idx="12"/>
          </p:nvPr>
        </p:nvSpPr>
        <p:spPr/>
        <p:txBody>
          <a:bodyPr/>
          <a:lstStyle/>
          <a:p>
            <a:fld id="{CC2B782E-4184-4E67-ACC3-399B2A97A0C8}" type="slidenum">
              <a:rPr lang="zh-CN" altLang="en-US" smtClean="0"/>
              <a:t>‹#›</a:t>
            </a:fld>
            <a:endParaRPr lang="zh-CN" altLang="en-US"/>
          </a:p>
        </p:txBody>
      </p:sp>
    </p:spTree>
    <p:extLst>
      <p:ext uri="{BB962C8B-B14F-4D97-AF65-F5344CB8AC3E}">
        <p14:creationId xmlns:p14="http://schemas.microsoft.com/office/powerpoint/2010/main" val="15949464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761590B-E7E5-86D6-46EC-0450157251F8}"/>
              </a:ext>
            </a:extLst>
          </p:cNvPr>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a:extLst>
              <a:ext uri="{FF2B5EF4-FFF2-40B4-BE49-F238E27FC236}">
                <a16:creationId xmlns:a16="http://schemas.microsoft.com/office/drawing/2014/main" id="{C9C0D2E4-2068-3932-CF2B-E6E7DB0A1E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a:extLst>
              <a:ext uri="{FF2B5EF4-FFF2-40B4-BE49-F238E27FC236}">
                <a16:creationId xmlns:a16="http://schemas.microsoft.com/office/drawing/2014/main" id="{AC8A2994-4688-2DF5-5046-4CAEB5374DCC}"/>
              </a:ext>
            </a:extLst>
          </p:cNvPr>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a:extLst>
              <a:ext uri="{FF2B5EF4-FFF2-40B4-BE49-F238E27FC236}">
                <a16:creationId xmlns:a16="http://schemas.microsoft.com/office/drawing/2014/main" id="{AAB7EA7E-3BBB-DB77-7BD8-A72A40C1398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a:extLst>
              <a:ext uri="{FF2B5EF4-FFF2-40B4-BE49-F238E27FC236}">
                <a16:creationId xmlns:a16="http://schemas.microsoft.com/office/drawing/2014/main" id="{7881C169-9287-E2E4-49EF-2123E9CDB447}"/>
              </a:ext>
            </a:extLst>
          </p:cNvPr>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139B0BCF-240E-4E32-3620-668B82BCE87B}"/>
              </a:ext>
            </a:extLst>
          </p:cNvPr>
          <p:cNvSpPr>
            <a:spLocks noGrp="1"/>
          </p:cNvSpPr>
          <p:nvPr>
            <p:ph type="dt" sz="half" idx="10"/>
          </p:nvPr>
        </p:nvSpPr>
        <p:spPr/>
        <p:txBody>
          <a:bodyPr/>
          <a:lstStyle/>
          <a:p>
            <a:fld id="{36D60B52-E6AF-4DF7-8669-B1F9CE4C6FE3}" type="datetimeFigureOut">
              <a:rPr lang="zh-CN" altLang="en-US" smtClean="0"/>
              <a:t>2024/1/25</a:t>
            </a:fld>
            <a:endParaRPr lang="zh-CN" altLang="en-US"/>
          </a:p>
        </p:txBody>
      </p:sp>
      <p:sp>
        <p:nvSpPr>
          <p:cNvPr id="8" name="页脚占位符 7">
            <a:extLst>
              <a:ext uri="{FF2B5EF4-FFF2-40B4-BE49-F238E27FC236}">
                <a16:creationId xmlns:a16="http://schemas.microsoft.com/office/drawing/2014/main" id="{6E92ABBB-E32B-9E43-2339-9A760D862A87}"/>
              </a:ext>
            </a:extLst>
          </p:cNvPr>
          <p:cNvSpPr>
            <a:spLocks noGrp="1"/>
          </p:cNvSpPr>
          <p:nvPr>
            <p:ph type="ftr" sz="quarter" idx="11"/>
          </p:nvPr>
        </p:nvSpPr>
        <p:spPr/>
        <p:txBody>
          <a:bodyPr/>
          <a:lstStyle/>
          <a:p>
            <a:endParaRPr lang="zh-CN" altLang="en-US"/>
          </a:p>
        </p:txBody>
      </p:sp>
      <p:sp>
        <p:nvSpPr>
          <p:cNvPr id="9" name="灯片编号占位符 8">
            <a:extLst>
              <a:ext uri="{FF2B5EF4-FFF2-40B4-BE49-F238E27FC236}">
                <a16:creationId xmlns:a16="http://schemas.microsoft.com/office/drawing/2014/main" id="{5526E4AC-E88B-4369-DA86-99AF43147438}"/>
              </a:ext>
            </a:extLst>
          </p:cNvPr>
          <p:cNvSpPr>
            <a:spLocks noGrp="1"/>
          </p:cNvSpPr>
          <p:nvPr>
            <p:ph type="sldNum" sz="quarter" idx="12"/>
          </p:nvPr>
        </p:nvSpPr>
        <p:spPr/>
        <p:txBody>
          <a:bodyPr/>
          <a:lstStyle/>
          <a:p>
            <a:fld id="{CC2B782E-4184-4E67-ACC3-399B2A97A0C8}" type="slidenum">
              <a:rPr lang="zh-CN" altLang="en-US" smtClean="0"/>
              <a:t>‹#›</a:t>
            </a:fld>
            <a:endParaRPr lang="zh-CN" altLang="en-US"/>
          </a:p>
        </p:txBody>
      </p:sp>
    </p:spTree>
    <p:extLst>
      <p:ext uri="{BB962C8B-B14F-4D97-AF65-F5344CB8AC3E}">
        <p14:creationId xmlns:p14="http://schemas.microsoft.com/office/powerpoint/2010/main" val="1270024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D402EAB-B476-A35B-E09E-BFB0C29FDA7C}"/>
              </a:ext>
            </a:extLst>
          </p:cNvPr>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345FF725-8768-8EAD-7972-CAC91E9C8BF5}"/>
              </a:ext>
            </a:extLst>
          </p:cNvPr>
          <p:cNvSpPr>
            <a:spLocks noGrp="1"/>
          </p:cNvSpPr>
          <p:nvPr>
            <p:ph type="dt" sz="half" idx="10"/>
          </p:nvPr>
        </p:nvSpPr>
        <p:spPr/>
        <p:txBody>
          <a:bodyPr/>
          <a:lstStyle/>
          <a:p>
            <a:fld id="{36D60B52-E6AF-4DF7-8669-B1F9CE4C6FE3}" type="datetimeFigureOut">
              <a:rPr lang="zh-CN" altLang="en-US" smtClean="0"/>
              <a:t>2024/1/25</a:t>
            </a:fld>
            <a:endParaRPr lang="zh-CN" altLang="en-US"/>
          </a:p>
        </p:txBody>
      </p:sp>
      <p:sp>
        <p:nvSpPr>
          <p:cNvPr id="4" name="页脚占位符 3">
            <a:extLst>
              <a:ext uri="{FF2B5EF4-FFF2-40B4-BE49-F238E27FC236}">
                <a16:creationId xmlns:a16="http://schemas.microsoft.com/office/drawing/2014/main" id="{D858AA4F-ABF6-FB55-47D0-0F779A676FAE}"/>
              </a:ext>
            </a:extLst>
          </p:cNvPr>
          <p:cNvSpPr>
            <a:spLocks noGrp="1"/>
          </p:cNvSpPr>
          <p:nvPr>
            <p:ph type="ftr" sz="quarter" idx="11"/>
          </p:nvPr>
        </p:nvSpPr>
        <p:spPr/>
        <p:txBody>
          <a:bodyPr/>
          <a:lstStyle/>
          <a:p>
            <a:endParaRPr lang="zh-CN" altLang="en-US"/>
          </a:p>
        </p:txBody>
      </p:sp>
      <p:sp>
        <p:nvSpPr>
          <p:cNvPr id="5" name="灯片编号占位符 4">
            <a:extLst>
              <a:ext uri="{FF2B5EF4-FFF2-40B4-BE49-F238E27FC236}">
                <a16:creationId xmlns:a16="http://schemas.microsoft.com/office/drawing/2014/main" id="{D6B09A9B-A43F-4D06-4F19-C17E2C0D7DC8}"/>
              </a:ext>
            </a:extLst>
          </p:cNvPr>
          <p:cNvSpPr>
            <a:spLocks noGrp="1"/>
          </p:cNvSpPr>
          <p:nvPr>
            <p:ph type="sldNum" sz="quarter" idx="12"/>
          </p:nvPr>
        </p:nvSpPr>
        <p:spPr/>
        <p:txBody>
          <a:bodyPr/>
          <a:lstStyle/>
          <a:p>
            <a:fld id="{CC2B782E-4184-4E67-ACC3-399B2A97A0C8}" type="slidenum">
              <a:rPr lang="zh-CN" altLang="en-US" smtClean="0"/>
              <a:t>‹#›</a:t>
            </a:fld>
            <a:endParaRPr lang="zh-CN" altLang="en-US"/>
          </a:p>
        </p:txBody>
      </p:sp>
    </p:spTree>
    <p:extLst>
      <p:ext uri="{BB962C8B-B14F-4D97-AF65-F5344CB8AC3E}">
        <p14:creationId xmlns:p14="http://schemas.microsoft.com/office/powerpoint/2010/main" val="51670035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DE85151E-653A-F81F-80B4-E74485F67D1D}"/>
              </a:ext>
            </a:extLst>
          </p:cNvPr>
          <p:cNvSpPr>
            <a:spLocks noGrp="1"/>
          </p:cNvSpPr>
          <p:nvPr>
            <p:ph type="dt" sz="half" idx="10"/>
          </p:nvPr>
        </p:nvSpPr>
        <p:spPr/>
        <p:txBody>
          <a:bodyPr/>
          <a:lstStyle/>
          <a:p>
            <a:fld id="{36D60B52-E6AF-4DF7-8669-B1F9CE4C6FE3}" type="datetimeFigureOut">
              <a:rPr lang="zh-CN" altLang="en-US" smtClean="0"/>
              <a:t>2024/1/25</a:t>
            </a:fld>
            <a:endParaRPr lang="zh-CN" altLang="en-US"/>
          </a:p>
        </p:txBody>
      </p:sp>
      <p:sp>
        <p:nvSpPr>
          <p:cNvPr id="3" name="页脚占位符 2">
            <a:extLst>
              <a:ext uri="{FF2B5EF4-FFF2-40B4-BE49-F238E27FC236}">
                <a16:creationId xmlns:a16="http://schemas.microsoft.com/office/drawing/2014/main" id="{52A9714F-F63B-8A92-0D30-AD53C3D3BCF3}"/>
              </a:ext>
            </a:extLst>
          </p:cNvPr>
          <p:cNvSpPr>
            <a:spLocks noGrp="1"/>
          </p:cNvSpPr>
          <p:nvPr>
            <p:ph type="ftr" sz="quarter" idx="11"/>
          </p:nvPr>
        </p:nvSpPr>
        <p:spPr/>
        <p:txBody>
          <a:bodyPr/>
          <a:lstStyle/>
          <a:p>
            <a:endParaRPr lang="zh-CN" altLang="en-US"/>
          </a:p>
        </p:txBody>
      </p:sp>
      <p:sp>
        <p:nvSpPr>
          <p:cNvPr id="4" name="灯片编号占位符 3">
            <a:extLst>
              <a:ext uri="{FF2B5EF4-FFF2-40B4-BE49-F238E27FC236}">
                <a16:creationId xmlns:a16="http://schemas.microsoft.com/office/drawing/2014/main" id="{74DF9FB6-7DAA-717D-9853-1671C1C27D52}"/>
              </a:ext>
            </a:extLst>
          </p:cNvPr>
          <p:cNvSpPr>
            <a:spLocks noGrp="1"/>
          </p:cNvSpPr>
          <p:nvPr>
            <p:ph type="sldNum" sz="quarter" idx="12"/>
          </p:nvPr>
        </p:nvSpPr>
        <p:spPr/>
        <p:txBody>
          <a:bodyPr/>
          <a:lstStyle/>
          <a:p>
            <a:fld id="{CC2B782E-4184-4E67-ACC3-399B2A97A0C8}" type="slidenum">
              <a:rPr lang="zh-CN" altLang="en-US" smtClean="0"/>
              <a:t>‹#›</a:t>
            </a:fld>
            <a:endParaRPr lang="zh-CN" altLang="en-US"/>
          </a:p>
        </p:txBody>
      </p:sp>
    </p:spTree>
    <p:extLst>
      <p:ext uri="{BB962C8B-B14F-4D97-AF65-F5344CB8AC3E}">
        <p14:creationId xmlns:p14="http://schemas.microsoft.com/office/powerpoint/2010/main" val="35401236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B1FFEFB-915B-1955-7C7C-9CE8E9E57CF9}"/>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a:extLst>
              <a:ext uri="{FF2B5EF4-FFF2-40B4-BE49-F238E27FC236}">
                <a16:creationId xmlns:a16="http://schemas.microsoft.com/office/drawing/2014/main" id="{42643B06-3A1F-7918-DBA2-728A8D0FA6C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a:extLst>
              <a:ext uri="{FF2B5EF4-FFF2-40B4-BE49-F238E27FC236}">
                <a16:creationId xmlns:a16="http://schemas.microsoft.com/office/drawing/2014/main" id="{5611C461-10CD-ABDF-4B29-216A5185D7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80168F1C-D502-BDC0-7585-E80D4CAA842F}"/>
              </a:ext>
            </a:extLst>
          </p:cNvPr>
          <p:cNvSpPr>
            <a:spLocks noGrp="1"/>
          </p:cNvSpPr>
          <p:nvPr>
            <p:ph type="dt" sz="half" idx="10"/>
          </p:nvPr>
        </p:nvSpPr>
        <p:spPr/>
        <p:txBody>
          <a:bodyPr/>
          <a:lstStyle/>
          <a:p>
            <a:fld id="{36D60B52-E6AF-4DF7-8669-B1F9CE4C6FE3}" type="datetimeFigureOut">
              <a:rPr lang="zh-CN" altLang="en-US" smtClean="0"/>
              <a:t>2024/1/25</a:t>
            </a:fld>
            <a:endParaRPr lang="zh-CN" altLang="en-US"/>
          </a:p>
        </p:txBody>
      </p:sp>
      <p:sp>
        <p:nvSpPr>
          <p:cNvPr id="6" name="页脚占位符 5">
            <a:extLst>
              <a:ext uri="{FF2B5EF4-FFF2-40B4-BE49-F238E27FC236}">
                <a16:creationId xmlns:a16="http://schemas.microsoft.com/office/drawing/2014/main" id="{6FB582C8-9787-BB7E-3B66-D5343C563D4C}"/>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4542060B-196C-AB42-3F06-697B0956654B}"/>
              </a:ext>
            </a:extLst>
          </p:cNvPr>
          <p:cNvSpPr>
            <a:spLocks noGrp="1"/>
          </p:cNvSpPr>
          <p:nvPr>
            <p:ph type="sldNum" sz="quarter" idx="12"/>
          </p:nvPr>
        </p:nvSpPr>
        <p:spPr/>
        <p:txBody>
          <a:bodyPr/>
          <a:lstStyle/>
          <a:p>
            <a:fld id="{CC2B782E-4184-4E67-ACC3-399B2A97A0C8}" type="slidenum">
              <a:rPr lang="zh-CN" altLang="en-US" smtClean="0"/>
              <a:t>‹#›</a:t>
            </a:fld>
            <a:endParaRPr lang="zh-CN" altLang="en-US"/>
          </a:p>
        </p:txBody>
      </p:sp>
    </p:spTree>
    <p:extLst>
      <p:ext uri="{BB962C8B-B14F-4D97-AF65-F5344CB8AC3E}">
        <p14:creationId xmlns:p14="http://schemas.microsoft.com/office/powerpoint/2010/main" val="40803409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21E13AD-EDA6-FFC0-03F7-CF436497EFF8}"/>
              </a:ext>
            </a:extLst>
          </p:cNvPr>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a:extLst>
              <a:ext uri="{FF2B5EF4-FFF2-40B4-BE49-F238E27FC236}">
                <a16:creationId xmlns:a16="http://schemas.microsoft.com/office/drawing/2014/main" id="{A212619F-3E0D-EE42-783B-CAE42FE0A4C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a:extLst>
              <a:ext uri="{FF2B5EF4-FFF2-40B4-BE49-F238E27FC236}">
                <a16:creationId xmlns:a16="http://schemas.microsoft.com/office/drawing/2014/main" id="{6A4F413E-09E5-73D2-FAF3-A94F938642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A5C6F5DA-DC3D-1022-1F05-4ECA735B1F02}"/>
              </a:ext>
            </a:extLst>
          </p:cNvPr>
          <p:cNvSpPr>
            <a:spLocks noGrp="1"/>
          </p:cNvSpPr>
          <p:nvPr>
            <p:ph type="dt" sz="half" idx="10"/>
          </p:nvPr>
        </p:nvSpPr>
        <p:spPr/>
        <p:txBody>
          <a:bodyPr/>
          <a:lstStyle/>
          <a:p>
            <a:fld id="{36D60B52-E6AF-4DF7-8669-B1F9CE4C6FE3}" type="datetimeFigureOut">
              <a:rPr lang="zh-CN" altLang="en-US" smtClean="0"/>
              <a:t>2024/1/25</a:t>
            </a:fld>
            <a:endParaRPr lang="zh-CN" altLang="en-US"/>
          </a:p>
        </p:txBody>
      </p:sp>
      <p:sp>
        <p:nvSpPr>
          <p:cNvPr id="6" name="页脚占位符 5">
            <a:extLst>
              <a:ext uri="{FF2B5EF4-FFF2-40B4-BE49-F238E27FC236}">
                <a16:creationId xmlns:a16="http://schemas.microsoft.com/office/drawing/2014/main" id="{49809463-F8C9-3E7C-558D-D1ABC7058D10}"/>
              </a:ext>
            </a:extLst>
          </p:cNvPr>
          <p:cNvSpPr>
            <a:spLocks noGrp="1"/>
          </p:cNvSpPr>
          <p:nvPr>
            <p:ph type="ftr" sz="quarter" idx="11"/>
          </p:nvPr>
        </p:nvSpPr>
        <p:spPr/>
        <p:txBody>
          <a:bodyPr/>
          <a:lstStyle/>
          <a:p>
            <a:endParaRPr lang="zh-CN" altLang="en-US"/>
          </a:p>
        </p:txBody>
      </p:sp>
      <p:sp>
        <p:nvSpPr>
          <p:cNvPr id="7" name="灯片编号占位符 6">
            <a:extLst>
              <a:ext uri="{FF2B5EF4-FFF2-40B4-BE49-F238E27FC236}">
                <a16:creationId xmlns:a16="http://schemas.microsoft.com/office/drawing/2014/main" id="{BCD878B0-0BDF-2CAB-ACA8-69DC60AE7AFC}"/>
              </a:ext>
            </a:extLst>
          </p:cNvPr>
          <p:cNvSpPr>
            <a:spLocks noGrp="1"/>
          </p:cNvSpPr>
          <p:nvPr>
            <p:ph type="sldNum" sz="quarter" idx="12"/>
          </p:nvPr>
        </p:nvSpPr>
        <p:spPr/>
        <p:txBody>
          <a:bodyPr/>
          <a:lstStyle/>
          <a:p>
            <a:fld id="{CC2B782E-4184-4E67-ACC3-399B2A97A0C8}" type="slidenum">
              <a:rPr lang="zh-CN" altLang="en-US" smtClean="0"/>
              <a:t>‹#›</a:t>
            </a:fld>
            <a:endParaRPr lang="zh-CN" altLang="en-US"/>
          </a:p>
        </p:txBody>
      </p:sp>
    </p:spTree>
    <p:extLst>
      <p:ext uri="{BB962C8B-B14F-4D97-AF65-F5344CB8AC3E}">
        <p14:creationId xmlns:p14="http://schemas.microsoft.com/office/powerpoint/2010/main" val="39356846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4EFD785-9E1D-8BC5-BBEB-94567FE049EC}"/>
              </a:ext>
            </a:extLst>
          </p:cNvPr>
          <p:cNvSpPr>
            <a:spLocks noGrp="1"/>
          </p:cNvSpPr>
          <p:nvPr>
            <p:ph type="title"/>
          </p:nvPr>
        </p:nvSpPr>
        <p:spPr/>
        <p:txBody>
          <a:bodyPr/>
          <a:lstStyle/>
          <a:p>
            <a:r>
              <a:rPr lang="zh-CN" altLang="en-US"/>
              <a:t>单击此处编辑母版标题样式</a:t>
            </a:r>
          </a:p>
        </p:txBody>
      </p:sp>
      <p:sp>
        <p:nvSpPr>
          <p:cNvPr id="3" name="竖排文字占位符 2">
            <a:extLst>
              <a:ext uri="{FF2B5EF4-FFF2-40B4-BE49-F238E27FC236}">
                <a16:creationId xmlns:a16="http://schemas.microsoft.com/office/drawing/2014/main" id="{6CCAA763-DE5C-F11D-45CE-CD6A92B99F5E}"/>
              </a:ext>
            </a:extLst>
          </p:cNvPr>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D099AEBE-4306-5752-21EA-2C8F21F9C969}"/>
              </a:ext>
            </a:extLst>
          </p:cNvPr>
          <p:cNvSpPr>
            <a:spLocks noGrp="1"/>
          </p:cNvSpPr>
          <p:nvPr>
            <p:ph type="dt" sz="half" idx="10"/>
          </p:nvPr>
        </p:nvSpPr>
        <p:spPr/>
        <p:txBody>
          <a:bodyPr/>
          <a:lstStyle/>
          <a:p>
            <a:fld id="{36D60B52-E6AF-4DF7-8669-B1F9CE4C6FE3}" type="datetimeFigureOut">
              <a:rPr lang="zh-CN" altLang="en-US" smtClean="0"/>
              <a:t>2024/1/25</a:t>
            </a:fld>
            <a:endParaRPr lang="zh-CN" altLang="en-US"/>
          </a:p>
        </p:txBody>
      </p:sp>
      <p:sp>
        <p:nvSpPr>
          <p:cNvPr id="5" name="页脚占位符 4">
            <a:extLst>
              <a:ext uri="{FF2B5EF4-FFF2-40B4-BE49-F238E27FC236}">
                <a16:creationId xmlns:a16="http://schemas.microsoft.com/office/drawing/2014/main" id="{E9A36671-76E7-76CB-823C-0AB8C360D9FE}"/>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E220B0A0-E4E7-B7F8-D96B-E2C7FA59D725}"/>
              </a:ext>
            </a:extLst>
          </p:cNvPr>
          <p:cNvSpPr>
            <a:spLocks noGrp="1"/>
          </p:cNvSpPr>
          <p:nvPr>
            <p:ph type="sldNum" sz="quarter" idx="12"/>
          </p:nvPr>
        </p:nvSpPr>
        <p:spPr/>
        <p:txBody>
          <a:bodyPr/>
          <a:lstStyle/>
          <a:p>
            <a:fld id="{CC2B782E-4184-4E67-ACC3-399B2A97A0C8}" type="slidenum">
              <a:rPr lang="zh-CN" altLang="en-US" smtClean="0"/>
              <a:t>‹#›</a:t>
            </a:fld>
            <a:endParaRPr lang="zh-CN" altLang="en-US"/>
          </a:p>
        </p:txBody>
      </p:sp>
    </p:spTree>
    <p:extLst>
      <p:ext uri="{BB962C8B-B14F-4D97-AF65-F5344CB8AC3E}">
        <p14:creationId xmlns:p14="http://schemas.microsoft.com/office/powerpoint/2010/main" val="134043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a:extLst>
              <a:ext uri="{FF2B5EF4-FFF2-40B4-BE49-F238E27FC236}">
                <a16:creationId xmlns:a16="http://schemas.microsoft.com/office/drawing/2014/main" id="{6CD120B8-D8D1-EF79-5BE2-05B97D51FC09}"/>
              </a:ext>
            </a:extLst>
          </p:cNvPr>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a:extLst>
              <a:ext uri="{FF2B5EF4-FFF2-40B4-BE49-F238E27FC236}">
                <a16:creationId xmlns:a16="http://schemas.microsoft.com/office/drawing/2014/main" id="{C4E694D2-040F-77B8-4177-E8F46BBD1399}"/>
              </a:ext>
            </a:extLst>
          </p:cNvPr>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674BF29A-11E7-944E-4385-DF68BD293645}"/>
              </a:ext>
            </a:extLst>
          </p:cNvPr>
          <p:cNvSpPr>
            <a:spLocks noGrp="1"/>
          </p:cNvSpPr>
          <p:nvPr>
            <p:ph type="dt" sz="half" idx="10"/>
          </p:nvPr>
        </p:nvSpPr>
        <p:spPr/>
        <p:txBody>
          <a:bodyPr/>
          <a:lstStyle/>
          <a:p>
            <a:fld id="{36D60B52-E6AF-4DF7-8669-B1F9CE4C6FE3}" type="datetimeFigureOut">
              <a:rPr lang="zh-CN" altLang="en-US" smtClean="0"/>
              <a:t>2024/1/25</a:t>
            </a:fld>
            <a:endParaRPr lang="zh-CN" altLang="en-US"/>
          </a:p>
        </p:txBody>
      </p:sp>
      <p:sp>
        <p:nvSpPr>
          <p:cNvPr id="5" name="页脚占位符 4">
            <a:extLst>
              <a:ext uri="{FF2B5EF4-FFF2-40B4-BE49-F238E27FC236}">
                <a16:creationId xmlns:a16="http://schemas.microsoft.com/office/drawing/2014/main" id="{E566A009-268E-ACB7-C65F-524B44B32B7F}"/>
              </a:ext>
            </a:extLst>
          </p:cNvPr>
          <p:cNvSpPr>
            <a:spLocks noGrp="1"/>
          </p:cNvSpPr>
          <p:nvPr>
            <p:ph type="ftr" sz="quarter" idx="11"/>
          </p:nvPr>
        </p:nvSpPr>
        <p:spPr/>
        <p:txBody>
          <a:bodyPr/>
          <a:lstStyle/>
          <a:p>
            <a:endParaRPr lang="zh-CN" altLang="en-US"/>
          </a:p>
        </p:txBody>
      </p:sp>
      <p:sp>
        <p:nvSpPr>
          <p:cNvPr id="6" name="灯片编号占位符 5">
            <a:extLst>
              <a:ext uri="{FF2B5EF4-FFF2-40B4-BE49-F238E27FC236}">
                <a16:creationId xmlns:a16="http://schemas.microsoft.com/office/drawing/2014/main" id="{D44413EE-3813-5263-20B7-65D2502C6D4C}"/>
              </a:ext>
            </a:extLst>
          </p:cNvPr>
          <p:cNvSpPr>
            <a:spLocks noGrp="1"/>
          </p:cNvSpPr>
          <p:nvPr>
            <p:ph type="sldNum" sz="quarter" idx="12"/>
          </p:nvPr>
        </p:nvSpPr>
        <p:spPr/>
        <p:txBody>
          <a:bodyPr/>
          <a:lstStyle/>
          <a:p>
            <a:fld id="{CC2B782E-4184-4E67-ACC3-399B2A97A0C8}" type="slidenum">
              <a:rPr lang="zh-CN" altLang="en-US" smtClean="0"/>
              <a:t>‹#›</a:t>
            </a:fld>
            <a:endParaRPr lang="zh-CN" altLang="en-US"/>
          </a:p>
        </p:txBody>
      </p:sp>
    </p:spTree>
    <p:extLst>
      <p:ext uri="{BB962C8B-B14F-4D97-AF65-F5344CB8AC3E}">
        <p14:creationId xmlns:p14="http://schemas.microsoft.com/office/powerpoint/2010/main" val="5557008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a:extLst>
              <a:ext uri="{FF2B5EF4-FFF2-40B4-BE49-F238E27FC236}">
                <a16:creationId xmlns:a16="http://schemas.microsoft.com/office/drawing/2014/main" id="{2F05C15A-9EF5-463B-6EB8-94DD81503C4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a:extLst>
              <a:ext uri="{FF2B5EF4-FFF2-40B4-BE49-F238E27FC236}">
                <a16:creationId xmlns:a16="http://schemas.microsoft.com/office/drawing/2014/main" id="{B3651670-8D15-7CB2-695F-0AF4707E071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ED1E687F-62A2-DCE2-E220-797456B2969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6D60B52-E6AF-4DF7-8669-B1F9CE4C6FE3}" type="datetimeFigureOut">
              <a:rPr lang="zh-CN" altLang="en-US" smtClean="0"/>
              <a:t>2024/1/25</a:t>
            </a:fld>
            <a:endParaRPr lang="zh-CN" altLang="en-US"/>
          </a:p>
        </p:txBody>
      </p:sp>
      <p:sp>
        <p:nvSpPr>
          <p:cNvPr id="5" name="页脚占位符 4">
            <a:extLst>
              <a:ext uri="{FF2B5EF4-FFF2-40B4-BE49-F238E27FC236}">
                <a16:creationId xmlns:a16="http://schemas.microsoft.com/office/drawing/2014/main" id="{C0D3049F-B8A4-379F-98EE-57AC0D9385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a:extLst>
              <a:ext uri="{FF2B5EF4-FFF2-40B4-BE49-F238E27FC236}">
                <a16:creationId xmlns:a16="http://schemas.microsoft.com/office/drawing/2014/main" id="{6D7ADF0B-0041-C149-A2CB-BDEE8C8B907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2B782E-4184-4E67-ACC3-399B2A97A0C8}" type="slidenum">
              <a:rPr lang="zh-CN" altLang="en-US" smtClean="0"/>
              <a:t>‹#›</a:t>
            </a:fld>
            <a:endParaRPr lang="zh-CN" altLang="en-US"/>
          </a:p>
        </p:txBody>
      </p:sp>
    </p:spTree>
    <p:extLst>
      <p:ext uri="{BB962C8B-B14F-4D97-AF65-F5344CB8AC3E}">
        <p14:creationId xmlns:p14="http://schemas.microsoft.com/office/powerpoint/2010/main" val="336753737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6" Type="http://schemas.openxmlformats.org/officeDocument/2006/relationships/customXml" Target="../ink/ink12.xml"/><Relationship Id="rId21" Type="http://schemas.openxmlformats.org/officeDocument/2006/relationships/image" Target="../media/image12.png"/><Relationship Id="rId42" Type="http://schemas.openxmlformats.org/officeDocument/2006/relationships/customXml" Target="../ink/ink20.xml"/><Relationship Id="rId47" Type="http://schemas.openxmlformats.org/officeDocument/2006/relationships/image" Target="../media/image25.png"/><Relationship Id="rId63" Type="http://schemas.openxmlformats.org/officeDocument/2006/relationships/image" Target="../media/image33.png"/><Relationship Id="rId68" Type="http://schemas.openxmlformats.org/officeDocument/2006/relationships/customXml" Target="../ink/ink33.xml"/><Relationship Id="rId84" Type="http://schemas.openxmlformats.org/officeDocument/2006/relationships/customXml" Target="../ink/ink42.xml"/><Relationship Id="rId89" Type="http://schemas.openxmlformats.org/officeDocument/2006/relationships/customXml" Target="../ink/ink45.xml"/><Relationship Id="rId112" Type="http://schemas.openxmlformats.org/officeDocument/2006/relationships/customXml" Target="../ink/ink57.xml"/><Relationship Id="rId16" Type="http://schemas.openxmlformats.org/officeDocument/2006/relationships/customXml" Target="../ink/ink7.xml"/><Relationship Id="rId107" Type="http://schemas.openxmlformats.org/officeDocument/2006/relationships/image" Target="../media/image53.png"/><Relationship Id="rId11" Type="http://schemas.openxmlformats.org/officeDocument/2006/relationships/image" Target="../media/image7.png"/><Relationship Id="rId32" Type="http://schemas.openxmlformats.org/officeDocument/2006/relationships/customXml" Target="../ink/ink15.xml"/><Relationship Id="rId37" Type="http://schemas.openxmlformats.org/officeDocument/2006/relationships/image" Target="../media/image20.png"/><Relationship Id="rId53" Type="http://schemas.openxmlformats.org/officeDocument/2006/relationships/image" Target="../media/image28.png"/><Relationship Id="rId58" Type="http://schemas.openxmlformats.org/officeDocument/2006/relationships/customXml" Target="../ink/ink28.xml"/><Relationship Id="rId74" Type="http://schemas.openxmlformats.org/officeDocument/2006/relationships/image" Target="../media/image38.png"/><Relationship Id="rId79" Type="http://schemas.openxmlformats.org/officeDocument/2006/relationships/customXml" Target="../ink/ink39.xml"/><Relationship Id="rId102" Type="http://schemas.openxmlformats.org/officeDocument/2006/relationships/customXml" Target="../ink/ink52.xml"/><Relationship Id="rId5" Type="http://schemas.openxmlformats.org/officeDocument/2006/relationships/image" Target="../media/image4.png"/><Relationship Id="rId90" Type="http://schemas.openxmlformats.org/officeDocument/2006/relationships/customXml" Target="../ink/ink46.xml"/><Relationship Id="rId95" Type="http://schemas.openxmlformats.org/officeDocument/2006/relationships/image" Target="../media/image47.png"/><Relationship Id="rId22" Type="http://schemas.openxmlformats.org/officeDocument/2006/relationships/customXml" Target="../ink/ink10.xml"/><Relationship Id="rId27" Type="http://schemas.openxmlformats.org/officeDocument/2006/relationships/image" Target="../media/image15.png"/><Relationship Id="rId43" Type="http://schemas.openxmlformats.org/officeDocument/2006/relationships/image" Target="../media/image23.png"/><Relationship Id="rId48" Type="http://schemas.openxmlformats.org/officeDocument/2006/relationships/customXml" Target="../ink/ink23.xml"/><Relationship Id="rId64" Type="http://schemas.openxmlformats.org/officeDocument/2006/relationships/customXml" Target="../ink/ink31.xml"/><Relationship Id="rId69" Type="http://schemas.openxmlformats.org/officeDocument/2006/relationships/image" Target="../media/image36.png"/><Relationship Id="rId80" Type="http://schemas.openxmlformats.org/officeDocument/2006/relationships/image" Target="../media/image41.png"/><Relationship Id="rId85" Type="http://schemas.openxmlformats.org/officeDocument/2006/relationships/image" Target="../media/image43.png"/><Relationship Id="rId12" Type="http://schemas.openxmlformats.org/officeDocument/2006/relationships/customXml" Target="../ink/ink5.xml"/><Relationship Id="rId17" Type="http://schemas.openxmlformats.org/officeDocument/2006/relationships/image" Target="../media/image10.png"/><Relationship Id="rId33" Type="http://schemas.openxmlformats.org/officeDocument/2006/relationships/image" Target="../media/image18.png"/><Relationship Id="rId38" Type="http://schemas.openxmlformats.org/officeDocument/2006/relationships/customXml" Target="../ink/ink18.xml"/><Relationship Id="rId59" Type="http://schemas.openxmlformats.org/officeDocument/2006/relationships/image" Target="../media/image31.png"/><Relationship Id="rId103" Type="http://schemas.openxmlformats.org/officeDocument/2006/relationships/image" Target="../media/image51.png"/><Relationship Id="rId108" Type="http://schemas.openxmlformats.org/officeDocument/2006/relationships/customXml" Target="../ink/ink55.xml"/><Relationship Id="rId54" Type="http://schemas.openxmlformats.org/officeDocument/2006/relationships/customXml" Target="../ink/ink26.xml"/><Relationship Id="rId70" Type="http://schemas.openxmlformats.org/officeDocument/2006/relationships/customXml" Target="../ink/ink34.xml"/><Relationship Id="rId75" Type="http://schemas.openxmlformats.org/officeDocument/2006/relationships/customXml" Target="../ink/ink37.xml"/><Relationship Id="rId91" Type="http://schemas.openxmlformats.org/officeDocument/2006/relationships/image" Target="../media/image45.png"/><Relationship Id="rId96" Type="http://schemas.openxmlformats.org/officeDocument/2006/relationships/customXml" Target="../ink/ink49.xml"/><Relationship Id="rId1" Type="http://schemas.openxmlformats.org/officeDocument/2006/relationships/slideLayout" Target="../slideLayouts/slideLayout2.xml"/><Relationship Id="rId6" Type="http://schemas.openxmlformats.org/officeDocument/2006/relationships/customXml" Target="../ink/ink2.xml"/><Relationship Id="rId15" Type="http://schemas.openxmlformats.org/officeDocument/2006/relationships/image" Target="../media/image9.png"/><Relationship Id="rId23" Type="http://schemas.openxmlformats.org/officeDocument/2006/relationships/image" Target="../media/image13.png"/><Relationship Id="rId28" Type="http://schemas.openxmlformats.org/officeDocument/2006/relationships/customXml" Target="../ink/ink13.xml"/><Relationship Id="rId36" Type="http://schemas.openxmlformats.org/officeDocument/2006/relationships/customXml" Target="../ink/ink17.xml"/><Relationship Id="rId49" Type="http://schemas.openxmlformats.org/officeDocument/2006/relationships/image" Target="../media/image26.png"/><Relationship Id="rId57" Type="http://schemas.openxmlformats.org/officeDocument/2006/relationships/image" Target="../media/image30.png"/><Relationship Id="rId106" Type="http://schemas.openxmlformats.org/officeDocument/2006/relationships/customXml" Target="../ink/ink54.xml"/><Relationship Id="rId10" Type="http://schemas.openxmlformats.org/officeDocument/2006/relationships/customXml" Target="../ink/ink4.xml"/><Relationship Id="rId31" Type="http://schemas.openxmlformats.org/officeDocument/2006/relationships/image" Target="../media/image17.png"/><Relationship Id="rId44" Type="http://schemas.openxmlformats.org/officeDocument/2006/relationships/customXml" Target="../ink/ink21.xml"/><Relationship Id="rId52" Type="http://schemas.openxmlformats.org/officeDocument/2006/relationships/customXml" Target="../ink/ink25.xml"/><Relationship Id="rId60" Type="http://schemas.openxmlformats.org/officeDocument/2006/relationships/customXml" Target="../ink/ink29.xml"/><Relationship Id="rId65" Type="http://schemas.openxmlformats.org/officeDocument/2006/relationships/image" Target="../media/image34.png"/><Relationship Id="rId73" Type="http://schemas.openxmlformats.org/officeDocument/2006/relationships/customXml" Target="../ink/ink36.xml"/><Relationship Id="rId78" Type="http://schemas.openxmlformats.org/officeDocument/2006/relationships/image" Target="../media/image40.png"/><Relationship Id="rId81" Type="http://schemas.openxmlformats.org/officeDocument/2006/relationships/customXml" Target="../ink/ink40.xml"/><Relationship Id="rId86" Type="http://schemas.openxmlformats.org/officeDocument/2006/relationships/customXml" Target="../ink/ink43.xml"/><Relationship Id="rId94" Type="http://schemas.openxmlformats.org/officeDocument/2006/relationships/customXml" Target="../ink/ink48.xml"/><Relationship Id="rId99" Type="http://schemas.openxmlformats.org/officeDocument/2006/relationships/image" Target="../media/image49.png"/><Relationship Id="rId101" Type="http://schemas.openxmlformats.org/officeDocument/2006/relationships/image" Target="../media/image50.png"/><Relationship Id="rId4" Type="http://schemas.openxmlformats.org/officeDocument/2006/relationships/customXml" Target="../ink/ink1.xml"/><Relationship Id="rId9" Type="http://schemas.openxmlformats.org/officeDocument/2006/relationships/image" Target="../media/image6.png"/><Relationship Id="rId13" Type="http://schemas.openxmlformats.org/officeDocument/2006/relationships/image" Target="../media/image8.png"/><Relationship Id="rId18" Type="http://schemas.openxmlformats.org/officeDocument/2006/relationships/customXml" Target="../ink/ink8.xml"/><Relationship Id="rId39" Type="http://schemas.openxmlformats.org/officeDocument/2006/relationships/image" Target="../media/image21.png"/><Relationship Id="rId109" Type="http://schemas.openxmlformats.org/officeDocument/2006/relationships/customXml" Target="../ink/ink56.xml"/><Relationship Id="rId34" Type="http://schemas.openxmlformats.org/officeDocument/2006/relationships/customXml" Target="../ink/ink16.xml"/><Relationship Id="rId50" Type="http://schemas.openxmlformats.org/officeDocument/2006/relationships/customXml" Target="../ink/ink24.xml"/><Relationship Id="rId55" Type="http://schemas.openxmlformats.org/officeDocument/2006/relationships/image" Target="../media/image29.png"/><Relationship Id="rId76" Type="http://schemas.openxmlformats.org/officeDocument/2006/relationships/image" Target="../media/image39.png"/><Relationship Id="rId97" Type="http://schemas.openxmlformats.org/officeDocument/2006/relationships/image" Target="../media/image48.png"/><Relationship Id="rId104" Type="http://schemas.openxmlformats.org/officeDocument/2006/relationships/customXml" Target="../ink/ink53.xml"/><Relationship Id="rId7" Type="http://schemas.openxmlformats.org/officeDocument/2006/relationships/image" Target="../media/image5.png"/><Relationship Id="rId71" Type="http://schemas.openxmlformats.org/officeDocument/2006/relationships/customXml" Target="../ink/ink35.xml"/><Relationship Id="rId92" Type="http://schemas.openxmlformats.org/officeDocument/2006/relationships/customXml" Target="../ink/ink47.xml"/><Relationship Id="rId2" Type="http://schemas.openxmlformats.org/officeDocument/2006/relationships/notesSlide" Target="../notesSlides/notesSlide2.xml"/><Relationship Id="rId29" Type="http://schemas.openxmlformats.org/officeDocument/2006/relationships/image" Target="../media/image16.png"/><Relationship Id="rId24" Type="http://schemas.openxmlformats.org/officeDocument/2006/relationships/customXml" Target="../ink/ink11.xml"/><Relationship Id="rId40" Type="http://schemas.openxmlformats.org/officeDocument/2006/relationships/customXml" Target="../ink/ink19.xml"/><Relationship Id="rId45" Type="http://schemas.openxmlformats.org/officeDocument/2006/relationships/image" Target="../media/image24.png"/><Relationship Id="rId66" Type="http://schemas.openxmlformats.org/officeDocument/2006/relationships/customXml" Target="../ink/ink32.xml"/><Relationship Id="rId87" Type="http://schemas.openxmlformats.org/officeDocument/2006/relationships/customXml" Target="../ink/ink44.xml"/><Relationship Id="rId110" Type="http://schemas.openxmlformats.org/officeDocument/2006/relationships/image" Target="../media/image54.png"/><Relationship Id="rId61" Type="http://schemas.openxmlformats.org/officeDocument/2006/relationships/image" Target="../media/image32.png"/><Relationship Id="rId82" Type="http://schemas.openxmlformats.org/officeDocument/2006/relationships/customXml" Target="../ink/ink41.xml"/><Relationship Id="rId19" Type="http://schemas.openxmlformats.org/officeDocument/2006/relationships/image" Target="../media/image11.png"/><Relationship Id="rId14" Type="http://schemas.openxmlformats.org/officeDocument/2006/relationships/customXml" Target="../ink/ink6.xml"/><Relationship Id="rId30" Type="http://schemas.openxmlformats.org/officeDocument/2006/relationships/customXml" Target="../ink/ink14.xml"/><Relationship Id="rId35" Type="http://schemas.openxmlformats.org/officeDocument/2006/relationships/image" Target="../media/image19.png"/><Relationship Id="rId56" Type="http://schemas.openxmlformats.org/officeDocument/2006/relationships/customXml" Target="../ink/ink27.xml"/><Relationship Id="rId77" Type="http://schemas.openxmlformats.org/officeDocument/2006/relationships/customXml" Target="../ink/ink38.xml"/><Relationship Id="rId100" Type="http://schemas.openxmlformats.org/officeDocument/2006/relationships/customXml" Target="../ink/ink51.xml"/><Relationship Id="rId105" Type="http://schemas.openxmlformats.org/officeDocument/2006/relationships/image" Target="../media/image52.png"/><Relationship Id="rId8" Type="http://schemas.openxmlformats.org/officeDocument/2006/relationships/customXml" Target="../ink/ink3.xml"/><Relationship Id="rId51" Type="http://schemas.openxmlformats.org/officeDocument/2006/relationships/image" Target="../media/image27.png"/><Relationship Id="rId72" Type="http://schemas.openxmlformats.org/officeDocument/2006/relationships/image" Target="../media/image37.png"/><Relationship Id="rId93" Type="http://schemas.openxmlformats.org/officeDocument/2006/relationships/image" Target="../media/image46.png"/><Relationship Id="rId98" Type="http://schemas.openxmlformats.org/officeDocument/2006/relationships/customXml" Target="../ink/ink50.xml"/><Relationship Id="rId3" Type="http://schemas.openxmlformats.org/officeDocument/2006/relationships/image" Target="../media/image3.png"/><Relationship Id="rId25" Type="http://schemas.openxmlformats.org/officeDocument/2006/relationships/image" Target="../media/image14.png"/><Relationship Id="rId46" Type="http://schemas.openxmlformats.org/officeDocument/2006/relationships/customXml" Target="../ink/ink22.xml"/><Relationship Id="rId67" Type="http://schemas.openxmlformats.org/officeDocument/2006/relationships/image" Target="../media/image35.png"/><Relationship Id="rId20" Type="http://schemas.openxmlformats.org/officeDocument/2006/relationships/customXml" Target="../ink/ink9.xml"/><Relationship Id="rId41" Type="http://schemas.openxmlformats.org/officeDocument/2006/relationships/image" Target="../media/image22.png"/><Relationship Id="rId62" Type="http://schemas.openxmlformats.org/officeDocument/2006/relationships/customXml" Target="../ink/ink30.xml"/><Relationship Id="rId83" Type="http://schemas.openxmlformats.org/officeDocument/2006/relationships/image" Target="../media/image42.png"/><Relationship Id="rId88" Type="http://schemas.openxmlformats.org/officeDocument/2006/relationships/image" Target="../media/image44.png"/><Relationship Id="rId111" Type="http://schemas.openxmlformats.org/officeDocument/2006/relationships/image" Target="../media/image55.png"/></Relationships>
</file>

<file path=ppt/slides/_rels/slide4.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58.png"/><Relationship Id="rId4" Type="http://schemas.openxmlformats.org/officeDocument/2006/relationships/image" Target="../media/image57.png"/></Relationships>
</file>

<file path=ppt/slides/_rels/slide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60.png"/><Relationship Id="rId4" Type="http://schemas.openxmlformats.org/officeDocument/2006/relationships/image" Target="../media/image59.png"/></Relationships>
</file>

<file path=ppt/slides/_rels/slide8.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E3E30F8-72F2-8720-27D5-6B630077450B}"/>
              </a:ext>
            </a:extLst>
          </p:cNvPr>
          <p:cNvPicPr>
            <a:picLocks noChangeAspect="1"/>
          </p:cNvPicPr>
          <p:nvPr/>
        </p:nvPicPr>
        <p:blipFill>
          <a:blip r:embed="rId2"/>
          <a:stretch>
            <a:fillRect/>
          </a:stretch>
        </p:blipFill>
        <p:spPr>
          <a:xfrm>
            <a:off x="568542" y="1935797"/>
            <a:ext cx="11054915" cy="2766225"/>
          </a:xfrm>
          <a:prstGeom prst="rect">
            <a:avLst/>
          </a:prstGeom>
        </p:spPr>
      </p:pic>
      <p:sp>
        <p:nvSpPr>
          <p:cNvPr id="6" name="文本框 5">
            <a:extLst>
              <a:ext uri="{FF2B5EF4-FFF2-40B4-BE49-F238E27FC236}">
                <a16:creationId xmlns:a16="http://schemas.microsoft.com/office/drawing/2014/main" id="{7B29BE61-2CCD-FF65-B20D-A97C91F3CC09}"/>
              </a:ext>
            </a:extLst>
          </p:cNvPr>
          <p:cNvSpPr txBox="1"/>
          <p:nvPr/>
        </p:nvSpPr>
        <p:spPr>
          <a:xfrm>
            <a:off x="5297543" y="5004262"/>
            <a:ext cx="1669047" cy="369332"/>
          </a:xfrm>
          <a:prstGeom prst="rect">
            <a:avLst/>
          </a:prstGeom>
          <a:noFill/>
        </p:spPr>
        <p:txBody>
          <a:bodyPr wrap="none" rtlCol="0">
            <a:spAutoFit/>
          </a:bodyPr>
          <a:lstStyle/>
          <a:p>
            <a:r>
              <a:rPr lang="en-US" altLang="zh-CN" dirty="0"/>
              <a:t>ICCV2023(oral)</a:t>
            </a:r>
            <a:endParaRPr lang="zh-CN" altLang="en-US" dirty="0"/>
          </a:p>
        </p:txBody>
      </p:sp>
    </p:spTree>
    <p:extLst>
      <p:ext uri="{BB962C8B-B14F-4D97-AF65-F5344CB8AC3E}">
        <p14:creationId xmlns:p14="http://schemas.microsoft.com/office/powerpoint/2010/main" val="18477364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92CBAFD-E769-5631-CB71-8316449C310B}"/>
              </a:ext>
            </a:extLst>
          </p:cNvPr>
          <p:cNvSpPr>
            <a:spLocks noGrp="1"/>
          </p:cNvSpPr>
          <p:nvPr>
            <p:ph type="title"/>
          </p:nvPr>
        </p:nvSpPr>
        <p:spPr/>
        <p:txBody>
          <a:bodyPr/>
          <a:lstStyle/>
          <a:p>
            <a:r>
              <a:rPr lang="en-US" altLang="zh-CN" dirty="0"/>
              <a:t>Motivation</a:t>
            </a:r>
            <a:endParaRPr lang="zh-CN" altLang="en-US" dirty="0"/>
          </a:p>
        </p:txBody>
      </p:sp>
      <p:sp>
        <p:nvSpPr>
          <p:cNvPr id="3" name="内容占位符 2">
            <a:extLst>
              <a:ext uri="{FF2B5EF4-FFF2-40B4-BE49-F238E27FC236}">
                <a16:creationId xmlns:a16="http://schemas.microsoft.com/office/drawing/2014/main" id="{F2E3FD82-7EF1-40CD-9274-A319B50A04C6}"/>
              </a:ext>
            </a:extLst>
          </p:cNvPr>
          <p:cNvSpPr>
            <a:spLocks noGrp="1"/>
          </p:cNvSpPr>
          <p:nvPr>
            <p:ph idx="1"/>
          </p:nvPr>
        </p:nvSpPr>
        <p:spPr>
          <a:xfrm>
            <a:off x="838201" y="1471664"/>
            <a:ext cx="6069676" cy="4351338"/>
          </a:xfrm>
        </p:spPr>
        <p:txBody>
          <a:bodyPr/>
          <a:lstStyle/>
          <a:p>
            <a:r>
              <a:rPr lang="en-US" altLang="zh-CN" dirty="0"/>
              <a:t>Survival prediction</a:t>
            </a:r>
          </a:p>
          <a:p>
            <a:r>
              <a:rPr lang="en-US" altLang="zh-CN" dirty="0"/>
              <a:t>WSI</a:t>
            </a:r>
            <a:r>
              <a:rPr lang="zh-CN" altLang="en-US" dirty="0"/>
              <a:t>（全视野切片）</a:t>
            </a:r>
            <a:r>
              <a:rPr lang="en-US" altLang="zh-CN" dirty="0"/>
              <a:t>+ genomic data</a:t>
            </a:r>
          </a:p>
          <a:p>
            <a:endParaRPr lang="en-US" altLang="zh-CN" dirty="0"/>
          </a:p>
          <a:p>
            <a:endParaRPr lang="en-US" altLang="zh-CN" dirty="0"/>
          </a:p>
          <a:p>
            <a:endParaRPr lang="en-US" altLang="zh-CN" dirty="0"/>
          </a:p>
          <a:p>
            <a:endParaRPr lang="zh-CN" altLang="en-US" dirty="0"/>
          </a:p>
        </p:txBody>
      </p:sp>
      <p:pic>
        <p:nvPicPr>
          <p:cNvPr id="5" name="图片 4">
            <a:extLst>
              <a:ext uri="{FF2B5EF4-FFF2-40B4-BE49-F238E27FC236}">
                <a16:creationId xmlns:a16="http://schemas.microsoft.com/office/drawing/2014/main" id="{FBB1F738-078E-F512-E37C-490BFD61F957}"/>
              </a:ext>
            </a:extLst>
          </p:cNvPr>
          <p:cNvPicPr>
            <a:picLocks noChangeAspect="1"/>
          </p:cNvPicPr>
          <p:nvPr/>
        </p:nvPicPr>
        <p:blipFill rotWithShape="1">
          <a:blip r:embed="rId3"/>
          <a:srcRect l="7448" b="41574"/>
          <a:stretch/>
        </p:blipFill>
        <p:spPr>
          <a:xfrm>
            <a:off x="0" y="2697095"/>
            <a:ext cx="6101050" cy="3083022"/>
          </a:xfrm>
          <a:prstGeom prst="rect">
            <a:avLst/>
          </a:prstGeom>
        </p:spPr>
      </p:pic>
      <p:sp>
        <p:nvSpPr>
          <p:cNvPr id="6" name="文本框 5">
            <a:extLst>
              <a:ext uri="{FF2B5EF4-FFF2-40B4-BE49-F238E27FC236}">
                <a16:creationId xmlns:a16="http://schemas.microsoft.com/office/drawing/2014/main" id="{6EB5825A-1010-0382-515B-4A5B17316987}"/>
              </a:ext>
            </a:extLst>
          </p:cNvPr>
          <p:cNvSpPr txBox="1"/>
          <p:nvPr/>
        </p:nvSpPr>
        <p:spPr>
          <a:xfrm>
            <a:off x="897775" y="3840480"/>
            <a:ext cx="184731" cy="707886"/>
          </a:xfrm>
          <a:prstGeom prst="rect">
            <a:avLst/>
          </a:prstGeom>
          <a:noFill/>
        </p:spPr>
        <p:txBody>
          <a:bodyPr wrap="none" rtlCol="0">
            <a:spAutoFit/>
          </a:bodyPr>
          <a:lstStyle/>
          <a:p>
            <a:endParaRPr lang="en-US" altLang="zh-CN" sz="2000" dirty="0"/>
          </a:p>
          <a:p>
            <a:endParaRPr lang="en-US" altLang="zh-CN" sz="2000" dirty="0"/>
          </a:p>
        </p:txBody>
      </p:sp>
      <p:pic>
        <p:nvPicPr>
          <p:cNvPr id="4" name="图片 3">
            <a:extLst>
              <a:ext uri="{FF2B5EF4-FFF2-40B4-BE49-F238E27FC236}">
                <a16:creationId xmlns:a16="http://schemas.microsoft.com/office/drawing/2014/main" id="{98EBF137-AFAB-8554-6134-3548A7D7CE25}"/>
              </a:ext>
            </a:extLst>
          </p:cNvPr>
          <p:cNvPicPr>
            <a:picLocks noChangeAspect="1"/>
          </p:cNvPicPr>
          <p:nvPr/>
        </p:nvPicPr>
        <p:blipFill rotWithShape="1">
          <a:blip r:embed="rId3"/>
          <a:srcRect l="7448" t="61956"/>
          <a:stretch/>
        </p:blipFill>
        <p:spPr>
          <a:xfrm>
            <a:off x="5334690" y="3495504"/>
            <a:ext cx="7024148" cy="2189858"/>
          </a:xfrm>
          <a:prstGeom prst="rect">
            <a:avLst/>
          </a:prstGeom>
        </p:spPr>
      </p:pic>
      <p:sp>
        <p:nvSpPr>
          <p:cNvPr id="10" name="文本框 9">
            <a:extLst>
              <a:ext uri="{FF2B5EF4-FFF2-40B4-BE49-F238E27FC236}">
                <a16:creationId xmlns:a16="http://schemas.microsoft.com/office/drawing/2014/main" id="{421EF160-B444-06CA-1547-79F01AF90891}"/>
              </a:ext>
            </a:extLst>
          </p:cNvPr>
          <p:cNvSpPr txBox="1"/>
          <p:nvPr/>
        </p:nvSpPr>
        <p:spPr>
          <a:xfrm>
            <a:off x="602963" y="5984118"/>
            <a:ext cx="6097604" cy="369332"/>
          </a:xfrm>
          <a:prstGeom prst="rect">
            <a:avLst/>
          </a:prstGeom>
          <a:noFill/>
        </p:spPr>
        <p:txBody>
          <a:bodyPr wrap="square">
            <a:spAutoFit/>
          </a:bodyPr>
          <a:lstStyle/>
          <a:p>
            <a:r>
              <a:rPr lang="en-US" altLang="zh-CN" sz="1800" dirty="0"/>
              <a:t>previous method: genomics guided co-attention</a:t>
            </a:r>
            <a:endParaRPr lang="en-US" altLang="zh-CN" dirty="0"/>
          </a:p>
        </p:txBody>
      </p:sp>
      <p:sp>
        <p:nvSpPr>
          <p:cNvPr id="12" name="文本框 11">
            <a:extLst>
              <a:ext uri="{FF2B5EF4-FFF2-40B4-BE49-F238E27FC236}">
                <a16:creationId xmlns:a16="http://schemas.microsoft.com/office/drawing/2014/main" id="{20B0134B-5DA8-9707-68F4-9D55D36C4092}"/>
              </a:ext>
            </a:extLst>
          </p:cNvPr>
          <p:cNvSpPr txBox="1"/>
          <p:nvPr/>
        </p:nvSpPr>
        <p:spPr>
          <a:xfrm>
            <a:off x="6376737" y="5984118"/>
            <a:ext cx="6097604" cy="646331"/>
          </a:xfrm>
          <a:prstGeom prst="rect">
            <a:avLst/>
          </a:prstGeom>
          <a:noFill/>
        </p:spPr>
        <p:txBody>
          <a:bodyPr wrap="square">
            <a:spAutoFit/>
          </a:bodyPr>
          <a:lstStyle/>
          <a:p>
            <a:r>
              <a:rPr lang="en-US" altLang="zh-CN" dirty="0"/>
              <a:t>p</a:t>
            </a:r>
            <a:r>
              <a:rPr lang="en-US" altLang="zh-CN" sz="1800" dirty="0"/>
              <a:t>roposed method:  </a:t>
            </a:r>
            <a:r>
              <a:rPr lang="en-US" altLang="zh-CN" sz="1800" b="1" dirty="0"/>
              <a:t>optimal transport matching flow</a:t>
            </a:r>
            <a:endParaRPr lang="en-US" altLang="zh-CN" b="1" dirty="0"/>
          </a:p>
          <a:p>
            <a:endParaRPr lang="en-US" altLang="zh-CN" dirty="0"/>
          </a:p>
        </p:txBody>
      </p:sp>
    </p:spTree>
    <p:extLst>
      <p:ext uri="{BB962C8B-B14F-4D97-AF65-F5344CB8AC3E}">
        <p14:creationId xmlns:p14="http://schemas.microsoft.com/office/powerpoint/2010/main" val="4137605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123D4A8-1678-1182-7989-97E11BCA03BE}"/>
              </a:ext>
            </a:extLst>
          </p:cNvPr>
          <p:cNvSpPr>
            <a:spLocks noGrp="1"/>
          </p:cNvSpPr>
          <p:nvPr>
            <p:ph type="title"/>
          </p:nvPr>
        </p:nvSpPr>
        <p:spPr/>
        <p:txBody>
          <a:bodyPr/>
          <a:lstStyle/>
          <a:p>
            <a:r>
              <a:rPr lang="en-US" altLang="zh-CN" dirty="0"/>
              <a:t>Optimal Transport</a:t>
            </a:r>
            <a:endParaRPr lang="zh-CN" altLang="en-US" dirty="0"/>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CBBD406B-9955-485D-F4DA-9CAA3CEC9313}"/>
                  </a:ext>
                </a:extLst>
              </p:cNvPr>
              <p:cNvSpPr>
                <a:spLocks noGrp="1"/>
              </p:cNvSpPr>
              <p:nvPr>
                <p:ph idx="1"/>
              </p:nvPr>
            </p:nvSpPr>
            <p:spPr>
              <a:xfrm>
                <a:off x="838200" y="3497647"/>
                <a:ext cx="8811237" cy="2806497"/>
              </a:xfrm>
            </p:spPr>
            <p:txBody>
              <a:bodyPr/>
              <a:lstStyle/>
              <a:p>
                <a:r>
                  <a:rPr lang="en-US" altLang="zh-CN" dirty="0"/>
                  <a:t>distribution:	 </a:t>
                </a:r>
                <a14:m>
                  <m:oMath xmlns:m="http://schemas.openxmlformats.org/officeDocument/2006/math">
                    <m:r>
                      <a:rPr lang="en-US" altLang="zh-CN" b="0" i="1" smtClean="0">
                        <a:latin typeface="Cambria Math" panose="02040503050406030204" pitchFamily="18" charset="0"/>
                      </a:rPr>
                      <m:t>𝑎</m:t>
                    </m:r>
                    <m:r>
                      <a:rPr lang="en-US" altLang="zh-CN" b="0" i="1" smtClean="0">
                        <a:latin typeface="Cambria Math" panose="02040503050406030204" pitchFamily="18" charset="0"/>
                      </a:rPr>
                      <m:t>=</m:t>
                    </m:r>
                    <m:d>
                      <m:dPr>
                        <m:ctrlPr>
                          <a:rPr lang="en-US" altLang="zh-CN" b="0" i="1" smtClean="0">
                            <a:latin typeface="Cambria Math" panose="02040503050406030204" pitchFamily="18" charset="0"/>
                          </a:rPr>
                        </m:ctrlPr>
                      </m:dPr>
                      <m:e>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𝑎</m:t>
                            </m:r>
                          </m:e>
                          <m:sub>
                            <m:r>
                              <a:rPr lang="en-US" altLang="zh-CN" b="0" i="1" smtClean="0">
                                <a:latin typeface="Cambria Math" panose="02040503050406030204" pitchFamily="18" charset="0"/>
                              </a:rPr>
                              <m:t>𝑛</m:t>
                            </m:r>
                          </m:sub>
                        </m:sSub>
                      </m:e>
                    </m:d>
                    <m:r>
                      <a:rPr lang="en-US" altLang="zh-CN" b="0" i="1" smtClean="0">
                        <a:latin typeface="Cambria Math" panose="02040503050406030204" pitchFamily="18" charset="0"/>
                      </a:rPr>
                      <m:t>, </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1</m:t>
                        </m:r>
                      </m:sub>
                    </m:sSub>
                    <m:r>
                      <a:rPr lang="en-US" altLang="zh-CN" b="0" i="1" smtClean="0">
                        <a:latin typeface="Cambria Math" panose="02040503050406030204" pitchFamily="18" charset="0"/>
                      </a:rPr>
                      <m:t>,…,</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𝑏</m:t>
                        </m:r>
                      </m:e>
                      <m:sub>
                        <m:r>
                          <a:rPr lang="en-US" altLang="zh-CN" b="0" i="1" smtClean="0">
                            <a:latin typeface="Cambria Math" panose="02040503050406030204" pitchFamily="18" charset="0"/>
                          </a:rPr>
                          <m:t>𝑛</m:t>
                        </m:r>
                      </m:sub>
                    </m:sSub>
                    <m:r>
                      <a:rPr lang="en-US" altLang="zh-CN" b="0" i="1" smtClean="0">
                        <a:latin typeface="Cambria Math" panose="02040503050406030204" pitchFamily="18" charset="0"/>
                      </a:rPr>
                      <m:t>)</m:t>
                    </m:r>
                  </m:oMath>
                </a14:m>
                <a:endParaRPr lang="en-US" altLang="zh-CN" dirty="0"/>
              </a:p>
              <a:p>
                <a:r>
                  <a:rPr lang="en-US" altLang="zh-CN" dirty="0"/>
                  <a:t>cost matrix: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𝐶</m:t>
                        </m:r>
                      </m:e>
                      <m:sub>
                        <m:r>
                          <a:rPr lang="en-US" altLang="zh-CN" b="0" i="1" smtClean="0">
                            <a:latin typeface="Cambria Math" panose="02040503050406030204" pitchFamily="18" charset="0"/>
                          </a:rPr>
                          <m:t>𝑖𝑗</m:t>
                        </m:r>
                      </m:sub>
                    </m:sSub>
                  </m:oMath>
                </a14:m>
                <a:endParaRPr lang="en-US" altLang="zh-CN" b="0" dirty="0"/>
              </a:p>
              <a:p>
                <a:r>
                  <a:rPr lang="en-US" altLang="zh-CN" dirty="0"/>
                  <a:t>transport plan:	 </a:t>
                </a:r>
                <a14:m>
                  <m:oMath xmlns:m="http://schemas.openxmlformats.org/officeDocument/2006/math">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𝑖𝑗</m:t>
                        </m:r>
                      </m:sub>
                    </m:sSub>
                  </m:oMath>
                </a14:m>
                <a:endParaRPr lang="en-US" altLang="zh-CN" b="0" dirty="0"/>
              </a:p>
              <a:p>
                <a:r>
                  <a:rPr lang="en-US" altLang="zh-CN" dirty="0"/>
                  <a:t>constraint:	 	 </a:t>
                </a:r>
                <a14:m>
                  <m:oMath xmlns:m="http://schemas.openxmlformats.org/officeDocument/2006/math">
                    <m:r>
                      <a:rPr lang="en-US" altLang="zh-CN" b="0" i="1" smtClean="0">
                        <a:latin typeface="Cambria Math" panose="02040503050406030204" pitchFamily="18" charset="0"/>
                      </a:rPr>
                      <m:t>𝑃</m:t>
                    </m:r>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𝟏</m:t>
                        </m:r>
                      </m:e>
                      <m:sub>
                        <m:r>
                          <a:rPr lang="en-US" altLang="zh-CN" b="1" i="1" smtClean="0">
                            <a:latin typeface="Cambria Math" panose="02040503050406030204" pitchFamily="18" charset="0"/>
                          </a:rPr>
                          <m:t>𝒏</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 </m:t>
                    </m:r>
                    <m:sSup>
                      <m:sSupPr>
                        <m:ctrlPr>
                          <a:rPr lang="en-US" altLang="zh-CN" b="0" i="1" smtClean="0">
                            <a:latin typeface="Cambria Math" panose="02040503050406030204" pitchFamily="18" charset="0"/>
                          </a:rPr>
                        </m:ctrlPr>
                      </m:sSupPr>
                      <m:e>
                        <m:r>
                          <a:rPr lang="en-US" altLang="zh-CN" b="0" i="1" smtClean="0">
                            <a:latin typeface="Cambria Math" panose="02040503050406030204" pitchFamily="18" charset="0"/>
                          </a:rPr>
                          <m:t>𝑃</m:t>
                        </m:r>
                      </m:e>
                      <m:sup>
                        <m:r>
                          <a:rPr lang="en-US" altLang="zh-CN" b="0" i="1" smtClean="0">
                            <a:latin typeface="Cambria Math" panose="02040503050406030204" pitchFamily="18" charset="0"/>
                          </a:rPr>
                          <m:t>𝑇</m:t>
                        </m:r>
                      </m:sup>
                    </m:sSup>
                    <m:sSub>
                      <m:sSubPr>
                        <m:ctrlPr>
                          <a:rPr lang="en-US" altLang="zh-CN" b="1" i="1" smtClean="0">
                            <a:latin typeface="Cambria Math" panose="02040503050406030204" pitchFamily="18" charset="0"/>
                          </a:rPr>
                        </m:ctrlPr>
                      </m:sSubPr>
                      <m:e>
                        <m:r>
                          <a:rPr lang="en-US" altLang="zh-CN" b="1" i="1" smtClean="0">
                            <a:latin typeface="Cambria Math" panose="02040503050406030204" pitchFamily="18" charset="0"/>
                          </a:rPr>
                          <m:t>𝟏</m:t>
                        </m:r>
                      </m:e>
                      <m:sub>
                        <m:r>
                          <a:rPr lang="en-US" altLang="zh-CN" b="1" i="1" smtClean="0">
                            <a:latin typeface="Cambria Math" panose="02040503050406030204" pitchFamily="18" charset="0"/>
                          </a:rPr>
                          <m:t>𝒏</m:t>
                        </m:r>
                      </m:sub>
                    </m:sSub>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 </m:t>
                    </m:r>
                    <m:sSub>
                      <m:sSubPr>
                        <m:ctrlPr>
                          <a:rPr lang="en-US" altLang="zh-CN" b="0" i="1" smtClean="0">
                            <a:latin typeface="Cambria Math" panose="02040503050406030204" pitchFamily="18" charset="0"/>
                          </a:rPr>
                        </m:ctrlPr>
                      </m:sSubPr>
                      <m:e>
                        <m:r>
                          <a:rPr lang="en-US" altLang="zh-CN" b="0" i="1" smtClean="0">
                            <a:latin typeface="Cambria Math" panose="02040503050406030204" pitchFamily="18" charset="0"/>
                          </a:rPr>
                          <m:t>𝑃</m:t>
                        </m:r>
                      </m:e>
                      <m:sub>
                        <m:r>
                          <a:rPr lang="en-US" altLang="zh-CN" b="0" i="1" smtClean="0">
                            <a:latin typeface="Cambria Math" panose="02040503050406030204" pitchFamily="18" charset="0"/>
                          </a:rPr>
                          <m:t>𝑖𝑗</m:t>
                        </m:r>
                      </m:sub>
                    </m:sSub>
                    <m:r>
                      <a:rPr lang="en-US" altLang="zh-CN" b="0" i="1" smtClean="0">
                        <a:latin typeface="Cambria Math" panose="02040503050406030204" pitchFamily="18" charset="0"/>
                      </a:rPr>
                      <m:t>≥0</m:t>
                    </m:r>
                  </m:oMath>
                </a14:m>
                <a:endParaRPr lang="en-US" altLang="zh-CN" b="0" dirty="0"/>
              </a:p>
              <a:p>
                <a:r>
                  <a:rPr lang="en-US" altLang="zh-CN" dirty="0"/>
                  <a:t>objective: 		 </a:t>
                </a:r>
                <a14:m>
                  <m:oMath xmlns:m="http://schemas.openxmlformats.org/officeDocument/2006/math">
                    <m:func>
                      <m:funcPr>
                        <m:ctrlPr>
                          <a:rPr lang="en-US" altLang="zh-CN" b="0" i="1" smtClean="0">
                            <a:latin typeface="Cambria Math" panose="02040503050406030204" pitchFamily="18" charset="0"/>
                          </a:rPr>
                        </m:ctrlPr>
                      </m:funcPr>
                      <m:fName>
                        <m:func>
                          <m:funcPr>
                            <m:ctrlPr>
                              <a:rPr lang="en-US" altLang="zh-CN" b="0" i="1" smtClean="0">
                                <a:latin typeface="Cambria Math" panose="02040503050406030204" pitchFamily="18" charset="0"/>
                              </a:rPr>
                            </m:ctrlPr>
                          </m:funcPr>
                          <m:fName>
                            <m:limLow>
                              <m:limLowPr>
                                <m:ctrlPr>
                                  <a:rPr lang="en-US" altLang="zh-CN" b="0" i="1" smtClean="0">
                                    <a:latin typeface="Cambria Math" panose="02040503050406030204" pitchFamily="18" charset="0"/>
                                  </a:rPr>
                                </m:ctrlPr>
                              </m:limLowPr>
                              <m:e>
                                <m:r>
                                  <m:rPr>
                                    <m:sty m:val="p"/>
                                  </m:rPr>
                                  <a:rPr lang="en-US" altLang="zh-CN" b="0" i="0" smtClean="0">
                                    <a:latin typeface="Cambria Math" panose="02040503050406030204" pitchFamily="18" charset="0"/>
                                  </a:rPr>
                                  <m:t>min</m:t>
                                </m:r>
                              </m:e>
                              <m:lim>
                                <m:r>
                                  <a:rPr lang="en-US" altLang="zh-CN" b="0" i="1" smtClean="0">
                                    <a:latin typeface="Cambria Math" panose="02040503050406030204" pitchFamily="18" charset="0"/>
                                  </a:rPr>
                                  <m:t>𝑃</m:t>
                                </m:r>
                                <m:r>
                                  <a:rPr lang="en-US" altLang="zh-CN" b="0" i="1" smtClean="0">
                                    <a:latin typeface="Cambria Math" panose="02040503050406030204" pitchFamily="18" charset="0"/>
                                  </a:rPr>
                                  <m:t>∈</m:t>
                                </m:r>
                                <m:r>
                                  <a:rPr lang="en-US" altLang="zh-CN" b="0" i="1" smtClean="0">
                                    <a:latin typeface="Cambria Math" panose="02040503050406030204" pitchFamily="18" charset="0"/>
                                  </a:rPr>
                                  <m:t>𝑈</m:t>
                                </m:r>
                                <m:r>
                                  <a:rPr lang="en-US" altLang="zh-CN" b="0" i="1" smtClean="0">
                                    <a:latin typeface="Cambria Math" panose="02040503050406030204" pitchFamily="18" charset="0"/>
                                  </a:rPr>
                                  <m:t>(</m:t>
                                </m:r>
                                <m:r>
                                  <a:rPr lang="en-US" altLang="zh-CN" b="0" i="1" smtClean="0">
                                    <a:latin typeface="Cambria Math" panose="02040503050406030204" pitchFamily="18" charset="0"/>
                                  </a:rPr>
                                  <m:t>𝑎</m:t>
                                </m:r>
                                <m:r>
                                  <a:rPr lang="en-US" altLang="zh-CN" b="0" i="1" smtClean="0">
                                    <a:latin typeface="Cambria Math" panose="02040503050406030204" pitchFamily="18" charset="0"/>
                                  </a:rPr>
                                  <m:t>,</m:t>
                                </m:r>
                                <m:r>
                                  <a:rPr lang="en-US" altLang="zh-CN" b="0" i="1" smtClean="0">
                                    <a:latin typeface="Cambria Math" panose="02040503050406030204" pitchFamily="18" charset="0"/>
                                  </a:rPr>
                                  <m:t>𝑏</m:t>
                                </m:r>
                                <m:r>
                                  <a:rPr lang="en-US" altLang="zh-CN" b="0" i="1" smtClean="0">
                                    <a:latin typeface="Cambria Math" panose="02040503050406030204" pitchFamily="18" charset="0"/>
                                  </a:rPr>
                                  <m:t>)</m:t>
                                </m:r>
                              </m:lim>
                            </m:limLow>
                          </m:fName>
                          <m:e>
                            <m:d>
                              <m:dPr>
                                <m:begChr m:val="⟨"/>
                                <m:endChr m:val="⟩"/>
                                <m:ctrlPr>
                                  <a:rPr lang="en-US" altLang="zh-CN" b="0" i="1" smtClean="0">
                                    <a:latin typeface="Cambria Math" panose="02040503050406030204" pitchFamily="18" charset="0"/>
                                  </a:rPr>
                                </m:ctrlPr>
                              </m:dPr>
                              <m:e>
                                <m:r>
                                  <a:rPr lang="en-US" altLang="zh-CN" b="0" i="1" smtClean="0">
                                    <a:latin typeface="Cambria Math" panose="02040503050406030204" pitchFamily="18" charset="0"/>
                                  </a:rPr>
                                  <m:t>𝐶</m:t>
                                </m:r>
                                <m:r>
                                  <a:rPr lang="en-US" altLang="zh-CN" b="0" i="1" smtClean="0">
                                    <a:latin typeface="Cambria Math" panose="02040503050406030204" pitchFamily="18" charset="0"/>
                                  </a:rPr>
                                  <m:t>,</m:t>
                                </m:r>
                                <m:r>
                                  <a:rPr lang="en-US" altLang="zh-CN" b="0" i="1" smtClean="0">
                                    <a:latin typeface="Cambria Math" panose="02040503050406030204" pitchFamily="18" charset="0"/>
                                  </a:rPr>
                                  <m:t>𝑃</m:t>
                                </m:r>
                              </m:e>
                            </m:d>
                          </m:e>
                        </m:func>
                      </m:fName>
                      <m:e>
                        <m:r>
                          <a:rPr lang="en-US" altLang="zh-CN" b="0" i="1" smtClean="0">
                            <a:latin typeface="Cambria Math" panose="02040503050406030204" pitchFamily="18" charset="0"/>
                          </a:rPr>
                          <m:t> ≔</m:t>
                        </m:r>
                        <m:nary>
                          <m:naryPr>
                            <m:chr m:val="∑"/>
                            <m:supHide m:val="on"/>
                            <m:ctrlPr>
                              <a:rPr lang="en-US" altLang="zh-CN" b="0" i="1" smtClean="0">
                                <a:latin typeface="Cambria Math" panose="02040503050406030204" pitchFamily="18" charset="0"/>
                              </a:rPr>
                            </m:ctrlPr>
                          </m:naryPr>
                          <m:sub>
                            <m:r>
                              <m:rPr>
                                <m:brk m:alnAt="7"/>
                              </m:rPr>
                              <a:rPr lang="en-US" altLang="zh-CN" b="0" i="1" smtClean="0">
                                <a:latin typeface="Cambria Math" panose="02040503050406030204" pitchFamily="18" charset="0"/>
                              </a:rPr>
                              <m:t>𝑖</m:t>
                            </m:r>
                            <m:r>
                              <a:rPr lang="en-US" altLang="zh-CN" b="0" i="1" smtClean="0">
                                <a:latin typeface="Cambria Math" panose="02040503050406030204" pitchFamily="18" charset="0"/>
                              </a:rPr>
                              <m:t>𝑗</m:t>
                            </m:r>
                          </m:sub>
                          <m:sup/>
                          <m:e>
                            <m:sSub>
                              <m:sSubPr>
                                <m:ctrlPr>
                                  <a:rPr lang="en-US" altLang="zh-CN" i="1">
                                    <a:latin typeface="Cambria Math" panose="02040503050406030204" pitchFamily="18" charset="0"/>
                                  </a:rPr>
                                </m:ctrlPr>
                              </m:sSubPr>
                              <m:e>
                                <m:r>
                                  <a:rPr lang="en-US" altLang="zh-CN" i="1">
                                    <a:latin typeface="Cambria Math" panose="02040503050406030204" pitchFamily="18" charset="0"/>
                                  </a:rPr>
                                  <m:t>𝐶</m:t>
                                </m:r>
                              </m:e>
                              <m:sub>
                                <m:r>
                                  <a:rPr lang="en-US" altLang="zh-CN" i="1">
                                    <a:latin typeface="Cambria Math" panose="02040503050406030204" pitchFamily="18" charset="0"/>
                                  </a:rPr>
                                  <m:t>𝑖𝑗</m:t>
                                </m:r>
                              </m:sub>
                            </m:sSub>
                            <m:sSub>
                              <m:sSubPr>
                                <m:ctrlPr>
                                  <a:rPr lang="en-US" altLang="zh-CN" i="1">
                                    <a:latin typeface="Cambria Math" panose="02040503050406030204" pitchFamily="18" charset="0"/>
                                  </a:rPr>
                                </m:ctrlPr>
                              </m:sSubPr>
                              <m:e>
                                <m:r>
                                  <a:rPr lang="en-US" altLang="zh-CN" i="1">
                                    <a:latin typeface="Cambria Math" panose="02040503050406030204" pitchFamily="18" charset="0"/>
                                  </a:rPr>
                                  <m:t>𝑃</m:t>
                                </m:r>
                              </m:e>
                              <m:sub>
                                <m:r>
                                  <a:rPr lang="en-US" altLang="zh-CN" i="1">
                                    <a:latin typeface="Cambria Math" panose="02040503050406030204" pitchFamily="18" charset="0"/>
                                  </a:rPr>
                                  <m:t>𝑖𝑗</m:t>
                                </m:r>
                              </m:sub>
                            </m:sSub>
                          </m:e>
                        </m:nary>
                      </m:e>
                    </m:func>
                  </m:oMath>
                </a14:m>
                <a:endParaRPr lang="en-US" altLang="zh-CN" b="0" dirty="0"/>
              </a:p>
              <a:p>
                <a:endParaRPr lang="zh-CN" altLang="en-US" dirty="0"/>
              </a:p>
            </p:txBody>
          </p:sp>
        </mc:Choice>
        <mc:Fallback xmlns="">
          <p:sp>
            <p:nvSpPr>
              <p:cNvPr id="3" name="内容占位符 2">
                <a:extLst>
                  <a:ext uri="{FF2B5EF4-FFF2-40B4-BE49-F238E27FC236}">
                    <a16:creationId xmlns:a16="http://schemas.microsoft.com/office/drawing/2014/main" id="{CBBD406B-9955-485D-F4DA-9CAA3CEC9313}"/>
                  </a:ext>
                </a:extLst>
              </p:cNvPr>
              <p:cNvSpPr>
                <a:spLocks noGrp="1" noRot="1" noChangeAspect="1" noMove="1" noResize="1" noEditPoints="1" noAdjustHandles="1" noChangeArrowheads="1" noChangeShapeType="1" noTextEdit="1"/>
              </p:cNvSpPr>
              <p:nvPr>
                <p:ph idx="1"/>
              </p:nvPr>
            </p:nvSpPr>
            <p:spPr>
              <a:xfrm>
                <a:off x="838200" y="3497647"/>
                <a:ext cx="8811237" cy="2806497"/>
              </a:xfrm>
              <a:blipFill>
                <a:blip r:embed="rId3"/>
                <a:stretch>
                  <a:fillRect l="-1246" t="-3913"/>
                </a:stretch>
              </a:blipFill>
            </p:spPr>
            <p:txBody>
              <a:bodyPr/>
              <a:lstStyle/>
              <a:p>
                <a:r>
                  <a:rPr lang="zh-CN" altLang="en-US">
                    <a:noFill/>
                  </a:rPr>
                  <a:t> </a:t>
                </a:r>
              </a:p>
            </p:txBody>
          </p:sp>
        </mc:Fallback>
      </mc:AlternateContent>
      <p:grpSp>
        <p:nvGrpSpPr>
          <p:cNvPr id="110" name="组合 109">
            <a:extLst>
              <a:ext uri="{FF2B5EF4-FFF2-40B4-BE49-F238E27FC236}">
                <a16:creationId xmlns:a16="http://schemas.microsoft.com/office/drawing/2014/main" id="{21BBA4EA-7247-AA93-4F37-8F7B14C8F8D9}"/>
              </a:ext>
            </a:extLst>
          </p:cNvPr>
          <p:cNvGrpSpPr/>
          <p:nvPr/>
        </p:nvGrpSpPr>
        <p:grpSpPr>
          <a:xfrm>
            <a:off x="6765117" y="1248299"/>
            <a:ext cx="4699592" cy="1727443"/>
            <a:chOff x="6591862" y="1479305"/>
            <a:chExt cx="4699592" cy="1727443"/>
          </a:xfrm>
        </p:grpSpPr>
        <p:cxnSp>
          <p:nvCxnSpPr>
            <p:cNvPr id="5" name="直接连接符 4">
              <a:extLst>
                <a:ext uri="{FF2B5EF4-FFF2-40B4-BE49-F238E27FC236}">
                  <a16:creationId xmlns:a16="http://schemas.microsoft.com/office/drawing/2014/main" id="{85B63F56-E491-F5BD-18E1-222772F7C1AD}"/>
                </a:ext>
              </a:extLst>
            </p:cNvPr>
            <p:cNvCxnSpPr/>
            <p:nvPr/>
          </p:nvCxnSpPr>
          <p:spPr>
            <a:xfrm>
              <a:off x="6625244" y="2984269"/>
              <a:ext cx="1936865" cy="0"/>
            </a:xfrm>
            <a:prstGeom prst="line">
              <a:avLst/>
            </a:prstGeom>
            <a:ln w="127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4">
              <p14:nvContentPartPr>
                <p14:cNvPr id="6" name="墨迹 5">
                  <a:extLst>
                    <a:ext uri="{FF2B5EF4-FFF2-40B4-BE49-F238E27FC236}">
                      <a16:creationId xmlns:a16="http://schemas.microsoft.com/office/drawing/2014/main" id="{376F96C4-35EC-2075-E58C-36B84BE95249}"/>
                    </a:ext>
                  </a:extLst>
                </p14:cNvPr>
                <p14:cNvContentPartPr/>
                <p14:nvPr/>
              </p14:nvContentPartPr>
              <p14:xfrm>
                <a:off x="6591862" y="2040905"/>
                <a:ext cx="1613520" cy="951840"/>
              </p14:xfrm>
            </p:contentPart>
          </mc:Choice>
          <mc:Fallback xmlns="">
            <p:pic>
              <p:nvPicPr>
                <p:cNvPr id="6" name="墨迹 5">
                  <a:extLst>
                    <a:ext uri="{FF2B5EF4-FFF2-40B4-BE49-F238E27FC236}">
                      <a16:creationId xmlns:a16="http://schemas.microsoft.com/office/drawing/2014/main" id="{376F96C4-35EC-2075-E58C-36B84BE95249}"/>
                    </a:ext>
                  </a:extLst>
                </p:cNvPr>
                <p:cNvPicPr/>
                <p:nvPr/>
              </p:nvPicPr>
              <p:blipFill>
                <a:blip r:embed="rId5"/>
                <a:stretch>
                  <a:fillRect/>
                </a:stretch>
              </p:blipFill>
              <p:spPr>
                <a:xfrm>
                  <a:off x="6583222" y="2031905"/>
                  <a:ext cx="1631160" cy="969480"/>
                </a:xfrm>
                <a:prstGeom prst="rect">
                  <a:avLst/>
                </a:prstGeom>
              </p:spPr>
            </p:pic>
          </mc:Fallback>
        </mc:AlternateContent>
        <p:cxnSp>
          <p:nvCxnSpPr>
            <p:cNvPr id="7" name="直接连接符 6">
              <a:extLst>
                <a:ext uri="{FF2B5EF4-FFF2-40B4-BE49-F238E27FC236}">
                  <a16:creationId xmlns:a16="http://schemas.microsoft.com/office/drawing/2014/main" id="{A318494C-61F1-049C-010F-FF126BD34E7D}"/>
                </a:ext>
              </a:extLst>
            </p:cNvPr>
            <p:cNvCxnSpPr/>
            <p:nvPr/>
          </p:nvCxnSpPr>
          <p:spPr>
            <a:xfrm>
              <a:off x="9354589" y="2984269"/>
              <a:ext cx="1936865" cy="0"/>
            </a:xfrm>
            <a:prstGeom prst="line">
              <a:avLst/>
            </a:prstGeom>
            <a:ln w="12700"/>
          </p:spPr>
          <p:style>
            <a:lnRef idx="1">
              <a:schemeClr val="dk1"/>
            </a:lnRef>
            <a:fillRef idx="0">
              <a:schemeClr val="dk1"/>
            </a:fillRef>
            <a:effectRef idx="0">
              <a:schemeClr val="dk1"/>
            </a:effectRef>
            <a:fontRef idx="minor">
              <a:schemeClr val="tx1"/>
            </a:fontRef>
          </p:style>
        </p:cxnSp>
        <mc:AlternateContent xmlns:mc="http://schemas.openxmlformats.org/markup-compatibility/2006" xmlns:p14="http://schemas.microsoft.com/office/powerpoint/2010/main">
          <mc:Choice Requires="p14">
            <p:contentPart p14:bwMode="auto" r:id="rId6">
              <p14:nvContentPartPr>
                <p14:cNvPr id="8" name="墨迹 7">
                  <a:extLst>
                    <a:ext uri="{FF2B5EF4-FFF2-40B4-BE49-F238E27FC236}">
                      <a16:creationId xmlns:a16="http://schemas.microsoft.com/office/drawing/2014/main" id="{AF6D5BD2-99EE-9222-E3A7-4C6F68AF5F19}"/>
                    </a:ext>
                  </a:extLst>
                </p14:cNvPr>
                <p14:cNvContentPartPr/>
                <p14:nvPr/>
              </p14:nvContentPartPr>
              <p14:xfrm>
                <a:off x="9476182" y="2250785"/>
                <a:ext cx="1684800" cy="750600"/>
              </p14:xfrm>
            </p:contentPart>
          </mc:Choice>
          <mc:Fallback xmlns="">
            <p:pic>
              <p:nvPicPr>
                <p:cNvPr id="8" name="墨迹 7">
                  <a:extLst>
                    <a:ext uri="{FF2B5EF4-FFF2-40B4-BE49-F238E27FC236}">
                      <a16:creationId xmlns:a16="http://schemas.microsoft.com/office/drawing/2014/main" id="{AF6D5BD2-99EE-9222-E3A7-4C6F68AF5F19}"/>
                    </a:ext>
                  </a:extLst>
                </p:cNvPr>
                <p:cNvPicPr/>
                <p:nvPr/>
              </p:nvPicPr>
              <p:blipFill>
                <a:blip r:embed="rId7"/>
                <a:stretch>
                  <a:fillRect/>
                </a:stretch>
              </p:blipFill>
              <p:spPr>
                <a:xfrm>
                  <a:off x="9467542" y="2241785"/>
                  <a:ext cx="1702440" cy="768240"/>
                </a:xfrm>
                <a:prstGeom prst="rect">
                  <a:avLst/>
                </a:prstGeom>
              </p:spPr>
            </p:pic>
          </mc:Fallback>
        </mc:AlternateContent>
        <p:grpSp>
          <p:nvGrpSpPr>
            <p:cNvPr id="13" name="组合 12">
              <a:extLst>
                <a:ext uri="{FF2B5EF4-FFF2-40B4-BE49-F238E27FC236}">
                  <a16:creationId xmlns:a16="http://schemas.microsoft.com/office/drawing/2014/main" id="{76E1B4C3-B9C4-067D-065F-DDE2644B98BF}"/>
                </a:ext>
              </a:extLst>
            </p:cNvPr>
            <p:cNvGrpSpPr/>
            <p:nvPr/>
          </p:nvGrpSpPr>
          <p:grpSpPr>
            <a:xfrm>
              <a:off x="8678422" y="2468585"/>
              <a:ext cx="576000" cy="271440"/>
              <a:chOff x="8678422" y="2468585"/>
              <a:chExt cx="576000" cy="271440"/>
            </a:xfrm>
          </p:grpSpPr>
          <mc:AlternateContent xmlns:mc="http://schemas.openxmlformats.org/markup-compatibility/2006" xmlns:p14="http://schemas.microsoft.com/office/powerpoint/2010/main">
            <mc:Choice Requires="p14">
              <p:contentPart p14:bwMode="auto" r:id="rId8">
                <p14:nvContentPartPr>
                  <p14:cNvPr id="10" name="墨迹 9">
                    <a:extLst>
                      <a:ext uri="{FF2B5EF4-FFF2-40B4-BE49-F238E27FC236}">
                        <a16:creationId xmlns:a16="http://schemas.microsoft.com/office/drawing/2014/main" id="{0F805136-4794-3439-4F8B-67D8FA60D1F4}"/>
                      </a:ext>
                    </a:extLst>
                  </p14:cNvPr>
                  <p14:cNvContentPartPr/>
                  <p14:nvPr/>
                </p14:nvContentPartPr>
                <p14:xfrm>
                  <a:off x="8711182" y="2593505"/>
                  <a:ext cx="442080" cy="360"/>
                </p14:xfrm>
              </p:contentPart>
            </mc:Choice>
            <mc:Fallback xmlns="">
              <p:pic>
                <p:nvPicPr>
                  <p:cNvPr id="10" name="墨迹 9">
                    <a:extLst>
                      <a:ext uri="{FF2B5EF4-FFF2-40B4-BE49-F238E27FC236}">
                        <a16:creationId xmlns:a16="http://schemas.microsoft.com/office/drawing/2014/main" id="{0F805136-4794-3439-4F8B-67D8FA60D1F4}"/>
                      </a:ext>
                    </a:extLst>
                  </p:cNvPr>
                  <p:cNvPicPr/>
                  <p:nvPr/>
                </p:nvPicPr>
                <p:blipFill>
                  <a:blip r:embed="rId9"/>
                  <a:stretch>
                    <a:fillRect/>
                  </a:stretch>
                </p:blipFill>
                <p:spPr>
                  <a:xfrm>
                    <a:off x="8702542" y="2584865"/>
                    <a:ext cx="459720" cy="18000"/>
                  </a:xfrm>
                  <a:prstGeom prst="rect">
                    <a:avLst/>
                  </a:prstGeom>
                </p:spPr>
              </p:pic>
            </mc:Fallback>
          </mc:AlternateContent>
          <mc:AlternateContent xmlns:mc="http://schemas.openxmlformats.org/markup-compatibility/2006" xmlns:p14="http://schemas.microsoft.com/office/powerpoint/2010/main">
            <mc:Choice Requires="p14">
              <p:contentPart p14:bwMode="auto" r:id="rId10">
                <p14:nvContentPartPr>
                  <p14:cNvPr id="11" name="墨迹 10">
                    <a:extLst>
                      <a:ext uri="{FF2B5EF4-FFF2-40B4-BE49-F238E27FC236}">
                        <a16:creationId xmlns:a16="http://schemas.microsoft.com/office/drawing/2014/main" id="{8E7C084B-80D0-4758-752C-FDF661BBD546}"/>
                      </a:ext>
                    </a:extLst>
                  </p14:cNvPr>
                  <p14:cNvContentPartPr/>
                  <p14:nvPr/>
                </p14:nvContentPartPr>
                <p14:xfrm>
                  <a:off x="8678422" y="2667665"/>
                  <a:ext cx="465480" cy="9360"/>
                </p14:xfrm>
              </p:contentPart>
            </mc:Choice>
            <mc:Fallback xmlns="">
              <p:pic>
                <p:nvPicPr>
                  <p:cNvPr id="11" name="墨迹 10">
                    <a:extLst>
                      <a:ext uri="{FF2B5EF4-FFF2-40B4-BE49-F238E27FC236}">
                        <a16:creationId xmlns:a16="http://schemas.microsoft.com/office/drawing/2014/main" id="{8E7C084B-80D0-4758-752C-FDF661BBD546}"/>
                      </a:ext>
                    </a:extLst>
                  </p:cNvPr>
                  <p:cNvPicPr/>
                  <p:nvPr/>
                </p:nvPicPr>
                <p:blipFill>
                  <a:blip r:embed="rId11"/>
                  <a:stretch>
                    <a:fillRect/>
                  </a:stretch>
                </p:blipFill>
                <p:spPr>
                  <a:xfrm>
                    <a:off x="8669422" y="2658665"/>
                    <a:ext cx="483120" cy="27000"/>
                  </a:xfrm>
                  <a:prstGeom prst="rect">
                    <a:avLst/>
                  </a:prstGeom>
                </p:spPr>
              </p:pic>
            </mc:Fallback>
          </mc:AlternateContent>
          <mc:AlternateContent xmlns:mc="http://schemas.openxmlformats.org/markup-compatibility/2006" xmlns:p14="http://schemas.microsoft.com/office/powerpoint/2010/main">
            <mc:Choice Requires="p14">
              <p:contentPart p14:bwMode="auto" r:id="rId12">
                <p14:nvContentPartPr>
                  <p14:cNvPr id="12" name="墨迹 11">
                    <a:extLst>
                      <a:ext uri="{FF2B5EF4-FFF2-40B4-BE49-F238E27FC236}">
                        <a16:creationId xmlns:a16="http://schemas.microsoft.com/office/drawing/2014/main" id="{50180964-09AB-2D27-2A9B-97BCE85E069C}"/>
                      </a:ext>
                    </a:extLst>
                  </p14:cNvPr>
                  <p14:cNvContentPartPr/>
                  <p14:nvPr/>
                </p14:nvContentPartPr>
                <p14:xfrm>
                  <a:off x="9031222" y="2468585"/>
                  <a:ext cx="223200" cy="271440"/>
                </p14:xfrm>
              </p:contentPart>
            </mc:Choice>
            <mc:Fallback xmlns="">
              <p:pic>
                <p:nvPicPr>
                  <p:cNvPr id="12" name="墨迹 11">
                    <a:extLst>
                      <a:ext uri="{FF2B5EF4-FFF2-40B4-BE49-F238E27FC236}">
                        <a16:creationId xmlns:a16="http://schemas.microsoft.com/office/drawing/2014/main" id="{50180964-09AB-2D27-2A9B-97BCE85E069C}"/>
                      </a:ext>
                    </a:extLst>
                  </p:cNvPr>
                  <p:cNvPicPr/>
                  <p:nvPr/>
                </p:nvPicPr>
                <p:blipFill>
                  <a:blip r:embed="rId13"/>
                  <a:stretch>
                    <a:fillRect/>
                  </a:stretch>
                </p:blipFill>
                <p:spPr>
                  <a:xfrm>
                    <a:off x="9022582" y="2459945"/>
                    <a:ext cx="240840" cy="289080"/>
                  </a:xfrm>
                  <a:prstGeom prst="rect">
                    <a:avLst/>
                  </a:prstGeom>
                </p:spPr>
              </p:pic>
            </mc:Fallback>
          </mc:AlternateContent>
        </p:grpSp>
        <p:grpSp>
          <p:nvGrpSpPr>
            <p:cNvPr id="31" name="组合 30">
              <a:extLst>
                <a:ext uri="{FF2B5EF4-FFF2-40B4-BE49-F238E27FC236}">
                  <a16:creationId xmlns:a16="http://schemas.microsoft.com/office/drawing/2014/main" id="{64056187-0121-8158-5956-E111F395896C}"/>
                </a:ext>
              </a:extLst>
            </p:cNvPr>
            <p:cNvGrpSpPr/>
            <p:nvPr/>
          </p:nvGrpSpPr>
          <p:grpSpPr>
            <a:xfrm>
              <a:off x="7189102" y="1479305"/>
              <a:ext cx="526680" cy="321120"/>
              <a:chOff x="7189102" y="1479305"/>
              <a:chExt cx="526680" cy="321120"/>
            </a:xfrm>
          </p:grpSpPr>
          <mc:AlternateContent xmlns:mc="http://schemas.openxmlformats.org/markup-compatibility/2006" xmlns:p14="http://schemas.microsoft.com/office/powerpoint/2010/main">
            <mc:Choice Requires="p14">
              <p:contentPart p14:bwMode="auto" r:id="rId14">
                <p14:nvContentPartPr>
                  <p14:cNvPr id="21" name="墨迹 20">
                    <a:extLst>
                      <a:ext uri="{FF2B5EF4-FFF2-40B4-BE49-F238E27FC236}">
                        <a16:creationId xmlns:a16="http://schemas.microsoft.com/office/drawing/2014/main" id="{728B1BDA-1EF9-36EC-E81E-EFDCC2194BDF}"/>
                      </a:ext>
                    </a:extLst>
                  </p14:cNvPr>
                  <p14:cNvContentPartPr/>
                  <p14:nvPr/>
                </p14:nvContentPartPr>
                <p14:xfrm>
                  <a:off x="7189102" y="1557425"/>
                  <a:ext cx="140400" cy="195120"/>
                </p14:xfrm>
              </p:contentPart>
            </mc:Choice>
            <mc:Fallback xmlns="">
              <p:pic>
                <p:nvPicPr>
                  <p:cNvPr id="21" name="墨迹 20">
                    <a:extLst>
                      <a:ext uri="{FF2B5EF4-FFF2-40B4-BE49-F238E27FC236}">
                        <a16:creationId xmlns:a16="http://schemas.microsoft.com/office/drawing/2014/main" id="{728B1BDA-1EF9-36EC-E81E-EFDCC2194BDF}"/>
                      </a:ext>
                    </a:extLst>
                  </p:cNvPr>
                  <p:cNvPicPr/>
                  <p:nvPr/>
                </p:nvPicPr>
                <p:blipFill>
                  <a:blip r:embed="rId15"/>
                  <a:stretch>
                    <a:fillRect/>
                  </a:stretch>
                </p:blipFill>
                <p:spPr>
                  <a:xfrm>
                    <a:off x="7180102" y="1548785"/>
                    <a:ext cx="158040" cy="212760"/>
                  </a:xfrm>
                  <a:prstGeom prst="rect">
                    <a:avLst/>
                  </a:prstGeom>
                </p:spPr>
              </p:pic>
            </mc:Fallback>
          </mc:AlternateContent>
          <mc:AlternateContent xmlns:mc="http://schemas.openxmlformats.org/markup-compatibility/2006" xmlns:p14="http://schemas.microsoft.com/office/powerpoint/2010/main">
            <mc:Choice Requires="p14">
              <p:contentPart p14:bwMode="auto" r:id="rId16">
                <p14:nvContentPartPr>
                  <p14:cNvPr id="22" name="墨迹 21">
                    <a:extLst>
                      <a:ext uri="{FF2B5EF4-FFF2-40B4-BE49-F238E27FC236}">
                        <a16:creationId xmlns:a16="http://schemas.microsoft.com/office/drawing/2014/main" id="{0AE53D3F-E9E2-8C54-6796-F12EAF252576}"/>
                      </a:ext>
                    </a:extLst>
                  </p14:cNvPr>
                  <p14:cNvContentPartPr/>
                  <p14:nvPr/>
                </p14:nvContentPartPr>
                <p14:xfrm>
                  <a:off x="7413382" y="1479305"/>
                  <a:ext cx="27000" cy="232920"/>
                </p14:xfrm>
              </p:contentPart>
            </mc:Choice>
            <mc:Fallback xmlns="">
              <p:pic>
                <p:nvPicPr>
                  <p:cNvPr id="22" name="墨迹 21">
                    <a:extLst>
                      <a:ext uri="{FF2B5EF4-FFF2-40B4-BE49-F238E27FC236}">
                        <a16:creationId xmlns:a16="http://schemas.microsoft.com/office/drawing/2014/main" id="{0AE53D3F-E9E2-8C54-6796-F12EAF252576}"/>
                      </a:ext>
                    </a:extLst>
                  </p:cNvPr>
                  <p:cNvPicPr/>
                  <p:nvPr/>
                </p:nvPicPr>
                <p:blipFill>
                  <a:blip r:embed="rId17"/>
                  <a:stretch>
                    <a:fillRect/>
                  </a:stretch>
                </p:blipFill>
                <p:spPr>
                  <a:xfrm>
                    <a:off x="7404382" y="1470665"/>
                    <a:ext cx="44640" cy="25056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23" name="墨迹 22">
                    <a:extLst>
                      <a:ext uri="{FF2B5EF4-FFF2-40B4-BE49-F238E27FC236}">
                        <a16:creationId xmlns:a16="http://schemas.microsoft.com/office/drawing/2014/main" id="{E2C18623-830F-B5CE-96C2-905A49A508B8}"/>
                      </a:ext>
                    </a:extLst>
                  </p14:cNvPr>
                  <p14:cNvContentPartPr/>
                  <p14:nvPr/>
                </p14:nvContentPartPr>
                <p14:xfrm>
                  <a:off x="7531102" y="1570745"/>
                  <a:ext cx="50760" cy="157320"/>
                </p14:xfrm>
              </p:contentPart>
            </mc:Choice>
            <mc:Fallback xmlns="">
              <p:pic>
                <p:nvPicPr>
                  <p:cNvPr id="23" name="墨迹 22">
                    <a:extLst>
                      <a:ext uri="{FF2B5EF4-FFF2-40B4-BE49-F238E27FC236}">
                        <a16:creationId xmlns:a16="http://schemas.microsoft.com/office/drawing/2014/main" id="{E2C18623-830F-B5CE-96C2-905A49A508B8}"/>
                      </a:ext>
                    </a:extLst>
                  </p:cNvPr>
                  <p:cNvPicPr/>
                  <p:nvPr/>
                </p:nvPicPr>
                <p:blipFill>
                  <a:blip r:embed="rId19"/>
                  <a:stretch>
                    <a:fillRect/>
                  </a:stretch>
                </p:blipFill>
                <p:spPr>
                  <a:xfrm>
                    <a:off x="7522462" y="1562105"/>
                    <a:ext cx="68400" cy="174960"/>
                  </a:xfrm>
                  <a:prstGeom prst="rect">
                    <a:avLst/>
                  </a:prstGeom>
                </p:spPr>
              </p:pic>
            </mc:Fallback>
          </mc:AlternateContent>
          <mc:AlternateContent xmlns:mc="http://schemas.openxmlformats.org/markup-compatibility/2006" xmlns:p14="http://schemas.microsoft.com/office/powerpoint/2010/main">
            <mc:Choice Requires="p14">
              <p:contentPart p14:bwMode="auto" r:id="rId20">
                <p14:nvContentPartPr>
                  <p14:cNvPr id="24" name="墨迹 23">
                    <a:extLst>
                      <a:ext uri="{FF2B5EF4-FFF2-40B4-BE49-F238E27FC236}">
                        <a16:creationId xmlns:a16="http://schemas.microsoft.com/office/drawing/2014/main" id="{FD97779F-24CE-B5E9-8049-97DA621295B2}"/>
                      </a:ext>
                    </a:extLst>
                  </p14:cNvPr>
                  <p14:cNvContentPartPr/>
                  <p14:nvPr/>
                </p14:nvContentPartPr>
                <p14:xfrm>
                  <a:off x="7508062" y="1545905"/>
                  <a:ext cx="106560" cy="159120"/>
                </p14:xfrm>
              </p:contentPart>
            </mc:Choice>
            <mc:Fallback xmlns="">
              <p:pic>
                <p:nvPicPr>
                  <p:cNvPr id="24" name="墨迹 23">
                    <a:extLst>
                      <a:ext uri="{FF2B5EF4-FFF2-40B4-BE49-F238E27FC236}">
                        <a16:creationId xmlns:a16="http://schemas.microsoft.com/office/drawing/2014/main" id="{FD97779F-24CE-B5E9-8049-97DA621295B2}"/>
                      </a:ext>
                    </a:extLst>
                  </p:cNvPr>
                  <p:cNvPicPr/>
                  <p:nvPr/>
                </p:nvPicPr>
                <p:blipFill>
                  <a:blip r:embed="rId21"/>
                  <a:stretch>
                    <a:fillRect/>
                  </a:stretch>
                </p:blipFill>
                <p:spPr>
                  <a:xfrm>
                    <a:off x="7499062" y="1537265"/>
                    <a:ext cx="124200" cy="176760"/>
                  </a:xfrm>
                  <a:prstGeom prst="rect">
                    <a:avLst/>
                  </a:prstGeom>
                </p:spPr>
              </p:pic>
            </mc:Fallback>
          </mc:AlternateContent>
          <mc:AlternateContent xmlns:mc="http://schemas.openxmlformats.org/markup-compatibility/2006" xmlns:p14="http://schemas.microsoft.com/office/powerpoint/2010/main">
            <mc:Choice Requires="p14">
              <p:contentPart p14:bwMode="auto" r:id="rId22">
                <p14:nvContentPartPr>
                  <p14:cNvPr id="26" name="墨迹 25">
                    <a:extLst>
                      <a:ext uri="{FF2B5EF4-FFF2-40B4-BE49-F238E27FC236}">
                        <a16:creationId xmlns:a16="http://schemas.microsoft.com/office/drawing/2014/main" id="{62C97E0C-F2EF-4D90-A9F7-185972B0A665}"/>
                      </a:ext>
                    </a:extLst>
                  </p14:cNvPr>
                  <p14:cNvContentPartPr/>
                  <p14:nvPr/>
                </p14:nvContentPartPr>
                <p14:xfrm>
                  <a:off x="7652062" y="1526825"/>
                  <a:ext cx="63720" cy="273600"/>
                </p14:xfrm>
              </p:contentPart>
            </mc:Choice>
            <mc:Fallback xmlns="">
              <p:pic>
                <p:nvPicPr>
                  <p:cNvPr id="26" name="墨迹 25">
                    <a:extLst>
                      <a:ext uri="{FF2B5EF4-FFF2-40B4-BE49-F238E27FC236}">
                        <a16:creationId xmlns:a16="http://schemas.microsoft.com/office/drawing/2014/main" id="{62C97E0C-F2EF-4D90-A9F7-185972B0A665}"/>
                      </a:ext>
                    </a:extLst>
                  </p:cNvPr>
                  <p:cNvPicPr/>
                  <p:nvPr/>
                </p:nvPicPr>
                <p:blipFill>
                  <a:blip r:embed="rId23"/>
                  <a:stretch>
                    <a:fillRect/>
                  </a:stretch>
                </p:blipFill>
                <p:spPr>
                  <a:xfrm>
                    <a:off x="7643422" y="1517825"/>
                    <a:ext cx="81360" cy="291240"/>
                  </a:xfrm>
                  <a:prstGeom prst="rect">
                    <a:avLst/>
                  </a:prstGeom>
                </p:spPr>
              </p:pic>
            </mc:Fallback>
          </mc:AlternateContent>
          <mc:AlternateContent xmlns:mc="http://schemas.openxmlformats.org/markup-compatibility/2006" xmlns:p14="http://schemas.microsoft.com/office/powerpoint/2010/main">
            <mc:Choice Requires="p14">
              <p:contentPart p14:bwMode="auto" r:id="rId24">
                <p14:nvContentPartPr>
                  <p14:cNvPr id="30" name="墨迹 29">
                    <a:extLst>
                      <a:ext uri="{FF2B5EF4-FFF2-40B4-BE49-F238E27FC236}">
                        <a16:creationId xmlns:a16="http://schemas.microsoft.com/office/drawing/2014/main" id="{CD307CFF-A911-5F92-D480-35950BE33BF5}"/>
                      </a:ext>
                    </a:extLst>
                  </p14:cNvPr>
                  <p14:cNvContentPartPr/>
                  <p14:nvPr/>
                </p14:nvContentPartPr>
                <p14:xfrm>
                  <a:off x="7481422" y="1540505"/>
                  <a:ext cx="54360" cy="33120"/>
                </p14:xfrm>
              </p:contentPart>
            </mc:Choice>
            <mc:Fallback xmlns="">
              <p:pic>
                <p:nvPicPr>
                  <p:cNvPr id="30" name="墨迹 29">
                    <a:extLst>
                      <a:ext uri="{FF2B5EF4-FFF2-40B4-BE49-F238E27FC236}">
                        <a16:creationId xmlns:a16="http://schemas.microsoft.com/office/drawing/2014/main" id="{CD307CFF-A911-5F92-D480-35950BE33BF5}"/>
                      </a:ext>
                    </a:extLst>
                  </p:cNvPr>
                  <p:cNvPicPr/>
                  <p:nvPr/>
                </p:nvPicPr>
                <p:blipFill>
                  <a:blip r:embed="rId25"/>
                  <a:stretch>
                    <a:fillRect/>
                  </a:stretch>
                </p:blipFill>
                <p:spPr>
                  <a:xfrm>
                    <a:off x="7472422" y="1531505"/>
                    <a:ext cx="72000" cy="50760"/>
                  </a:xfrm>
                  <a:prstGeom prst="rect">
                    <a:avLst/>
                  </a:prstGeom>
                </p:spPr>
              </p:pic>
            </mc:Fallback>
          </mc:AlternateContent>
        </p:grpSp>
        <p:grpSp>
          <p:nvGrpSpPr>
            <p:cNvPr id="41" name="组合 40">
              <a:extLst>
                <a:ext uri="{FF2B5EF4-FFF2-40B4-BE49-F238E27FC236}">
                  <a16:creationId xmlns:a16="http://schemas.microsoft.com/office/drawing/2014/main" id="{C02C4A02-8D4E-B8CC-409D-3794F36988E9}"/>
                </a:ext>
              </a:extLst>
            </p:cNvPr>
            <p:cNvGrpSpPr/>
            <p:nvPr/>
          </p:nvGrpSpPr>
          <p:grpSpPr>
            <a:xfrm>
              <a:off x="9950662" y="1595945"/>
              <a:ext cx="507960" cy="371880"/>
              <a:chOff x="9950662" y="1595945"/>
              <a:chExt cx="507960" cy="371880"/>
            </a:xfrm>
          </p:grpSpPr>
          <mc:AlternateContent xmlns:mc="http://schemas.openxmlformats.org/markup-compatibility/2006" xmlns:p14="http://schemas.microsoft.com/office/powerpoint/2010/main">
            <mc:Choice Requires="p14">
              <p:contentPart p14:bwMode="auto" r:id="rId26">
                <p14:nvContentPartPr>
                  <p14:cNvPr id="16" name="墨迹 15">
                    <a:extLst>
                      <a:ext uri="{FF2B5EF4-FFF2-40B4-BE49-F238E27FC236}">
                        <a16:creationId xmlns:a16="http://schemas.microsoft.com/office/drawing/2014/main" id="{52A3C57C-1EAB-4741-55B4-A0BA9A702952}"/>
                      </a:ext>
                    </a:extLst>
                  </p14:cNvPr>
                  <p14:cNvContentPartPr/>
                  <p14:nvPr/>
                </p14:nvContentPartPr>
                <p14:xfrm>
                  <a:off x="10143262" y="1720865"/>
                  <a:ext cx="54000" cy="238680"/>
                </p14:xfrm>
              </p:contentPart>
            </mc:Choice>
            <mc:Fallback xmlns="">
              <p:pic>
                <p:nvPicPr>
                  <p:cNvPr id="16" name="墨迹 15">
                    <a:extLst>
                      <a:ext uri="{FF2B5EF4-FFF2-40B4-BE49-F238E27FC236}">
                        <a16:creationId xmlns:a16="http://schemas.microsoft.com/office/drawing/2014/main" id="{52A3C57C-1EAB-4741-55B4-A0BA9A702952}"/>
                      </a:ext>
                    </a:extLst>
                  </p:cNvPr>
                  <p:cNvPicPr/>
                  <p:nvPr/>
                </p:nvPicPr>
                <p:blipFill>
                  <a:blip r:embed="rId27"/>
                  <a:stretch>
                    <a:fillRect/>
                  </a:stretch>
                </p:blipFill>
                <p:spPr>
                  <a:xfrm>
                    <a:off x="10134622" y="1711865"/>
                    <a:ext cx="71640" cy="256320"/>
                  </a:xfrm>
                  <a:prstGeom prst="rect">
                    <a:avLst/>
                  </a:prstGeom>
                </p:spPr>
              </p:pic>
            </mc:Fallback>
          </mc:AlternateContent>
          <mc:AlternateContent xmlns:mc="http://schemas.openxmlformats.org/markup-compatibility/2006" xmlns:p14="http://schemas.microsoft.com/office/powerpoint/2010/main">
            <mc:Choice Requires="p14">
              <p:contentPart p14:bwMode="auto" r:id="rId28">
                <p14:nvContentPartPr>
                  <p14:cNvPr id="17" name="墨迹 16">
                    <a:extLst>
                      <a:ext uri="{FF2B5EF4-FFF2-40B4-BE49-F238E27FC236}">
                        <a16:creationId xmlns:a16="http://schemas.microsoft.com/office/drawing/2014/main" id="{41AE0320-D312-E218-3714-C513AE1D7435}"/>
                      </a:ext>
                    </a:extLst>
                  </p14:cNvPr>
                  <p14:cNvContentPartPr/>
                  <p14:nvPr/>
                </p14:nvContentPartPr>
                <p14:xfrm>
                  <a:off x="10224622" y="1780625"/>
                  <a:ext cx="132120" cy="130680"/>
                </p14:xfrm>
              </p:contentPart>
            </mc:Choice>
            <mc:Fallback xmlns="">
              <p:pic>
                <p:nvPicPr>
                  <p:cNvPr id="17" name="墨迹 16">
                    <a:extLst>
                      <a:ext uri="{FF2B5EF4-FFF2-40B4-BE49-F238E27FC236}">
                        <a16:creationId xmlns:a16="http://schemas.microsoft.com/office/drawing/2014/main" id="{41AE0320-D312-E218-3714-C513AE1D7435}"/>
                      </a:ext>
                    </a:extLst>
                  </p:cNvPr>
                  <p:cNvPicPr/>
                  <p:nvPr/>
                </p:nvPicPr>
                <p:blipFill>
                  <a:blip r:embed="rId29"/>
                  <a:stretch>
                    <a:fillRect/>
                  </a:stretch>
                </p:blipFill>
                <p:spPr>
                  <a:xfrm>
                    <a:off x="10215622" y="1771625"/>
                    <a:ext cx="149760" cy="148320"/>
                  </a:xfrm>
                  <a:prstGeom prst="rect">
                    <a:avLst/>
                  </a:prstGeom>
                </p:spPr>
              </p:pic>
            </mc:Fallback>
          </mc:AlternateContent>
          <mc:AlternateContent xmlns:mc="http://schemas.openxmlformats.org/markup-compatibility/2006" xmlns:p14="http://schemas.microsoft.com/office/powerpoint/2010/main">
            <mc:Choice Requires="p14">
              <p:contentPart p14:bwMode="auto" r:id="rId30">
                <p14:nvContentPartPr>
                  <p14:cNvPr id="18" name="墨迹 17">
                    <a:extLst>
                      <a:ext uri="{FF2B5EF4-FFF2-40B4-BE49-F238E27FC236}">
                        <a16:creationId xmlns:a16="http://schemas.microsoft.com/office/drawing/2014/main" id="{C8D3F590-75F6-D20F-5C20-E02A59458A96}"/>
                      </a:ext>
                    </a:extLst>
                  </p14:cNvPr>
                  <p14:cNvContentPartPr/>
                  <p14:nvPr/>
                </p14:nvContentPartPr>
                <p14:xfrm>
                  <a:off x="10269622" y="1762265"/>
                  <a:ext cx="104760" cy="144000"/>
                </p14:xfrm>
              </p:contentPart>
            </mc:Choice>
            <mc:Fallback xmlns="">
              <p:pic>
                <p:nvPicPr>
                  <p:cNvPr id="18" name="墨迹 17">
                    <a:extLst>
                      <a:ext uri="{FF2B5EF4-FFF2-40B4-BE49-F238E27FC236}">
                        <a16:creationId xmlns:a16="http://schemas.microsoft.com/office/drawing/2014/main" id="{C8D3F590-75F6-D20F-5C20-E02A59458A96}"/>
                      </a:ext>
                    </a:extLst>
                  </p:cNvPr>
                  <p:cNvPicPr/>
                  <p:nvPr/>
                </p:nvPicPr>
                <p:blipFill>
                  <a:blip r:embed="rId31"/>
                  <a:stretch>
                    <a:fillRect/>
                  </a:stretch>
                </p:blipFill>
                <p:spPr>
                  <a:xfrm>
                    <a:off x="10260982" y="1753265"/>
                    <a:ext cx="122400" cy="161640"/>
                  </a:xfrm>
                  <a:prstGeom prst="rect">
                    <a:avLst/>
                  </a:prstGeom>
                </p:spPr>
              </p:pic>
            </mc:Fallback>
          </mc:AlternateContent>
          <mc:AlternateContent xmlns:mc="http://schemas.openxmlformats.org/markup-compatibility/2006" xmlns:p14="http://schemas.microsoft.com/office/powerpoint/2010/main">
            <mc:Choice Requires="p14">
              <p:contentPart p14:bwMode="auto" r:id="rId32">
                <p14:nvContentPartPr>
                  <p14:cNvPr id="19" name="墨迹 18">
                    <a:extLst>
                      <a:ext uri="{FF2B5EF4-FFF2-40B4-BE49-F238E27FC236}">
                        <a16:creationId xmlns:a16="http://schemas.microsoft.com/office/drawing/2014/main" id="{55335228-CEAD-A54F-3FAD-FA9957571BF1}"/>
                      </a:ext>
                    </a:extLst>
                  </p14:cNvPr>
                  <p14:cNvContentPartPr/>
                  <p14:nvPr/>
                </p14:nvContentPartPr>
                <p14:xfrm>
                  <a:off x="10424062" y="1703945"/>
                  <a:ext cx="34560" cy="263880"/>
                </p14:xfrm>
              </p:contentPart>
            </mc:Choice>
            <mc:Fallback xmlns="">
              <p:pic>
                <p:nvPicPr>
                  <p:cNvPr id="19" name="墨迹 18">
                    <a:extLst>
                      <a:ext uri="{FF2B5EF4-FFF2-40B4-BE49-F238E27FC236}">
                        <a16:creationId xmlns:a16="http://schemas.microsoft.com/office/drawing/2014/main" id="{55335228-CEAD-A54F-3FAD-FA9957571BF1}"/>
                      </a:ext>
                    </a:extLst>
                  </p:cNvPr>
                  <p:cNvPicPr/>
                  <p:nvPr/>
                </p:nvPicPr>
                <p:blipFill>
                  <a:blip r:embed="rId33"/>
                  <a:stretch>
                    <a:fillRect/>
                  </a:stretch>
                </p:blipFill>
                <p:spPr>
                  <a:xfrm>
                    <a:off x="10415062" y="1694945"/>
                    <a:ext cx="52200" cy="281520"/>
                  </a:xfrm>
                  <a:prstGeom prst="rect">
                    <a:avLst/>
                  </a:prstGeom>
                </p:spPr>
              </p:pic>
            </mc:Fallback>
          </mc:AlternateContent>
          <mc:AlternateContent xmlns:mc="http://schemas.openxmlformats.org/markup-compatibility/2006" xmlns:p14="http://schemas.microsoft.com/office/powerpoint/2010/main">
            <mc:Choice Requires="p14">
              <p:contentPart p14:bwMode="auto" r:id="rId34">
                <p14:nvContentPartPr>
                  <p14:cNvPr id="40" name="墨迹 39">
                    <a:extLst>
                      <a:ext uri="{FF2B5EF4-FFF2-40B4-BE49-F238E27FC236}">
                        <a16:creationId xmlns:a16="http://schemas.microsoft.com/office/drawing/2014/main" id="{7FFC006E-88D1-FC4F-629F-F6565D998822}"/>
                      </a:ext>
                    </a:extLst>
                  </p14:cNvPr>
                  <p14:cNvContentPartPr/>
                  <p14:nvPr/>
                </p14:nvContentPartPr>
                <p14:xfrm>
                  <a:off x="9950662" y="1595945"/>
                  <a:ext cx="100800" cy="351360"/>
                </p14:xfrm>
              </p:contentPart>
            </mc:Choice>
            <mc:Fallback xmlns="">
              <p:pic>
                <p:nvPicPr>
                  <p:cNvPr id="40" name="墨迹 39">
                    <a:extLst>
                      <a:ext uri="{FF2B5EF4-FFF2-40B4-BE49-F238E27FC236}">
                        <a16:creationId xmlns:a16="http://schemas.microsoft.com/office/drawing/2014/main" id="{7FFC006E-88D1-FC4F-629F-F6565D998822}"/>
                      </a:ext>
                    </a:extLst>
                  </p:cNvPr>
                  <p:cNvPicPr/>
                  <p:nvPr/>
                </p:nvPicPr>
                <p:blipFill>
                  <a:blip r:embed="rId35"/>
                  <a:stretch>
                    <a:fillRect/>
                  </a:stretch>
                </p:blipFill>
                <p:spPr>
                  <a:xfrm>
                    <a:off x="9942022" y="1586945"/>
                    <a:ext cx="118440" cy="369000"/>
                  </a:xfrm>
                  <a:prstGeom prst="rect">
                    <a:avLst/>
                  </a:prstGeom>
                </p:spPr>
              </p:pic>
            </mc:Fallback>
          </mc:AlternateContent>
        </p:grpSp>
        <mc:AlternateContent xmlns:mc="http://schemas.openxmlformats.org/markup-compatibility/2006" xmlns:p14="http://schemas.microsoft.com/office/powerpoint/2010/main">
          <mc:Choice Requires="p14">
            <p:contentPart p14:bwMode="auto" r:id="rId36">
              <p14:nvContentPartPr>
                <p14:cNvPr id="70" name="墨迹 69">
                  <a:extLst>
                    <a:ext uri="{FF2B5EF4-FFF2-40B4-BE49-F238E27FC236}">
                      <a16:creationId xmlns:a16="http://schemas.microsoft.com/office/drawing/2014/main" id="{3A33D721-3E47-4FF5-2B50-0B89B21EB00E}"/>
                    </a:ext>
                  </a:extLst>
                </p14:cNvPr>
                <p14:cNvContentPartPr/>
                <p14:nvPr/>
              </p14:nvContentPartPr>
              <p14:xfrm>
                <a:off x="7560108" y="3085428"/>
                <a:ext cx="88200" cy="77760"/>
              </p14:xfrm>
            </p:contentPart>
          </mc:Choice>
          <mc:Fallback xmlns="">
            <p:pic>
              <p:nvPicPr>
                <p:cNvPr id="70" name="墨迹 69">
                  <a:extLst>
                    <a:ext uri="{FF2B5EF4-FFF2-40B4-BE49-F238E27FC236}">
                      <a16:creationId xmlns:a16="http://schemas.microsoft.com/office/drawing/2014/main" id="{3A33D721-3E47-4FF5-2B50-0B89B21EB00E}"/>
                    </a:ext>
                  </a:extLst>
                </p:cNvPr>
                <p:cNvPicPr/>
                <p:nvPr/>
              </p:nvPicPr>
              <p:blipFill>
                <a:blip r:embed="rId37"/>
                <a:stretch>
                  <a:fillRect/>
                </a:stretch>
              </p:blipFill>
              <p:spPr>
                <a:xfrm>
                  <a:off x="7555788" y="3081108"/>
                  <a:ext cx="96840" cy="86400"/>
                </a:xfrm>
                <a:prstGeom prst="rect">
                  <a:avLst/>
                </a:prstGeom>
              </p:spPr>
            </p:pic>
          </mc:Fallback>
        </mc:AlternateContent>
        <mc:AlternateContent xmlns:mc="http://schemas.openxmlformats.org/markup-compatibility/2006" xmlns:p14="http://schemas.microsoft.com/office/powerpoint/2010/main">
          <mc:Choice Requires="p14">
            <p:contentPart p14:bwMode="auto" r:id="rId38">
              <p14:nvContentPartPr>
                <p14:cNvPr id="71" name="墨迹 70">
                  <a:extLst>
                    <a:ext uri="{FF2B5EF4-FFF2-40B4-BE49-F238E27FC236}">
                      <a16:creationId xmlns:a16="http://schemas.microsoft.com/office/drawing/2014/main" id="{A288702C-39CB-E923-8AE0-0DEA4D939B68}"/>
                    </a:ext>
                  </a:extLst>
                </p14:cNvPr>
                <p14:cNvContentPartPr/>
                <p14:nvPr/>
              </p14:nvContentPartPr>
              <p14:xfrm>
                <a:off x="7606548" y="3068508"/>
                <a:ext cx="45000" cy="75600"/>
              </p14:xfrm>
            </p:contentPart>
          </mc:Choice>
          <mc:Fallback xmlns="">
            <p:pic>
              <p:nvPicPr>
                <p:cNvPr id="71" name="墨迹 70">
                  <a:extLst>
                    <a:ext uri="{FF2B5EF4-FFF2-40B4-BE49-F238E27FC236}">
                      <a16:creationId xmlns:a16="http://schemas.microsoft.com/office/drawing/2014/main" id="{A288702C-39CB-E923-8AE0-0DEA4D939B68}"/>
                    </a:ext>
                  </a:extLst>
                </p:cNvPr>
                <p:cNvPicPr/>
                <p:nvPr/>
              </p:nvPicPr>
              <p:blipFill>
                <a:blip r:embed="rId39"/>
                <a:stretch>
                  <a:fillRect/>
                </a:stretch>
              </p:blipFill>
              <p:spPr>
                <a:xfrm>
                  <a:off x="7602228" y="3064188"/>
                  <a:ext cx="53640" cy="84240"/>
                </a:xfrm>
                <a:prstGeom prst="rect">
                  <a:avLst/>
                </a:prstGeom>
              </p:spPr>
            </p:pic>
          </mc:Fallback>
        </mc:AlternateContent>
        <mc:AlternateContent xmlns:mc="http://schemas.openxmlformats.org/markup-compatibility/2006" xmlns:p14="http://schemas.microsoft.com/office/powerpoint/2010/main">
          <mc:Choice Requires="p14">
            <p:contentPart p14:bwMode="auto" r:id="rId40">
              <p14:nvContentPartPr>
                <p14:cNvPr id="72" name="墨迹 71">
                  <a:extLst>
                    <a:ext uri="{FF2B5EF4-FFF2-40B4-BE49-F238E27FC236}">
                      <a16:creationId xmlns:a16="http://schemas.microsoft.com/office/drawing/2014/main" id="{8F89CA6C-054D-FB5A-616F-AE1F0B4B3E2D}"/>
                    </a:ext>
                  </a:extLst>
                </p14:cNvPr>
                <p14:cNvContentPartPr/>
                <p14:nvPr/>
              </p14:nvContentPartPr>
              <p14:xfrm>
                <a:off x="7692228" y="3082548"/>
                <a:ext cx="9360" cy="13320"/>
              </p14:xfrm>
            </p:contentPart>
          </mc:Choice>
          <mc:Fallback xmlns="">
            <p:pic>
              <p:nvPicPr>
                <p:cNvPr id="72" name="墨迹 71">
                  <a:extLst>
                    <a:ext uri="{FF2B5EF4-FFF2-40B4-BE49-F238E27FC236}">
                      <a16:creationId xmlns:a16="http://schemas.microsoft.com/office/drawing/2014/main" id="{8F89CA6C-054D-FB5A-616F-AE1F0B4B3E2D}"/>
                    </a:ext>
                  </a:extLst>
                </p:cNvPr>
                <p:cNvPicPr/>
                <p:nvPr/>
              </p:nvPicPr>
              <p:blipFill>
                <a:blip r:embed="rId41"/>
                <a:stretch>
                  <a:fillRect/>
                </a:stretch>
              </p:blipFill>
              <p:spPr>
                <a:xfrm>
                  <a:off x="7687908" y="3078228"/>
                  <a:ext cx="18000" cy="21960"/>
                </a:xfrm>
                <a:prstGeom prst="rect">
                  <a:avLst/>
                </a:prstGeom>
              </p:spPr>
            </p:pic>
          </mc:Fallback>
        </mc:AlternateContent>
        <mc:AlternateContent xmlns:mc="http://schemas.openxmlformats.org/markup-compatibility/2006" xmlns:p14="http://schemas.microsoft.com/office/powerpoint/2010/main">
          <mc:Choice Requires="p14">
            <p:contentPart p14:bwMode="auto" r:id="rId42">
              <p14:nvContentPartPr>
                <p14:cNvPr id="74" name="墨迹 73">
                  <a:extLst>
                    <a:ext uri="{FF2B5EF4-FFF2-40B4-BE49-F238E27FC236}">
                      <a16:creationId xmlns:a16="http://schemas.microsoft.com/office/drawing/2014/main" id="{D16757E9-07E4-5896-E35F-6778DC02B6EF}"/>
                    </a:ext>
                  </a:extLst>
                </p14:cNvPr>
                <p14:cNvContentPartPr/>
                <p14:nvPr/>
              </p14:nvContentPartPr>
              <p14:xfrm>
                <a:off x="7672788" y="3125388"/>
                <a:ext cx="39600" cy="81360"/>
              </p14:xfrm>
            </p:contentPart>
          </mc:Choice>
          <mc:Fallback xmlns="">
            <p:pic>
              <p:nvPicPr>
                <p:cNvPr id="74" name="墨迹 73">
                  <a:extLst>
                    <a:ext uri="{FF2B5EF4-FFF2-40B4-BE49-F238E27FC236}">
                      <a16:creationId xmlns:a16="http://schemas.microsoft.com/office/drawing/2014/main" id="{D16757E9-07E4-5896-E35F-6778DC02B6EF}"/>
                    </a:ext>
                  </a:extLst>
                </p:cNvPr>
                <p:cNvPicPr/>
                <p:nvPr/>
              </p:nvPicPr>
              <p:blipFill>
                <a:blip r:embed="rId43"/>
                <a:stretch>
                  <a:fillRect/>
                </a:stretch>
              </p:blipFill>
              <p:spPr>
                <a:xfrm>
                  <a:off x="7668468" y="3121068"/>
                  <a:ext cx="48240" cy="90000"/>
                </a:xfrm>
                <a:prstGeom prst="rect">
                  <a:avLst/>
                </a:prstGeom>
              </p:spPr>
            </p:pic>
          </mc:Fallback>
        </mc:AlternateContent>
        <mc:AlternateContent xmlns:mc="http://schemas.openxmlformats.org/markup-compatibility/2006" xmlns:p14="http://schemas.microsoft.com/office/powerpoint/2010/main">
          <mc:Choice Requires="p14">
            <p:contentPart p14:bwMode="auto" r:id="rId44">
              <p14:nvContentPartPr>
                <p14:cNvPr id="76" name="墨迹 75">
                  <a:extLst>
                    <a:ext uri="{FF2B5EF4-FFF2-40B4-BE49-F238E27FC236}">
                      <a16:creationId xmlns:a16="http://schemas.microsoft.com/office/drawing/2014/main" id="{66916627-BA62-8095-19F0-1AC91629B05C}"/>
                    </a:ext>
                  </a:extLst>
                </p14:cNvPr>
                <p14:cNvContentPartPr/>
                <p14:nvPr/>
              </p14:nvContentPartPr>
              <p14:xfrm>
                <a:off x="7592148" y="3158148"/>
                <a:ext cx="6840" cy="25560"/>
              </p14:xfrm>
            </p:contentPart>
          </mc:Choice>
          <mc:Fallback xmlns="">
            <p:pic>
              <p:nvPicPr>
                <p:cNvPr id="76" name="墨迹 75">
                  <a:extLst>
                    <a:ext uri="{FF2B5EF4-FFF2-40B4-BE49-F238E27FC236}">
                      <a16:creationId xmlns:a16="http://schemas.microsoft.com/office/drawing/2014/main" id="{66916627-BA62-8095-19F0-1AC91629B05C}"/>
                    </a:ext>
                  </a:extLst>
                </p:cNvPr>
                <p:cNvPicPr/>
                <p:nvPr/>
              </p:nvPicPr>
              <p:blipFill>
                <a:blip r:embed="rId45"/>
                <a:stretch>
                  <a:fillRect/>
                </a:stretch>
              </p:blipFill>
              <p:spPr>
                <a:xfrm>
                  <a:off x="7587828" y="3153828"/>
                  <a:ext cx="15480" cy="34200"/>
                </a:xfrm>
                <a:prstGeom prst="rect">
                  <a:avLst/>
                </a:prstGeom>
              </p:spPr>
            </p:pic>
          </mc:Fallback>
        </mc:AlternateContent>
        <mc:AlternateContent xmlns:mc="http://schemas.openxmlformats.org/markup-compatibility/2006" xmlns:p14="http://schemas.microsoft.com/office/powerpoint/2010/main">
          <mc:Choice Requires="p14">
            <p:contentPart p14:bwMode="auto" r:id="rId46">
              <p14:nvContentPartPr>
                <p14:cNvPr id="78" name="墨迹 77">
                  <a:extLst>
                    <a:ext uri="{FF2B5EF4-FFF2-40B4-BE49-F238E27FC236}">
                      <a16:creationId xmlns:a16="http://schemas.microsoft.com/office/drawing/2014/main" id="{D81A215E-83C5-8052-62DA-18FB08B03D9B}"/>
                    </a:ext>
                  </a:extLst>
                </p14:cNvPr>
                <p14:cNvContentPartPr/>
                <p14:nvPr/>
              </p14:nvContentPartPr>
              <p14:xfrm>
                <a:off x="7602228" y="3134028"/>
                <a:ext cx="7920" cy="21600"/>
              </p14:xfrm>
            </p:contentPart>
          </mc:Choice>
          <mc:Fallback xmlns="">
            <p:pic>
              <p:nvPicPr>
                <p:cNvPr id="78" name="墨迹 77">
                  <a:extLst>
                    <a:ext uri="{FF2B5EF4-FFF2-40B4-BE49-F238E27FC236}">
                      <a16:creationId xmlns:a16="http://schemas.microsoft.com/office/drawing/2014/main" id="{D81A215E-83C5-8052-62DA-18FB08B03D9B}"/>
                    </a:ext>
                  </a:extLst>
                </p:cNvPr>
                <p:cNvPicPr/>
                <p:nvPr/>
              </p:nvPicPr>
              <p:blipFill>
                <a:blip r:embed="rId47"/>
                <a:stretch>
                  <a:fillRect/>
                </a:stretch>
              </p:blipFill>
              <p:spPr>
                <a:xfrm>
                  <a:off x="7597908" y="3129708"/>
                  <a:ext cx="16560" cy="30240"/>
                </a:xfrm>
                <a:prstGeom prst="rect">
                  <a:avLst/>
                </a:prstGeom>
              </p:spPr>
            </p:pic>
          </mc:Fallback>
        </mc:AlternateContent>
        <p:grpSp>
          <p:nvGrpSpPr>
            <p:cNvPr id="81" name="组合 80">
              <a:extLst>
                <a:ext uri="{FF2B5EF4-FFF2-40B4-BE49-F238E27FC236}">
                  <a16:creationId xmlns:a16="http://schemas.microsoft.com/office/drawing/2014/main" id="{40B4F7ED-E2FD-2836-A421-576C11587D28}"/>
                </a:ext>
              </a:extLst>
            </p:cNvPr>
            <p:cNvGrpSpPr/>
            <p:nvPr/>
          </p:nvGrpSpPr>
          <p:grpSpPr>
            <a:xfrm>
              <a:off x="7258788" y="3071028"/>
              <a:ext cx="138600" cy="121680"/>
              <a:chOff x="7258788" y="3071028"/>
              <a:chExt cx="138600" cy="121680"/>
            </a:xfrm>
          </p:grpSpPr>
          <mc:AlternateContent xmlns:mc="http://schemas.openxmlformats.org/markup-compatibility/2006" xmlns:p14="http://schemas.microsoft.com/office/powerpoint/2010/main">
            <mc:Choice Requires="p14">
              <p:contentPart p14:bwMode="auto" r:id="rId48">
                <p14:nvContentPartPr>
                  <p14:cNvPr id="57" name="墨迹 56">
                    <a:extLst>
                      <a:ext uri="{FF2B5EF4-FFF2-40B4-BE49-F238E27FC236}">
                        <a16:creationId xmlns:a16="http://schemas.microsoft.com/office/drawing/2014/main" id="{1727EFB7-363C-7ACE-82A9-FAB1A6B64340}"/>
                      </a:ext>
                    </a:extLst>
                  </p14:cNvPr>
                  <p14:cNvContentPartPr/>
                  <p14:nvPr/>
                </p14:nvContentPartPr>
                <p14:xfrm>
                  <a:off x="7258788" y="3080748"/>
                  <a:ext cx="81720" cy="76320"/>
                </p14:xfrm>
              </p:contentPart>
            </mc:Choice>
            <mc:Fallback xmlns="">
              <p:pic>
                <p:nvPicPr>
                  <p:cNvPr id="57" name="墨迹 56">
                    <a:extLst>
                      <a:ext uri="{FF2B5EF4-FFF2-40B4-BE49-F238E27FC236}">
                        <a16:creationId xmlns:a16="http://schemas.microsoft.com/office/drawing/2014/main" id="{1727EFB7-363C-7ACE-82A9-FAB1A6B64340}"/>
                      </a:ext>
                    </a:extLst>
                  </p:cNvPr>
                  <p:cNvPicPr/>
                  <p:nvPr/>
                </p:nvPicPr>
                <p:blipFill>
                  <a:blip r:embed="rId49"/>
                  <a:stretch>
                    <a:fillRect/>
                  </a:stretch>
                </p:blipFill>
                <p:spPr>
                  <a:xfrm>
                    <a:off x="7254468" y="3076428"/>
                    <a:ext cx="90360" cy="84960"/>
                  </a:xfrm>
                  <a:prstGeom prst="rect">
                    <a:avLst/>
                  </a:prstGeom>
                </p:spPr>
              </p:pic>
            </mc:Fallback>
          </mc:AlternateContent>
          <mc:AlternateContent xmlns:mc="http://schemas.openxmlformats.org/markup-compatibility/2006" xmlns:p14="http://schemas.microsoft.com/office/powerpoint/2010/main">
            <mc:Choice Requires="p14">
              <p:contentPart p14:bwMode="auto" r:id="rId50">
                <p14:nvContentPartPr>
                  <p14:cNvPr id="58" name="墨迹 57">
                    <a:extLst>
                      <a:ext uri="{FF2B5EF4-FFF2-40B4-BE49-F238E27FC236}">
                        <a16:creationId xmlns:a16="http://schemas.microsoft.com/office/drawing/2014/main" id="{2C05EEB8-A824-577A-33AF-053F90B60811}"/>
                      </a:ext>
                    </a:extLst>
                  </p14:cNvPr>
                  <p14:cNvContentPartPr/>
                  <p14:nvPr/>
                </p14:nvContentPartPr>
                <p14:xfrm>
                  <a:off x="7275708" y="3071028"/>
                  <a:ext cx="69840" cy="121680"/>
                </p14:xfrm>
              </p:contentPart>
            </mc:Choice>
            <mc:Fallback xmlns="">
              <p:pic>
                <p:nvPicPr>
                  <p:cNvPr id="58" name="墨迹 57">
                    <a:extLst>
                      <a:ext uri="{FF2B5EF4-FFF2-40B4-BE49-F238E27FC236}">
                        <a16:creationId xmlns:a16="http://schemas.microsoft.com/office/drawing/2014/main" id="{2C05EEB8-A824-577A-33AF-053F90B60811}"/>
                      </a:ext>
                    </a:extLst>
                  </p:cNvPr>
                  <p:cNvPicPr/>
                  <p:nvPr/>
                </p:nvPicPr>
                <p:blipFill>
                  <a:blip r:embed="rId51"/>
                  <a:stretch>
                    <a:fillRect/>
                  </a:stretch>
                </p:blipFill>
                <p:spPr>
                  <a:xfrm>
                    <a:off x="7271388" y="3066708"/>
                    <a:ext cx="78480" cy="130320"/>
                  </a:xfrm>
                  <a:prstGeom prst="rect">
                    <a:avLst/>
                  </a:prstGeom>
                </p:spPr>
              </p:pic>
            </mc:Fallback>
          </mc:AlternateContent>
          <mc:AlternateContent xmlns:mc="http://schemas.openxmlformats.org/markup-compatibility/2006" xmlns:p14="http://schemas.microsoft.com/office/powerpoint/2010/main">
            <mc:Choice Requires="p14">
              <p:contentPart p14:bwMode="auto" r:id="rId52">
                <p14:nvContentPartPr>
                  <p14:cNvPr id="59" name="墨迹 58">
                    <a:extLst>
                      <a:ext uri="{FF2B5EF4-FFF2-40B4-BE49-F238E27FC236}">
                        <a16:creationId xmlns:a16="http://schemas.microsoft.com/office/drawing/2014/main" id="{100D93A5-39C2-448A-70C4-44D04BFAC8B2}"/>
                      </a:ext>
                    </a:extLst>
                  </p14:cNvPr>
                  <p14:cNvContentPartPr/>
                  <p14:nvPr/>
                </p14:nvContentPartPr>
                <p14:xfrm>
                  <a:off x="7378668" y="3082548"/>
                  <a:ext cx="15120" cy="6840"/>
                </p14:xfrm>
              </p:contentPart>
            </mc:Choice>
            <mc:Fallback xmlns="">
              <p:pic>
                <p:nvPicPr>
                  <p:cNvPr id="59" name="墨迹 58">
                    <a:extLst>
                      <a:ext uri="{FF2B5EF4-FFF2-40B4-BE49-F238E27FC236}">
                        <a16:creationId xmlns:a16="http://schemas.microsoft.com/office/drawing/2014/main" id="{100D93A5-39C2-448A-70C4-44D04BFAC8B2}"/>
                      </a:ext>
                    </a:extLst>
                  </p:cNvPr>
                  <p:cNvPicPr/>
                  <p:nvPr/>
                </p:nvPicPr>
                <p:blipFill>
                  <a:blip r:embed="rId53"/>
                  <a:stretch>
                    <a:fillRect/>
                  </a:stretch>
                </p:blipFill>
                <p:spPr>
                  <a:xfrm>
                    <a:off x="7374348" y="3078228"/>
                    <a:ext cx="23760" cy="15480"/>
                  </a:xfrm>
                  <a:prstGeom prst="rect">
                    <a:avLst/>
                  </a:prstGeom>
                </p:spPr>
              </p:pic>
            </mc:Fallback>
          </mc:AlternateContent>
          <mc:AlternateContent xmlns:mc="http://schemas.openxmlformats.org/markup-compatibility/2006" xmlns:p14="http://schemas.microsoft.com/office/powerpoint/2010/main">
            <mc:Choice Requires="p14">
              <p:contentPart p14:bwMode="auto" r:id="rId54">
                <p14:nvContentPartPr>
                  <p14:cNvPr id="61" name="墨迹 60">
                    <a:extLst>
                      <a:ext uri="{FF2B5EF4-FFF2-40B4-BE49-F238E27FC236}">
                        <a16:creationId xmlns:a16="http://schemas.microsoft.com/office/drawing/2014/main" id="{25733C5D-FD13-5C4E-D15F-D1AE04F80048}"/>
                      </a:ext>
                    </a:extLst>
                  </p14:cNvPr>
                  <p14:cNvContentPartPr/>
                  <p14:nvPr/>
                </p14:nvContentPartPr>
                <p14:xfrm>
                  <a:off x="7378668" y="3128268"/>
                  <a:ext cx="18720" cy="50040"/>
                </p14:xfrm>
              </p:contentPart>
            </mc:Choice>
            <mc:Fallback xmlns="">
              <p:pic>
                <p:nvPicPr>
                  <p:cNvPr id="61" name="墨迹 60">
                    <a:extLst>
                      <a:ext uri="{FF2B5EF4-FFF2-40B4-BE49-F238E27FC236}">
                        <a16:creationId xmlns:a16="http://schemas.microsoft.com/office/drawing/2014/main" id="{25733C5D-FD13-5C4E-D15F-D1AE04F80048}"/>
                      </a:ext>
                    </a:extLst>
                  </p:cNvPr>
                  <p:cNvPicPr/>
                  <p:nvPr/>
                </p:nvPicPr>
                <p:blipFill>
                  <a:blip r:embed="rId55"/>
                  <a:stretch>
                    <a:fillRect/>
                  </a:stretch>
                </p:blipFill>
                <p:spPr>
                  <a:xfrm>
                    <a:off x="7374348" y="3123948"/>
                    <a:ext cx="27360" cy="58680"/>
                  </a:xfrm>
                  <a:prstGeom prst="rect">
                    <a:avLst/>
                  </a:prstGeom>
                </p:spPr>
              </p:pic>
            </mc:Fallback>
          </mc:AlternateContent>
          <mc:AlternateContent xmlns:mc="http://schemas.openxmlformats.org/markup-compatibility/2006" xmlns:p14="http://schemas.microsoft.com/office/powerpoint/2010/main">
            <mc:Choice Requires="p14">
              <p:contentPart p14:bwMode="auto" r:id="rId56">
                <p14:nvContentPartPr>
                  <p14:cNvPr id="80" name="墨迹 79">
                    <a:extLst>
                      <a:ext uri="{FF2B5EF4-FFF2-40B4-BE49-F238E27FC236}">
                        <a16:creationId xmlns:a16="http://schemas.microsoft.com/office/drawing/2014/main" id="{DC46AF64-1AF6-39D7-3E4D-BB556B9C1F53}"/>
                      </a:ext>
                    </a:extLst>
                  </p14:cNvPr>
                  <p14:cNvContentPartPr/>
                  <p14:nvPr/>
                </p14:nvContentPartPr>
                <p14:xfrm>
                  <a:off x="7339068" y="3159588"/>
                  <a:ext cx="12240" cy="15120"/>
                </p14:xfrm>
              </p:contentPart>
            </mc:Choice>
            <mc:Fallback xmlns="">
              <p:pic>
                <p:nvPicPr>
                  <p:cNvPr id="80" name="墨迹 79">
                    <a:extLst>
                      <a:ext uri="{FF2B5EF4-FFF2-40B4-BE49-F238E27FC236}">
                        <a16:creationId xmlns:a16="http://schemas.microsoft.com/office/drawing/2014/main" id="{DC46AF64-1AF6-39D7-3E4D-BB556B9C1F53}"/>
                      </a:ext>
                    </a:extLst>
                  </p:cNvPr>
                  <p:cNvPicPr/>
                  <p:nvPr/>
                </p:nvPicPr>
                <p:blipFill>
                  <a:blip r:embed="rId57"/>
                  <a:stretch>
                    <a:fillRect/>
                  </a:stretch>
                </p:blipFill>
                <p:spPr>
                  <a:xfrm>
                    <a:off x="7334748" y="3155268"/>
                    <a:ext cx="20880" cy="23760"/>
                  </a:xfrm>
                  <a:prstGeom prst="rect">
                    <a:avLst/>
                  </a:prstGeom>
                </p:spPr>
              </p:pic>
            </mc:Fallback>
          </mc:AlternateContent>
        </p:grpSp>
        <p:grpSp>
          <p:nvGrpSpPr>
            <p:cNvPr id="97" name="组合 96">
              <a:extLst>
                <a:ext uri="{FF2B5EF4-FFF2-40B4-BE49-F238E27FC236}">
                  <a16:creationId xmlns:a16="http://schemas.microsoft.com/office/drawing/2014/main" id="{3B872860-8560-96EF-F6CE-B8246C608036}"/>
                </a:ext>
              </a:extLst>
            </p:cNvPr>
            <p:cNvGrpSpPr/>
            <p:nvPr/>
          </p:nvGrpSpPr>
          <p:grpSpPr>
            <a:xfrm>
              <a:off x="7291188" y="2550424"/>
              <a:ext cx="69120" cy="420265"/>
              <a:chOff x="7291188" y="2550424"/>
              <a:chExt cx="69120" cy="420265"/>
            </a:xfrm>
          </p:grpSpPr>
          <mc:AlternateContent xmlns:mc="http://schemas.openxmlformats.org/markup-compatibility/2006" xmlns:p14="http://schemas.microsoft.com/office/powerpoint/2010/main">
            <mc:Choice Requires="p14">
              <p:contentPart p14:bwMode="auto" r:id="rId58">
                <p14:nvContentPartPr>
                  <p14:cNvPr id="49" name="墨迹 48">
                    <a:extLst>
                      <a:ext uri="{FF2B5EF4-FFF2-40B4-BE49-F238E27FC236}">
                        <a16:creationId xmlns:a16="http://schemas.microsoft.com/office/drawing/2014/main" id="{2EA9254F-EB71-9379-26BB-F2E31CC9B2E5}"/>
                      </a:ext>
                    </a:extLst>
                  </p14:cNvPr>
                  <p14:cNvContentPartPr/>
                  <p14:nvPr/>
                </p14:nvContentPartPr>
                <p14:xfrm>
                  <a:off x="7330428" y="2563384"/>
                  <a:ext cx="360" cy="1080"/>
                </p14:xfrm>
              </p:contentPart>
            </mc:Choice>
            <mc:Fallback xmlns="">
              <p:pic>
                <p:nvPicPr>
                  <p:cNvPr id="49" name="墨迹 48">
                    <a:extLst>
                      <a:ext uri="{FF2B5EF4-FFF2-40B4-BE49-F238E27FC236}">
                        <a16:creationId xmlns:a16="http://schemas.microsoft.com/office/drawing/2014/main" id="{2EA9254F-EB71-9379-26BB-F2E31CC9B2E5}"/>
                      </a:ext>
                    </a:extLst>
                  </p:cNvPr>
                  <p:cNvPicPr/>
                  <p:nvPr/>
                </p:nvPicPr>
                <p:blipFill>
                  <a:blip r:embed="rId59"/>
                  <a:stretch>
                    <a:fillRect/>
                  </a:stretch>
                </p:blipFill>
                <p:spPr>
                  <a:xfrm>
                    <a:off x="7326108" y="2559064"/>
                    <a:ext cx="9000" cy="9720"/>
                  </a:xfrm>
                  <a:prstGeom prst="rect">
                    <a:avLst/>
                  </a:prstGeom>
                </p:spPr>
              </p:pic>
            </mc:Fallback>
          </mc:AlternateContent>
          <mc:AlternateContent xmlns:mc="http://schemas.openxmlformats.org/markup-compatibility/2006" xmlns:p14="http://schemas.microsoft.com/office/powerpoint/2010/main">
            <mc:Choice Requires="p14">
              <p:contentPart p14:bwMode="auto" r:id="rId60">
                <p14:nvContentPartPr>
                  <p14:cNvPr id="50" name="墨迹 49">
                    <a:extLst>
                      <a:ext uri="{FF2B5EF4-FFF2-40B4-BE49-F238E27FC236}">
                        <a16:creationId xmlns:a16="http://schemas.microsoft.com/office/drawing/2014/main" id="{09919B8D-4F29-4DD7-9162-CFD9EDA18FBB}"/>
                      </a:ext>
                    </a:extLst>
                  </p14:cNvPr>
                  <p14:cNvContentPartPr/>
                  <p14:nvPr/>
                </p14:nvContentPartPr>
                <p14:xfrm>
                  <a:off x="7327908" y="2550424"/>
                  <a:ext cx="7920" cy="62640"/>
                </p14:xfrm>
              </p:contentPart>
            </mc:Choice>
            <mc:Fallback xmlns="">
              <p:pic>
                <p:nvPicPr>
                  <p:cNvPr id="50" name="墨迹 49">
                    <a:extLst>
                      <a:ext uri="{FF2B5EF4-FFF2-40B4-BE49-F238E27FC236}">
                        <a16:creationId xmlns:a16="http://schemas.microsoft.com/office/drawing/2014/main" id="{09919B8D-4F29-4DD7-9162-CFD9EDA18FBB}"/>
                      </a:ext>
                    </a:extLst>
                  </p:cNvPr>
                  <p:cNvPicPr/>
                  <p:nvPr/>
                </p:nvPicPr>
                <p:blipFill>
                  <a:blip r:embed="rId61"/>
                  <a:stretch>
                    <a:fillRect/>
                  </a:stretch>
                </p:blipFill>
                <p:spPr>
                  <a:xfrm>
                    <a:off x="7323588" y="2546104"/>
                    <a:ext cx="16560" cy="71280"/>
                  </a:xfrm>
                  <a:prstGeom prst="rect">
                    <a:avLst/>
                  </a:prstGeom>
                </p:spPr>
              </p:pic>
            </mc:Fallback>
          </mc:AlternateContent>
          <mc:AlternateContent xmlns:mc="http://schemas.openxmlformats.org/markup-compatibility/2006" xmlns:p14="http://schemas.microsoft.com/office/powerpoint/2010/main">
            <mc:Choice Requires="p14">
              <p:contentPart p14:bwMode="auto" r:id="rId62">
                <p14:nvContentPartPr>
                  <p14:cNvPr id="51" name="墨迹 50">
                    <a:extLst>
                      <a:ext uri="{FF2B5EF4-FFF2-40B4-BE49-F238E27FC236}">
                        <a16:creationId xmlns:a16="http://schemas.microsoft.com/office/drawing/2014/main" id="{82691EF7-A294-0CCD-BC0B-0EEF2D085245}"/>
                      </a:ext>
                    </a:extLst>
                  </p14:cNvPr>
                  <p14:cNvContentPartPr/>
                  <p14:nvPr/>
                </p14:nvContentPartPr>
                <p14:xfrm>
                  <a:off x="7339068" y="2692984"/>
                  <a:ext cx="1440" cy="30960"/>
                </p14:xfrm>
              </p:contentPart>
            </mc:Choice>
            <mc:Fallback xmlns="">
              <p:pic>
                <p:nvPicPr>
                  <p:cNvPr id="51" name="墨迹 50">
                    <a:extLst>
                      <a:ext uri="{FF2B5EF4-FFF2-40B4-BE49-F238E27FC236}">
                        <a16:creationId xmlns:a16="http://schemas.microsoft.com/office/drawing/2014/main" id="{82691EF7-A294-0CCD-BC0B-0EEF2D085245}"/>
                      </a:ext>
                    </a:extLst>
                  </p:cNvPr>
                  <p:cNvPicPr/>
                  <p:nvPr/>
                </p:nvPicPr>
                <p:blipFill>
                  <a:blip r:embed="rId63"/>
                  <a:stretch>
                    <a:fillRect/>
                  </a:stretch>
                </p:blipFill>
                <p:spPr>
                  <a:xfrm>
                    <a:off x="7334748" y="2688664"/>
                    <a:ext cx="10080" cy="39600"/>
                  </a:xfrm>
                  <a:prstGeom prst="rect">
                    <a:avLst/>
                  </a:prstGeom>
                </p:spPr>
              </p:pic>
            </mc:Fallback>
          </mc:AlternateContent>
          <mc:AlternateContent xmlns:mc="http://schemas.openxmlformats.org/markup-compatibility/2006" xmlns:p14="http://schemas.microsoft.com/office/powerpoint/2010/main">
            <mc:Choice Requires="p14">
              <p:contentPart p14:bwMode="auto" r:id="rId64">
                <p14:nvContentPartPr>
                  <p14:cNvPr id="52" name="墨迹 51">
                    <a:extLst>
                      <a:ext uri="{FF2B5EF4-FFF2-40B4-BE49-F238E27FC236}">
                        <a16:creationId xmlns:a16="http://schemas.microsoft.com/office/drawing/2014/main" id="{4754EF03-A6F1-2A74-D726-6A20331AD746}"/>
                      </a:ext>
                    </a:extLst>
                  </p14:cNvPr>
                  <p14:cNvContentPartPr/>
                  <p14:nvPr/>
                </p14:nvContentPartPr>
                <p14:xfrm>
                  <a:off x="7334028" y="2752744"/>
                  <a:ext cx="9720" cy="78480"/>
                </p14:xfrm>
              </p:contentPart>
            </mc:Choice>
            <mc:Fallback xmlns="">
              <p:pic>
                <p:nvPicPr>
                  <p:cNvPr id="52" name="墨迹 51">
                    <a:extLst>
                      <a:ext uri="{FF2B5EF4-FFF2-40B4-BE49-F238E27FC236}">
                        <a16:creationId xmlns:a16="http://schemas.microsoft.com/office/drawing/2014/main" id="{4754EF03-A6F1-2A74-D726-6A20331AD746}"/>
                      </a:ext>
                    </a:extLst>
                  </p:cNvPr>
                  <p:cNvPicPr/>
                  <p:nvPr/>
                </p:nvPicPr>
                <p:blipFill>
                  <a:blip r:embed="rId65"/>
                  <a:stretch>
                    <a:fillRect/>
                  </a:stretch>
                </p:blipFill>
                <p:spPr>
                  <a:xfrm>
                    <a:off x="7329708" y="2748424"/>
                    <a:ext cx="18360" cy="87120"/>
                  </a:xfrm>
                  <a:prstGeom prst="rect">
                    <a:avLst/>
                  </a:prstGeom>
                </p:spPr>
              </p:pic>
            </mc:Fallback>
          </mc:AlternateContent>
          <mc:AlternateContent xmlns:mc="http://schemas.openxmlformats.org/markup-compatibility/2006" xmlns:p14="http://schemas.microsoft.com/office/powerpoint/2010/main">
            <mc:Choice Requires="p14">
              <p:contentPart p14:bwMode="auto" r:id="rId66">
                <p14:nvContentPartPr>
                  <p14:cNvPr id="53" name="墨迹 52">
                    <a:extLst>
                      <a:ext uri="{FF2B5EF4-FFF2-40B4-BE49-F238E27FC236}">
                        <a16:creationId xmlns:a16="http://schemas.microsoft.com/office/drawing/2014/main" id="{B6ABB6BB-FB06-66D4-E9F8-E72AF648D6EF}"/>
                      </a:ext>
                    </a:extLst>
                  </p14:cNvPr>
                  <p14:cNvContentPartPr/>
                  <p14:nvPr/>
                </p14:nvContentPartPr>
                <p14:xfrm>
                  <a:off x="7358868" y="2914744"/>
                  <a:ext cx="1440" cy="32760"/>
                </p14:xfrm>
              </p:contentPart>
            </mc:Choice>
            <mc:Fallback xmlns="">
              <p:pic>
                <p:nvPicPr>
                  <p:cNvPr id="53" name="墨迹 52">
                    <a:extLst>
                      <a:ext uri="{FF2B5EF4-FFF2-40B4-BE49-F238E27FC236}">
                        <a16:creationId xmlns:a16="http://schemas.microsoft.com/office/drawing/2014/main" id="{B6ABB6BB-FB06-66D4-E9F8-E72AF648D6EF}"/>
                      </a:ext>
                    </a:extLst>
                  </p:cNvPr>
                  <p:cNvPicPr/>
                  <p:nvPr/>
                </p:nvPicPr>
                <p:blipFill>
                  <a:blip r:embed="rId67"/>
                  <a:stretch>
                    <a:fillRect/>
                  </a:stretch>
                </p:blipFill>
                <p:spPr>
                  <a:xfrm>
                    <a:off x="7354548" y="2910424"/>
                    <a:ext cx="10080" cy="41400"/>
                  </a:xfrm>
                  <a:prstGeom prst="rect">
                    <a:avLst/>
                  </a:prstGeom>
                </p:spPr>
              </p:pic>
            </mc:Fallback>
          </mc:AlternateContent>
          <mc:AlternateContent xmlns:mc="http://schemas.openxmlformats.org/markup-compatibility/2006" xmlns:p14="http://schemas.microsoft.com/office/powerpoint/2010/main">
            <mc:Choice Requires="p14">
              <p:contentPart p14:bwMode="auto" r:id="rId68">
                <p14:nvContentPartPr>
                  <p14:cNvPr id="55" name="墨迹 54">
                    <a:extLst>
                      <a:ext uri="{FF2B5EF4-FFF2-40B4-BE49-F238E27FC236}">
                        <a16:creationId xmlns:a16="http://schemas.microsoft.com/office/drawing/2014/main" id="{3764AB50-4D20-C758-B6C2-27E7F6B8B9D0}"/>
                      </a:ext>
                    </a:extLst>
                  </p14:cNvPr>
                  <p14:cNvContentPartPr/>
                  <p14:nvPr/>
                </p14:nvContentPartPr>
                <p14:xfrm>
                  <a:off x="7345188" y="2874064"/>
                  <a:ext cx="11520" cy="96120"/>
                </p14:xfrm>
              </p:contentPart>
            </mc:Choice>
            <mc:Fallback xmlns="">
              <p:pic>
                <p:nvPicPr>
                  <p:cNvPr id="55" name="墨迹 54">
                    <a:extLst>
                      <a:ext uri="{FF2B5EF4-FFF2-40B4-BE49-F238E27FC236}">
                        <a16:creationId xmlns:a16="http://schemas.microsoft.com/office/drawing/2014/main" id="{3764AB50-4D20-C758-B6C2-27E7F6B8B9D0}"/>
                      </a:ext>
                    </a:extLst>
                  </p:cNvPr>
                  <p:cNvPicPr/>
                  <p:nvPr/>
                </p:nvPicPr>
                <p:blipFill>
                  <a:blip r:embed="rId69"/>
                  <a:stretch>
                    <a:fillRect/>
                  </a:stretch>
                </p:blipFill>
                <p:spPr>
                  <a:xfrm>
                    <a:off x="7340868" y="2869744"/>
                    <a:ext cx="20160" cy="104760"/>
                  </a:xfrm>
                  <a:prstGeom prst="rect">
                    <a:avLst/>
                  </a:prstGeom>
                </p:spPr>
              </p:pic>
            </mc:Fallback>
          </mc:AlternateContent>
          <mc:AlternateContent xmlns:mc="http://schemas.openxmlformats.org/markup-compatibility/2006" xmlns:p14="http://schemas.microsoft.com/office/powerpoint/2010/main">
            <mc:Choice Requires="p14">
              <p:contentPart p14:bwMode="auto" r:id="rId70">
                <p14:nvContentPartPr>
                  <p14:cNvPr id="86" name="墨迹 85">
                    <a:extLst>
                      <a:ext uri="{FF2B5EF4-FFF2-40B4-BE49-F238E27FC236}">
                        <a16:creationId xmlns:a16="http://schemas.microsoft.com/office/drawing/2014/main" id="{AE8C2263-7410-A380-9912-2A1946ABA656}"/>
                      </a:ext>
                    </a:extLst>
                  </p14:cNvPr>
                  <p14:cNvContentPartPr/>
                  <p14:nvPr/>
                </p14:nvContentPartPr>
                <p14:xfrm>
                  <a:off x="7293348" y="2600609"/>
                  <a:ext cx="2520" cy="35280"/>
                </p14:xfrm>
              </p:contentPart>
            </mc:Choice>
            <mc:Fallback xmlns="">
              <p:pic>
                <p:nvPicPr>
                  <p:cNvPr id="86" name="墨迹 85">
                    <a:extLst>
                      <a:ext uri="{FF2B5EF4-FFF2-40B4-BE49-F238E27FC236}">
                        <a16:creationId xmlns:a16="http://schemas.microsoft.com/office/drawing/2014/main" id="{AE8C2263-7410-A380-9912-2A1946ABA656}"/>
                      </a:ext>
                    </a:extLst>
                  </p:cNvPr>
                  <p:cNvPicPr/>
                  <p:nvPr/>
                </p:nvPicPr>
                <p:blipFill>
                  <a:blip r:embed="rId67"/>
                  <a:stretch>
                    <a:fillRect/>
                  </a:stretch>
                </p:blipFill>
                <p:spPr>
                  <a:xfrm>
                    <a:off x="7289028" y="2596289"/>
                    <a:ext cx="11160" cy="43920"/>
                  </a:xfrm>
                  <a:prstGeom prst="rect">
                    <a:avLst/>
                  </a:prstGeom>
                </p:spPr>
              </p:pic>
            </mc:Fallback>
          </mc:AlternateContent>
          <mc:AlternateContent xmlns:mc="http://schemas.openxmlformats.org/markup-compatibility/2006" xmlns:p14="http://schemas.microsoft.com/office/powerpoint/2010/main">
            <mc:Choice Requires="p14">
              <p:contentPart p14:bwMode="auto" r:id="rId71">
                <p14:nvContentPartPr>
                  <p14:cNvPr id="89" name="墨迹 88">
                    <a:extLst>
                      <a:ext uri="{FF2B5EF4-FFF2-40B4-BE49-F238E27FC236}">
                        <a16:creationId xmlns:a16="http://schemas.microsoft.com/office/drawing/2014/main" id="{9B79811C-1FD1-34CA-1103-35EC9559A39E}"/>
                      </a:ext>
                    </a:extLst>
                  </p14:cNvPr>
                  <p14:cNvContentPartPr/>
                  <p14:nvPr/>
                </p14:nvContentPartPr>
                <p14:xfrm>
                  <a:off x="7295508" y="2657489"/>
                  <a:ext cx="2160" cy="19800"/>
                </p14:xfrm>
              </p:contentPart>
            </mc:Choice>
            <mc:Fallback xmlns="">
              <p:pic>
                <p:nvPicPr>
                  <p:cNvPr id="89" name="墨迹 88">
                    <a:extLst>
                      <a:ext uri="{FF2B5EF4-FFF2-40B4-BE49-F238E27FC236}">
                        <a16:creationId xmlns:a16="http://schemas.microsoft.com/office/drawing/2014/main" id="{9B79811C-1FD1-34CA-1103-35EC9559A39E}"/>
                      </a:ext>
                    </a:extLst>
                  </p:cNvPr>
                  <p:cNvPicPr/>
                  <p:nvPr/>
                </p:nvPicPr>
                <p:blipFill>
                  <a:blip r:embed="rId72"/>
                  <a:stretch>
                    <a:fillRect/>
                  </a:stretch>
                </p:blipFill>
                <p:spPr>
                  <a:xfrm>
                    <a:off x="7291188" y="2653169"/>
                    <a:ext cx="10800" cy="28440"/>
                  </a:xfrm>
                  <a:prstGeom prst="rect">
                    <a:avLst/>
                  </a:prstGeom>
                </p:spPr>
              </p:pic>
            </mc:Fallback>
          </mc:AlternateContent>
          <mc:AlternateContent xmlns:mc="http://schemas.openxmlformats.org/markup-compatibility/2006" xmlns:p14="http://schemas.microsoft.com/office/powerpoint/2010/main">
            <mc:Choice Requires="p14">
              <p:contentPart p14:bwMode="auto" r:id="rId73">
                <p14:nvContentPartPr>
                  <p14:cNvPr id="90" name="墨迹 89">
                    <a:extLst>
                      <a:ext uri="{FF2B5EF4-FFF2-40B4-BE49-F238E27FC236}">
                        <a16:creationId xmlns:a16="http://schemas.microsoft.com/office/drawing/2014/main" id="{6C68EE96-4B7B-1174-2449-FA1B308A156D}"/>
                      </a:ext>
                    </a:extLst>
                  </p14:cNvPr>
                  <p14:cNvContentPartPr/>
                  <p14:nvPr/>
                </p14:nvContentPartPr>
                <p14:xfrm>
                  <a:off x="7291188" y="2694569"/>
                  <a:ext cx="2520" cy="17640"/>
                </p14:xfrm>
              </p:contentPart>
            </mc:Choice>
            <mc:Fallback xmlns="">
              <p:pic>
                <p:nvPicPr>
                  <p:cNvPr id="90" name="墨迹 89">
                    <a:extLst>
                      <a:ext uri="{FF2B5EF4-FFF2-40B4-BE49-F238E27FC236}">
                        <a16:creationId xmlns:a16="http://schemas.microsoft.com/office/drawing/2014/main" id="{6C68EE96-4B7B-1174-2449-FA1B308A156D}"/>
                      </a:ext>
                    </a:extLst>
                  </p:cNvPr>
                  <p:cNvPicPr/>
                  <p:nvPr/>
                </p:nvPicPr>
                <p:blipFill>
                  <a:blip r:embed="rId74"/>
                  <a:stretch>
                    <a:fillRect/>
                  </a:stretch>
                </p:blipFill>
                <p:spPr>
                  <a:xfrm>
                    <a:off x="7286868" y="2690249"/>
                    <a:ext cx="11160" cy="26280"/>
                  </a:xfrm>
                  <a:prstGeom prst="rect">
                    <a:avLst/>
                  </a:prstGeom>
                </p:spPr>
              </p:pic>
            </mc:Fallback>
          </mc:AlternateContent>
          <mc:AlternateContent xmlns:mc="http://schemas.openxmlformats.org/markup-compatibility/2006" xmlns:p14="http://schemas.microsoft.com/office/powerpoint/2010/main">
            <mc:Choice Requires="p14">
              <p:contentPart p14:bwMode="auto" r:id="rId75">
                <p14:nvContentPartPr>
                  <p14:cNvPr id="91" name="墨迹 90">
                    <a:extLst>
                      <a:ext uri="{FF2B5EF4-FFF2-40B4-BE49-F238E27FC236}">
                        <a16:creationId xmlns:a16="http://schemas.microsoft.com/office/drawing/2014/main" id="{8DD80AFF-7023-3741-95CA-6CC4A3FAE296}"/>
                      </a:ext>
                    </a:extLst>
                  </p14:cNvPr>
                  <p14:cNvContentPartPr/>
                  <p14:nvPr/>
                </p14:nvContentPartPr>
                <p14:xfrm>
                  <a:off x="7292988" y="2736329"/>
                  <a:ext cx="360" cy="4680"/>
                </p14:xfrm>
              </p:contentPart>
            </mc:Choice>
            <mc:Fallback xmlns="">
              <p:pic>
                <p:nvPicPr>
                  <p:cNvPr id="91" name="墨迹 90">
                    <a:extLst>
                      <a:ext uri="{FF2B5EF4-FFF2-40B4-BE49-F238E27FC236}">
                        <a16:creationId xmlns:a16="http://schemas.microsoft.com/office/drawing/2014/main" id="{8DD80AFF-7023-3741-95CA-6CC4A3FAE296}"/>
                      </a:ext>
                    </a:extLst>
                  </p:cNvPr>
                  <p:cNvPicPr/>
                  <p:nvPr/>
                </p:nvPicPr>
                <p:blipFill>
                  <a:blip r:embed="rId76"/>
                  <a:stretch>
                    <a:fillRect/>
                  </a:stretch>
                </p:blipFill>
                <p:spPr>
                  <a:xfrm>
                    <a:off x="7288668" y="2732009"/>
                    <a:ext cx="9000" cy="13320"/>
                  </a:xfrm>
                  <a:prstGeom prst="rect">
                    <a:avLst/>
                  </a:prstGeom>
                </p:spPr>
              </p:pic>
            </mc:Fallback>
          </mc:AlternateContent>
          <mc:AlternateContent xmlns:mc="http://schemas.openxmlformats.org/markup-compatibility/2006" xmlns:p14="http://schemas.microsoft.com/office/powerpoint/2010/main">
            <mc:Choice Requires="p14">
              <p:contentPart p14:bwMode="auto" r:id="rId77">
                <p14:nvContentPartPr>
                  <p14:cNvPr id="92" name="墨迹 91">
                    <a:extLst>
                      <a:ext uri="{FF2B5EF4-FFF2-40B4-BE49-F238E27FC236}">
                        <a16:creationId xmlns:a16="http://schemas.microsoft.com/office/drawing/2014/main" id="{7322DD17-1A2E-7CAA-363D-FB25E9ED4962}"/>
                      </a:ext>
                    </a:extLst>
                  </p14:cNvPr>
                  <p14:cNvContentPartPr/>
                  <p14:nvPr/>
                </p14:nvContentPartPr>
                <p14:xfrm>
                  <a:off x="7292988" y="2784569"/>
                  <a:ext cx="360" cy="720"/>
                </p14:xfrm>
              </p:contentPart>
            </mc:Choice>
            <mc:Fallback xmlns="">
              <p:pic>
                <p:nvPicPr>
                  <p:cNvPr id="92" name="墨迹 91">
                    <a:extLst>
                      <a:ext uri="{FF2B5EF4-FFF2-40B4-BE49-F238E27FC236}">
                        <a16:creationId xmlns:a16="http://schemas.microsoft.com/office/drawing/2014/main" id="{7322DD17-1A2E-7CAA-363D-FB25E9ED4962}"/>
                      </a:ext>
                    </a:extLst>
                  </p:cNvPr>
                  <p:cNvPicPr/>
                  <p:nvPr/>
                </p:nvPicPr>
                <p:blipFill>
                  <a:blip r:embed="rId78"/>
                  <a:stretch>
                    <a:fillRect/>
                  </a:stretch>
                </p:blipFill>
                <p:spPr>
                  <a:xfrm>
                    <a:off x="7288668" y="2780249"/>
                    <a:ext cx="9000" cy="9360"/>
                  </a:xfrm>
                  <a:prstGeom prst="rect">
                    <a:avLst/>
                  </a:prstGeom>
                </p:spPr>
              </p:pic>
            </mc:Fallback>
          </mc:AlternateContent>
          <mc:AlternateContent xmlns:mc="http://schemas.openxmlformats.org/markup-compatibility/2006" xmlns:p14="http://schemas.microsoft.com/office/powerpoint/2010/main">
            <mc:Choice Requires="p14">
              <p:contentPart p14:bwMode="auto" r:id="rId79">
                <p14:nvContentPartPr>
                  <p14:cNvPr id="94" name="墨迹 93">
                    <a:extLst>
                      <a:ext uri="{FF2B5EF4-FFF2-40B4-BE49-F238E27FC236}">
                        <a16:creationId xmlns:a16="http://schemas.microsoft.com/office/drawing/2014/main" id="{2B0E0391-5063-6D17-7F84-A777893FE100}"/>
                      </a:ext>
                    </a:extLst>
                  </p14:cNvPr>
                  <p14:cNvContentPartPr/>
                  <p14:nvPr/>
                </p14:nvContentPartPr>
                <p14:xfrm>
                  <a:off x="7299828" y="2765129"/>
                  <a:ext cx="360" cy="33120"/>
                </p14:xfrm>
              </p:contentPart>
            </mc:Choice>
            <mc:Fallback xmlns="">
              <p:pic>
                <p:nvPicPr>
                  <p:cNvPr id="94" name="墨迹 93">
                    <a:extLst>
                      <a:ext uri="{FF2B5EF4-FFF2-40B4-BE49-F238E27FC236}">
                        <a16:creationId xmlns:a16="http://schemas.microsoft.com/office/drawing/2014/main" id="{2B0E0391-5063-6D17-7F84-A777893FE100}"/>
                      </a:ext>
                    </a:extLst>
                  </p:cNvPr>
                  <p:cNvPicPr/>
                  <p:nvPr/>
                </p:nvPicPr>
                <p:blipFill>
                  <a:blip r:embed="rId80"/>
                  <a:stretch>
                    <a:fillRect/>
                  </a:stretch>
                </p:blipFill>
                <p:spPr>
                  <a:xfrm>
                    <a:off x="7295508" y="2760809"/>
                    <a:ext cx="9000" cy="41760"/>
                  </a:xfrm>
                  <a:prstGeom prst="rect">
                    <a:avLst/>
                  </a:prstGeom>
                </p:spPr>
              </p:pic>
            </mc:Fallback>
          </mc:AlternateContent>
          <mc:AlternateContent xmlns:mc="http://schemas.openxmlformats.org/markup-compatibility/2006" xmlns:p14="http://schemas.microsoft.com/office/powerpoint/2010/main">
            <mc:Choice Requires="p14">
              <p:contentPart p14:bwMode="auto" r:id="rId81">
                <p14:nvContentPartPr>
                  <p14:cNvPr id="95" name="墨迹 94">
                    <a:extLst>
                      <a:ext uri="{FF2B5EF4-FFF2-40B4-BE49-F238E27FC236}">
                        <a16:creationId xmlns:a16="http://schemas.microsoft.com/office/drawing/2014/main" id="{9E85662C-172D-2981-0B37-60CC34E79CE1}"/>
                      </a:ext>
                    </a:extLst>
                  </p14:cNvPr>
                  <p14:cNvContentPartPr/>
                  <p14:nvPr/>
                </p14:nvContentPartPr>
                <p14:xfrm>
                  <a:off x="7292988" y="2826329"/>
                  <a:ext cx="2520" cy="36000"/>
                </p14:xfrm>
              </p:contentPart>
            </mc:Choice>
            <mc:Fallback xmlns="">
              <p:pic>
                <p:nvPicPr>
                  <p:cNvPr id="95" name="墨迹 94">
                    <a:extLst>
                      <a:ext uri="{FF2B5EF4-FFF2-40B4-BE49-F238E27FC236}">
                        <a16:creationId xmlns:a16="http://schemas.microsoft.com/office/drawing/2014/main" id="{9E85662C-172D-2981-0B37-60CC34E79CE1}"/>
                      </a:ext>
                    </a:extLst>
                  </p:cNvPr>
                  <p:cNvPicPr/>
                  <p:nvPr/>
                </p:nvPicPr>
                <p:blipFill>
                  <a:blip r:embed="rId67"/>
                  <a:stretch>
                    <a:fillRect/>
                  </a:stretch>
                </p:blipFill>
                <p:spPr>
                  <a:xfrm>
                    <a:off x="7288668" y="2822009"/>
                    <a:ext cx="11160" cy="44640"/>
                  </a:xfrm>
                  <a:prstGeom prst="rect">
                    <a:avLst/>
                  </a:prstGeom>
                </p:spPr>
              </p:pic>
            </mc:Fallback>
          </mc:AlternateContent>
          <mc:AlternateContent xmlns:mc="http://schemas.openxmlformats.org/markup-compatibility/2006" xmlns:p14="http://schemas.microsoft.com/office/powerpoint/2010/main">
            <mc:Choice Requires="p14">
              <p:contentPart p14:bwMode="auto" r:id="rId82">
                <p14:nvContentPartPr>
                  <p14:cNvPr id="96" name="墨迹 95">
                    <a:extLst>
                      <a:ext uri="{FF2B5EF4-FFF2-40B4-BE49-F238E27FC236}">
                        <a16:creationId xmlns:a16="http://schemas.microsoft.com/office/drawing/2014/main" id="{C0016394-9C9E-D528-8568-E976A53C1B4E}"/>
                      </a:ext>
                    </a:extLst>
                  </p14:cNvPr>
                  <p14:cNvContentPartPr/>
                  <p14:nvPr/>
                </p14:nvContentPartPr>
                <p14:xfrm>
                  <a:off x="7292988" y="2905169"/>
                  <a:ext cx="360" cy="65520"/>
                </p14:xfrm>
              </p:contentPart>
            </mc:Choice>
            <mc:Fallback xmlns="">
              <p:pic>
                <p:nvPicPr>
                  <p:cNvPr id="96" name="墨迹 95">
                    <a:extLst>
                      <a:ext uri="{FF2B5EF4-FFF2-40B4-BE49-F238E27FC236}">
                        <a16:creationId xmlns:a16="http://schemas.microsoft.com/office/drawing/2014/main" id="{C0016394-9C9E-D528-8568-E976A53C1B4E}"/>
                      </a:ext>
                    </a:extLst>
                  </p:cNvPr>
                  <p:cNvPicPr/>
                  <p:nvPr/>
                </p:nvPicPr>
                <p:blipFill>
                  <a:blip r:embed="rId83"/>
                  <a:stretch>
                    <a:fillRect/>
                  </a:stretch>
                </p:blipFill>
                <p:spPr>
                  <a:xfrm>
                    <a:off x="7288668" y="2900849"/>
                    <a:ext cx="9000" cy="74160"/>
                  </a:xfrm>
                  <a:prstGeom prst="rect">
                    <a:avLst/>
                  </a:prstGeom>
                </p:spPr>
              </p:pic>
            </mc:Fallback>
          </mc:AlternateContent>
        </p:grpSp>
        <p:grpSp>
          <p:nvGrpSpPr>
            <p:cNvPr id="108" name="组合 107">
              <a:extLst>
                <a:ext uri="{FF2B5EF4-FFF2-40B4-BE49-F238E27FC236}">
                  <a16:creationId xmlns:a16="http://schemas.microsoft.com/office/drawing/2014/main" id="{9D971201-04D4-9269-24B6-D8E13D9A5169}"/>
                </a:ext>
              </a:extLst>
            </p:cNvPr>
            <p:cNvGrpSpPr/>
            <p:nvPr/>
          </p:nvGrpSpPr>
          <p:grpSpPr>
            <a:xfrm>
              <a:off x="7545348" y="2241588"/>
              <a:ext cx="90360" cy="735581"/>
              <a:chOff x="7545348" y="2241588"/>
              <a:chExt cx="90360" cy="735581"/>
            </a:xfrm>
          </p:grpSpPr>
          <mc:AlternateContent xmlns:mc="http://schemas.openxmlformats.org/markup-compatibility/2006" xmlns:p14="http://schemas.microsoft.com/office/powerpoint/2010/main">
            <mc:Choice Requires="p14">
              <p:contentPart p14:bwMode="auto" r:id="rId84">
                <p14:nvContentPartPr>
                  <p14:cNvPr id="67" name="墨迹 66">
                    <a:extLst>
                      <a:ext uri="{FF2B5EF4-FFF2-40B4-BE49-F238E27FC236}">
                        <a16:creationId xmlns:a16="http://schemas.microsoft.com/office/drawing/2014/main" id="{3B376686-D9E5-DED4-8752-76D272DEB732}"/>
                      </a:ext>
                    </a:extLst>
                  </p14:cNvPr>
                  <p14:cNvContentPartPr/>
                  <p14:nvPr/>
                </p14:nvContentPartPr>
                <p14:xfrm>
                  <a:off x="7623108" y="2760348"/>
                  <a:ext cx="7920" cy="95760"/>
                </p14:xfrm>
              </p:contentPart>
            </mc:Choice>
            <mc:Fallback xmlns="">
              <p:pic>
                <p:nvPicPr>
                  <p:cNvPr id="67" name="墨迹 66">
                    <a:extLst>
                      <a:ext uri="{FF2B5EF4-FFF2-40B4-BE49-F238E27FC236}">
                        <a16:creationId xmlns:a16="http://schemas.microsoft.com/office/drawing/2014/main" id="{3B376686-D9E5-DED4-8752-76D272DEB732}"/>
                      </a:ext>
                    </a:extLst>
                  </p:cNvPr>
                  <p:cNvPicPr/>
                  <p:nvPr/>
                </p:nvPicPr>
                <p:blipFill>
                  <a:blip r:embed="rId85"/>
                  <a:stretch>
                    <a:fillRect/>
                  </a:stretch>
                </p:blipFill>
                <p:spPr>
                  <a:xfrm>
                    <a:off x="7618788" y="2756028"/>
                    <a:ext cx="16560" cy="104400"/>
                  </a:xfrm>
                  <a:prstGeom prst="rect">
                    <a:avLst/>
                  </a:prstGeom>
                </p:spPr>
              </p:pic>
            </mc:Fallback>
          </mc:AlternateContent>
          <mc:AlternateContent xmlns:mc="http://schemas.openxmlformats.org/markup-compatibility/2006" xmlns:p14="http://schemas.microsoft.com/office/powerpoint/2010/main">
            <mc:Choice Requires="p14">
              <p:contentPart p14:bwMode="auto" r:id="rId86">
                <p14:nvContentPartPr>
                  <p14:cNvPr id="68" name="墨迹 67">
                    <a:extLst>
                      <a:ext uri="{FF2B5EF4-FFF2-40B4-BE49-F238E27FC236}">
                        <a16:creationId xmlns:a16="http://schemas.microsoft.com/office/drawing/2014/main" id="{9FC6D7A3-81F3-0B1E-6F4C-EED20DE41462}"/>
                      </a:ext>
                    </a:extLst>
                  </p14:cNvPr>
                  <p14:cNvContentPartPr/>
                  <p14:nvPr/>
                </p14:nvContentPartPr>
                <p14:xfrm>
                  <a:off x="7635348" y="2925948"/>
                  <a:ext cx="360" cy="37080"/>
                </p14:xfrm>
              </p:contentPart>
            </mc:Choice>
            <mc:Fallback xmlns="">
              <p:pic>
                <p:nvPicPr>
                  <p:cNvPr id="68" name="墨迹 67">
                    <a:extLst>
                      <a:ext uri="{FF2B5EF4-FFF2-40B4-BE49-F238E27FC236}">
                        <a16:creationId xmlns:a16="http://schemas.microsoft.com/office/drawing/2014/main" id="{9FC6D7A3-81F3-0B1E-6F4C-EED20DE41462}"/>
                      </a:ext>
                    </a:extLst>
                  </p:cNvPr>
                  <p:cNvPicPr/>
                  <p:nvPr/>
                </p:nvPicPr>
                <p:blipFill>
                  <a:blip r:embed="rId80"/>
                  <a:stretch>
                    <a:fillRect/>
                  </a:stretch>
                </p:blipFill>
                <p:spPr>
                  <a:xfrm>
                    <a:off x="7631028" y="2921628"/>
                    <a:ext cx="9000" cy="45720"/>
                  </a:xfrm>
                  <a:prstGeom prst="rect">
                    <a:avLst/>
                  </a:prstGeom>
                </p:spPr>
              </p:pic>
            </mc:Fallback>
          </mc:AlternateContent>
          <mc:AlternateContent xmlns:mc="http://schemas.openxmlformats.org/markup-compatibility/2006" xmlns:p14="http://schemas.microsoft.com/office/powerpoint/2010/main">
            <mc:Choice Requires="p14">
              <p:contentPart p14:bwMode="auto" r:id="rId87">
                <p14:nvContentPartPr>
                  <p14:cNvPr id="63" name="墨迹 62">
                    <a:extLst>
                      <a:ext uri="{FF2B5EF4-FFF2-40B4-BE49-F238E27FC236}">
                        <a16:creationId xmlns:a16="http://schemas.microsoft.com/office/drawing/2014/main" id="{38FB1B0D-695A-2F06-42DF-1912C65AB7C6}"/>
                      </a:ext>
                    </a:extLst>
                  </p14:cNvPr>
                  <p14:cNvContentPartPr/>
                  <p14:nvPr/>
                </p14:nvContentPartPr>
                <p14:xfrm>
                  <a:off x="7580988" y="2241588"/>
                  <a:ext cx="10440" cy="29520"/>
                </p14:xfrm>
              </p:contentPart>
            </mc:Choice>
            <mc:Fallback xmlns="">
              <p:pic>
                <p:nvPicPr>
                  <p:cNvPr id="63" name="墨迹 62">
                    <a:extLst>
                      <a:ext uri="{FF2B5EF4-FFF2-40B4-BE49-F238E27FC236}">
                        <a16:creationId xmlns:a16="http://schemas.microsoft.com/office/drawing/2014/main" id="{38FB1B0D-695A-2F06-42DF-1912C65AB7C6}"/>
                      </a:ext>
                    </a:extLst>
                  </p:cNvPr>
                  <p:cNvPicPr/>
                  <p:nvPr/>
                </p:nvPicPr>
                <p:blipFill>
                  <a:blip r:embed="rId88"/>
                  <a:stretch>
                    <a:fillRect/>
                  </a:stretch>
                </p:blipFill>
                <p:spPr>
                  <a:xfrm>
                    <a:off x="7576668" y="2237268"/>
                    <a:ext cx="19080" cy="38160"/>
                  </a:xfrm>
                  <a:prstGeom prst="rect">
                    <a:avLst/>
                  </a:prstGeom>
                </p:spPr>
              </p:pic>
            </mc:Fallback>
          </mc:AlternateContent>
          <mc:AlternateContent xmlns:mc="http://schemas.openxmlformats.org/markup-compatibility/2006" xmlns:p14="http://schemas.microsoft.com/office/powerpoint/2010/main">
            <mc:Choice Requires="p14">
              <p:contentPart p14:bwMode="auto" r:id="rId89">
                <p14:nvContentPartPr>
                  <p14:cNvPr id="64" name="墨迹 63">
                    <a:extLst>
                      <a:ext uri="{FF2B5EF4-FFF2-40B4-BE49-F238E27FC236}">
                        <a16:creationId xmlns:a16="http://schemas.microsoft.com/office/drawing/2014/main" id="{65C14918-47D4-0EC5-7857-9C51EA6C0563}"/>
                      </a:ext>
                    </a:extLst>
                  </p14:cNvPr>
                  <p14:cNvContentPartPr/>
                  <p14:nvPr/>
                </p14:nvContentPartPr>
                <p14:xfrm>
                  <a:off x="7595028" y="2335908"/>
                  <a:ext cx="4680" cy="23040"/>
                </p14:xfrm>
              </p:contentPart>
            </mc:Choice>
            <mc:Fallback xmlns="">
              <p:pic>
                <p:nvPicPr>
                  <p:cNvPr id="64" name="墨迹 63">
                    <a:extLst>
                      <a:ext uri="{FF2B5EF4-FFF2-40B4-BE49-F238E27FC236}">
                        <a16:creationId xmlns:a16="http://schemas.microsoft.com/office/drawing/2014/main" id="{65C14918-47D4-0EC5-7857-9C51EA6C0563}"/>
                      </a:ext>
                    </a:extLst>
                  </p:cNvPr>
                  <p:cNvPicPr/>
                  <p:nvPr/>
                </p:nvPicPr>
                <p:blipFill>
                  <a:blip r:embed="rId47"/>
                  <a:stretch>
                    <a:fillRect/>
                  </a:stretch>
                </p:blipFill>
                <p:spPr>
                  <a:xfrm>
                    <a:off x="7590708" y="2331588"/>
                    <a:ext cx="13320" cy="31680"/>
                  </a:xfrm>
                  <a:prstGeom prst="rect">
                    <a:avLst/>
                  </a:prstGeom>
                </p:spPr>
              </p:pic>
            </mc:Fallback>
          </mc:AlternateContent>
          <mc:AlternateContent xmlns:mc="http://schemas.openxmlformats.org/markup-compatibility/2006" xmlns:p14="http://schemas.microsoft.com/office/powerpoint/2010/main">
            <mc:Choice Requires="p14">
              <p:contentPart p14:bwMode="auto" r:id="rId90">
                <p14:nvContentPartPr>
                  <p14:cNvPr id="65" name="墨迹 64">
                    <a:extLst>
                      <a:ext uri="{FF2B5EF4-FFF2-40B4-BE49-F238E27FC236}">
                        <a16:creationId xmlns:a16="http://schemas.microsoft.com/office/drawing/2014/main" id="{BFC2F69B-8BF2-8FDD-4631-52D6D69A358C}"/>
                      </a:ext>
                    </a:extLst>
                  </p14:cNvPr>
                  <p14:cNvContentPartPr/>
                  <p14:nvPr/>
                </p14:nvContentPartPr>
                <p14:xfrm>
                  <a:off x="7594668" y="2430228"/>
                  <a:ext cx="5400" cy="77040"/>
                </p14:xfrm>
              </p:contentPart>
            </mc:Choice>
            <mc:Fallback xmlns="">
              <p:pic>
                <p:nvPicPr>
                  <p:cNvPr id="65" name="墨迹 64">
                    <a:extLst>
                      <a:ext uri="{FF2B5EF4-FFF2-40B4-BE49-F238E27FC236}">
                        <a16:creationId xmlns:a16="http://schemas.microsoft.com/office/drawing/2014/main" id="{BFC2F69B-8BF2-8FDD-4631-52D6D69A358C}"/>
                      </a:ext>
                    </a:extLst>
                  </p:cNvPr>
                  <p:cNvPicPr/>
                  <p:nvPr/>
                </p:nvPicPr>
                <p:blipFill>
                  <a:blip r:embed="rId91"/>
                  <a:stretch>
                    <a:fillRect/>
                  </a:stretch>
                </p:blipFill>
                <p:spPr>
                  <a:xfrm>
                    <a:off x="7590348" y="2425908"/>
                    <a:ext cx="14040" cy="85680"/>
                  </a:xfrm>
                  <a:prstGeom prst="rect">
                    <a:avLst/>
                  </a:prstGeom>
                </p:spPr>
              </p:pic>
            </mc:Fallback>
          </mc:AlternateContent>
          <mc:AlternateContent xmlns:mc="http://schemas.openxmlformats.org/markup-compatibility/2006" xmlns:p14="http://schemas.microsoft.com/office/powerpoint/2010/main">
            <mc:Choice Requires="p14">
              <p:contentPart p14:bwMode="auto" r:id="rId92">
                <p14:nvContentPartPr>
                  <p14:cNvPr id="66" name="墨迹 65">
                    <a:extLst>
                      <a:ext uri="{FF2B5EF4-FFF2-40B4-BE49-F238E27FC236}">
                        <a16:creationId xmlns:a16="http://schemas.microsoft.com/office/drawing/2014/main" id="{56A16DC7-9ABC-4615-9E9D-62CCEC677665}"/>
                      </a:ext>
                    </a:extLst>
                  </p14:cNvPr>
                  <p14:cNvContentPartPr/>
                  <p14:nvPr/>
                </p14:nvContentPartPr>
                <p14:xfrm>
                  <a:off x="7608348" y="2585748"/>
                  <a:ext cx="19080" cy="72720"/>
                </p14:xfrm>
              </p:contentPart>
            </mc:Choice>
            <mc:Fallback xmlns="">
              <p:pic>
                <p:nvPicPr>
                  <p:cNvPr id="66" name="墨迹 65">
                    <a:extLst>
                      <a:ext uri="{FF2B5EF4-FFF2-40B4-BE49-F238E27FC236}">
                        <a16:creationId xmlns:a16="http://schemas.microsoft.com/office/drawing/2014/main" id="{56A16DC7-9ABC-4615-9E9D-62CCEC677665}"/>
                      </a:ext>
                    </a:extLst>
                  </p:cNvPr>
                  <p:cNvPicPr/>
                  <p:nvPr/>
                </p:nvPicPr>
                <p:blipFill>
                  <a:blip r:embed="rId93"/>
                  <a:stretch>
                    <a:fillRect/>
                  </a:stretch>
                </p:blipFill>
                <p:spPr>
                  <a:xfrm>
                    <a:off x="7604028" y="2581428"/>
                    <a:ext cx="27720" cy="81360"/>
                  </a:xfrm>
                  <a:prstGeom prst="rect">
                    <a:avLst/>
                  </a:prstGeom>
                </p:spPr>
              </p:pic>
            </mc:Fallback>
          </mc:AlternateContent>
          <mc:AlternateContent xmlns:mc="http://schemas.openxmlformats.org/markup-compatibility/2006" xmlns:p14="http://schemas.microsoft.com/office/powerpoint/2010/main">
            <mc:Choice Requires="p14">
              <p:contentPart p14:bwMode="auto" r:id="rId94">
                <p14:nvContentPartPr>
                  <p14:cNvPr id="98" name="墨迹 97">
                    <a:extLst>
                      <a:ext uri="{FF2B5EF4-FFF2-40B4-BE49-F238E27FC236}">
                        <a16:creationId xmlns:a16="http://schemas.microsoft.com/office/drawing/2014/main" id="{1021D187-B810-DA10-8B55-1ABE51221A47}"/>
                      </a:ext>
                    </a:extLst>
                  </p14:cNvPr>
                  <p14:cNvContentPartPr/>
                  <p14:nvPr/>
                </p14:nvContentPartPr>
                <p14:xfrm>
                  <a:off x="7558308" y="2304329"/>
                  <a:ext cx="4680" cy="39600"/>
                </p14:xfrm>
              </p:contentPart>
            </mc:Choice>
            <mc:Fallback xmlns="">
              <p:pic>
                <p:nvPicPr>
                  <p:cNvPr id="98" name="墨迹 97">
                    <a:extLst>
                      <a:ext uri="{FF2B5EF4-FFF2-40B4-BE49-F238E27FC236}">
                        <a16:creationId xmlns:a16="http://schemas.microsoft.com/office/drawing/2014/main" id="{1021D187-B810-DA10-8B55-1ABE51221A47}"/>
                      </a:ext>
                    </a:extLst>
                  </p:cNvPr>
                  <p:cNvPicPr/>
                  <p:nvPr/>
                </p:nvPicPr>
                <p:blipFill>
                  <a:blip r:embed="rId95"/>
                  <a:stretch>
                    <a:fillRect/>
                  </a:stretch>
                </p:blipFill>
                <p:spPr>
                  <a:xfrm>
                    <a:off x="7553988" y="2300009"/>
                    <a:ext cx="13320" cy="48240"/>
                  </a:xfrm>
                  <a:prstGeom prst="rect">
                    <a:avLst/>
                  </a:prstGeom>
                </p:spPr>
              </p:pic>
            </mc:Fallback>
          </mc:AlternateContent>
          <mc:AlternateContent xmlns:mc="http://schemas.openxmlformats.org/markup-compatibility/2006" xmlns:p14="http://schemas.microsoft.com/office/powerpoint/2010/main">
            <mc:Choice Requires="p14">
              <p:contentPart p14:bwMode="auto" r:id="rId96">
                <p14:nvContentPartPr>
                  <p14:cNvPr id="99" name="墨迹 98">
                    <a:extLst>
                      <a:ext uri="{FF2B5EF4-FFF2-40B4-BE49-F238E27FC236}">
                        <a16:creationId xmlns:a16="http://schemas.microsoft.com/office/drawing/2014/main" id="{9AF23F19-D773-230E-45C9-3471437755D2}"/>
                      </a:ext>
                    </a:extLst>
                  </p14:cNvPr>
                  <p14:cNvContentPartPr/>
                  <p14:nvPr/>
                </p14:nvContentPartPr>
                <p14:xfrm>
                  <a:off x="7545348" y="2385689"/>
                  <a:ext cx="9360" cy="60120"/>
                </p14:xfrm>
              </p:contentPart>
            </mc:Choice>
            <mc:Fallback xmlns="">
              <p:pic>
                <p:nvPicPr>
                  <p:cNvPr id="99" name="墨迹 98">
                    <a:extLst>
                      <a:ext uri="{FF2B5EF4-FFF2-40B4-BE49-F238E27FC236}">
                        <a16:creationId xmlns:a16="http://schemas.microsoft.com/office/drawing/2014/main" id="{9AF23F19-D773-230E-45C9-3471437755D2}"/>
                      </a:ext>
                    </a:extLst>
                  </p:cNvPr>
                  <p:cNvPicPr/>
                  <p:nvPr/>
                </p:nvPicPr>
                <p:blipFill>
                  <a:blip r:embed="rId97"/>
                  <a:stretch>
                    <a:fillRect/>
                  </a:stretch>
                </p:blipFill>
                <p:spPr>
                  <a:xfrm>
                    <a:off x="7541028" y="2381369"/>
                    <a:ext cx="18000" cy="68760"/>
                  </a:xfrm>
                  <a:prstGeom prst="rect">
                    <a:avLst/>
                  </a:prstGeom>
                </p:spPr>
              </p:pic>
            </mc:Fallback>
          </mc:AlternateContent>
          <mc:AlternateContent xmlns:mc="http://schemas.openxmlformats.org/markup-compatibility/2006" xmlns:p14="http://schemas.microsoft.com/office/powerpoint/2010/main">
            <mc:Choice Requires="p14">
              <p:contentPart p14:bwMode="auto" r:id="rId98">
                <p14:nvContentPartPr>
                  <p14:cNvPr id="101" name="墨迹 100">
                    <a:extLst>
                      <a:ext uri="{FF2B5EF4-FFF2-40B4-BE49-F238E27FC236}">
                        <a16:creationId xmlns:a16="http://schemas.microsoft.com/office/drawing/2014/main" id="{1E623DE8-0993-194E-AC9F-7A9048875AF9}"/>
                      </a:ext>
                    </a:extLst>
                  </p14:cNvPr>
                  <p14:cNvContentPartPr/>
                  <p14:nvPr/>
                </p14:nvContentPartPr>
                <p14:xfrm>
                  <a:off x="7553988" y="2480009"/>
                  <a:ext cx="360" cy="49320"/>
                </p14:xfrm>
              </p:contentPart>
            </mc:Choice>
            <mc:Fallback xmlns="">
              <p:pic>
                <p:nvPicPr>
                  <p:cNvPr id="101" name="墨迹 100">
                    <a:extLst>
                      <a:ext uri="{FF2B5EF4-FFF2-40B4-BE49-F238E27FC236}">
                        <a16:creationId xmlns:a16="http://schemas.microsoft.com/office/drawing/2014/main" id="{1E623DE8-0993-194E-AC9F-7A9048875AF9}"/>
                      </a:ext>
                    </a:extLst>
                  </p:cNvPr>
                  <p:cNvPicPr/>
                  <p:nvPr/>
                </p:nvPicPr>
                <p:blipFill>
                  <a:blip r:embed="rId99"/>
                  <a:stretch>
                    <a:fillRect/>
                  </a:stretch>
                </p:blipFill>
                <p:spPr>
                  <a:xfrm>
                    <a:off x="7549668" y="2475689"/>
                    <a:ext cx="9000" cy="57960"/>
                  </a:xfrm>
                  <a:prstGeom prst="rect">
                    <a:avLst/>
                  </a:prstGeom>
                </p:spPr>
              </p:pic>
            </mc:Fallback>
          </mc:AlternateContent>
          <mc:AlternateContent xmlns:mc="http://schemas.openxmlformats.org/markup-compatibility/2006" xmlns:p14="http://schemas.microsoft.com/office/powerpoint/2010/main">
            <mc:Choice Requires="p14">
              <p:contentPart p14:bwMode="auto" r:id="rId100">
                <p14:nvContentPartPr>
                  <p14:cNvPr id="102" name="墨迹 101">
                    <a:extLst>
                      <a:ext uri="{FF2B5EF4-FFF2-40B4-BE49-F238E27FC236}">
                        <a16:creationId xmlns:a16="http://schemas.microsoft.com/office/drawing/2014/main" id="{B086BC9B-6E2D-CCC4-2A75-DC5267DB3237}"/>
                      </a:ext>
                    </a:extLst>
                  </p14:cNvPr>
                  <p14:cNvContentPartPr/>
                  <p14:nvPr/>
                </p14:nvContentPartPr>
                <p14:xfrm>
                  <a:off x="7559748" y="2596289"/>
                  <a:ext cx="5760" cy="50400"/>
                </p14:xfrm>
              </p:contentPart>
            </mc:Choice>
            <mc:Fallback xmlns="">
              <p:pic>
                <p:nvPicPr>
                  <p:cNvPr id="102" name="墨迹 101">
                    <a:extLst>
                      <a:ext uri="{FF2B5EF4-FFF2-40B4-BE49-F238E27FC236}">
                        <a16:creationId xmlns:a16="http://schemas.microsoft.com/office/drawing/2014/main" id="{B086BC9B-6E2D-CCC4-2A75-DC5267DB3237}"/>
                      </a:ext>
                    </a:extLst>
                  </p:cNvPr>
                  <p:cNvPicPr/>
                  <p:nvPr/>
                </p:nvPicPr>
                <p:blipFill>
                  <a:blip r:embed="rId101"/>
                  <a:stretch>
                    <a:fillRect/>
                  </a:stretch>
                </p:blipFill>
                <p:spPr>
                  <a:xfrm>
                    <a:off x="7555428" y="2591969"/>
                    <a:ext cx="14400" cy="59040"/>
                  </a:xfrm>
                  <a:prstGeom prst="rect">
                    <a:avLst/>
                  </a:prstGeom>
                </p:spPr>
              </p:pic>
            </mc:Fallback>
          </mc:AlternateContent>
          <mc:AlternateContent xmlns:mc="http://schemas.openxmlformats.org/markup-compatibility/2006" xmlns:p14="http://schemas.microsoft.com/office/powerpoint/2010/main">
            <mc:Choice Requires="p14">
              <p:contentPart p14:bwMode="auto" r:id="rId102">
                <p14:nvContentPartPr>
                  <p14:cNvPr id="103" name="墨迹 102">
                    <a:extLst>
                      <a:ext uri="{FF2B5EF4-FFF2-40B4-BE49-F238E27FC236}">
                        <a16:creationId xmlns:a16="http://schemas.microsoft.com/office/drawing/2014/main" id="{308104A0-10D4-0BA1-2071-4EC0EBFB052A}"/>
                      </a:ext>
                    </a:extLst>
                  </p14:cNvPr>
                  <p14:cNvContentPartPr/>
                  <p14:nvPr/>
                </p14:nvContentPartPr>
                <p14:xfrm>
                  <a:off x="7567308" y="2683769"/>
                  <a:ext cx="360" cy="68400"/>
                </p14:xfrm>
              </p:contentPart>
            </mc:Choice>
            <mc:Fallback xmlns="">
              <p:pic>
                <p:nvPicPr>
                  <p:cNvPr id="103" name="墨迹 102">
                    <a:extLst>
                      <a:ext uri="{FF2B5EF4-FFF2-40B4-BE49-F238E27FC236}">
                        <a16:creationId xmlns:a16="http://schemas.microsoft.com/office/drawing/2014/main" id="{308104A0-10D4-0BA1-2071-4EC0EBFB052A}"/>
                      </a:ext>
                    </a:extLst>
                  </p:cNvPr>
                  <p:cNvPicPr/>
                  <p:nvPr/>
                </p:nvPicPr>
                <p:blipFill>
                  <a:blip r:embed="rId103"/>
                  <a:stretch>
                    <a:fillRect/>
                  </a:stretch>
                </p:blipFill>
                <p:spPr>
                  <a:xfrm>
                    <a:off x="7562988" y="2679449"/>
                    <a:ext cx="9000" cy="77040"/>
                  </a:xfrm>
                  <a:prstGeom prst="rect">
                    <a:avLst/>
                  </a:prstGeom>
                </p:spPr>
              </p:pic>
            </mc:Fallback>
          </mc:AlternateContent>
          <mc:AlternateContent xmlns:mc="http://schemas.openxmlformats.org/markup-compatibility/2006" xmlns:p14="http://schemas.microsoft.com/office/powerpoint/2010/main">
            <mc:Choice Requires="p14">
              <p:contentPart p14:bwMode="auto" r:id="rId104">
                <p14:nvContentPartPr>
                  <p14:cNvPr id="104" name="墨迹 103">
                    <a:extLst>
                      <a:ext uri="{FF2B5EF4-FFF2-40B4-BE49-F238E27FC236}">
                        <a16:creationId xmlns:a16="http://schemas.microsoft.com/office/drawing/2014/main" id="{22F0EC74-DC45-1352-837F-AE49D4C8385A}"/>
                      </a:ext>
                    </a:extLst>
                  </p14:cNvPr>
                  <p14:cNvContentPartPr/>
                  <p14:nvPr/>
                </p14:nvContentPartPr>
                <p14:xfrm>
                  <a:off x="7567308" y="2782409"/>
                  <a:ext cx="7200" cy="74880"/>
                </p14:xfrm>
              </p:contentPart>
            </mc:Choice>
            <mc:Fallback xmlns="">
              <p:pic>
                <p:nvPicPr>
                  <p:cNvPr id="104" name="墨迹 103">
                    <a:extLst>
                      <a:ext uri="{FF2B5EF4-FFF2-40B4-BE49-F238E27FC236}">
                        <a16:creationId xmlns:a16="http://schemas.microsoft.com/office/drawing/2014/main" id="{22F0EC74-DC45-1352-837F-AE49D4C8385A}"/>
                      </a:ext>
                    </a:extLst>
                  </p:cNvPr>
                  <p:cNvPicPr/>
                  <p:nvPr/>
                </p:nvPicPr>
                <p:blipFill>
                  <a:blip r:embed="rId105"/>
                  <a:stretch>
                    <a:fillRect/>
                  </a:stretch>
                </p:blipFill>
                <p:spPr>
                  <a:xfrm>
                    <a:off x="7562988" y="2778089"/>
                    <a:ext cx="15840" cy="83520"/>
                  </a:xfrm>
                  <a:prstGeom prst="rect">
                    <a:avLst/>
                  </a:prstGeom>
                </p:spPr>
              </p:pic>
            </mc:Fallback>
          </mc:AlternateContent>
          <mc:AlternateContent xmlns:mc="http://schemas.openxmlformats.org/markup-compatibility/2006" xmlns:p14="http://schemas.microsoft.com/office/powerpoint/2010/main">
            <mc:Choice Requires="p14">
              <p:contentPart p14:bwMode="auto" r:id="rId106">
                <p14:nvContentPartPr>
                  <p14:cNvPr id="105" name="墨迹 104">
                    <a:extLst>
                      <a:ext uri="{FF2B5EF4-FFF2-40B4-BE49-F238E27FC236}">
                        <a16:creationId xmlns:a16="http://schemas.microsoft.com/office/drawing/2014/main" id="{1FE40774-0EA7-DF53-2CBD-DDAC8C160854}"/>
                      </a:ext>
                    </a:extLst>
                  </p14:cNvPr>
                  <p14:cNvContentPartPr/>
                  <p14:nvPr/>
                </p14:nvContentPartPr>
                <p14:xfrm>
                  <a:off x="7575228" y="2894369"/>
                  <a:ext cx="1080" cy="23760"/>
                </p14:xfrm>
              </p:contentPart>
            </mc:Choice>
            <mc:Fallback xmlns="">
              <p:pic>
                <p:nvPicPr>
                  <p:cNvPr id="105" name="墨迹 104">
                    <a:extLst>
                      <a:ext uri="{FF2B5EF4-FFF2-40B4-BE49-F238E27FC236}">
                        <a16:creationId xmlns:a16="http://schemas.microsoft.com/office/drawing/2014/main" id="{1FE40774-0EA7-DF53-2CBD-DDAC8C160854}"/>
                      </a:ext>
                    </a:extLst>
                  </p:cNvPr>
                  <p:cNvPicPr/>
                  <p:nvPr/>
                </p:nvPicPr>
                <p:blipFill>
                  <a:blip r:embed="rId107"/>
                  <a:stretch>
                    <a:fillRect/>
                  </a:stretch>
                </p:blipFill>
                <p:spPr>
                  <a:xfrm>
                    <a:off x="7570908" y="2890049"/>
                    <a:ext cx="9720" cy="32400"/>
                  </a:xfrm>
                  <a:prstGeom prst="rect">
                    <a:avLst/>
                  </a:prstGeom>
                </p:spPr>
              </p:pic>
            </mc:Fallback>
          </mc:AlternateContent>
          <mc:AlternateContent xmlns:mc="http://schemas.openxmlformats.org/markup-compatibility/2006" xmlns:p14="http://schemas.microsoft.com/office/powerpoint/2010/main">
            <mc:Choice Requires="p14">
              <p:contentPart p14:bwMode="auto" r:id="rId108">
                <p14:nvContentPartPr>
                  <p14:cNvPr id="106" name="墨迹 105">
                    <a:extLst>
                      <a:ext uri="{FF2B5EF4-FFF2-40B4-BE49-F238E27FC236}">
                        <a16:creationId xmlns:a16="http://schemas.microsoft.com/office/drawing/2014/main" id="{18EA93C0-186C-F4FC-1A77-DAFEA1A66CD6}"/>
                      </a:ext>
                    </a:extLst>
                  </p14:cNvPr>
                  <p14:cNvContentPartPr/>
                  <p14:nvPr/>
                </p14:nvContentPartPr>
                <p14:xfrm>
                  <a:off x="7571628" y="2951249"/>
                  <a:ext cx="2520" cy="25920"/>
                </p14:xfrm>
              </p:contentPart>
            </mc:Choice>
            <mc:Fallback xmlns="">
              <p:pic>
                <p:nvPicPr>
                  <p:cNvPr id="106" name="墨迹 105">
                    <a:extLst>
                      <a:ext uri="{FF2B5EF4-FFF2-40B4-BE49-F238E27FC236}">
                        <a16:creationId xmlns:a16="http://schemas.microsoft.com/office/drawing/2014/main" id="{18EA93C0-186C-F4FC-1A77-DAFEA1A66CD6}"/>
                      </a:ext>
                    </a:extLst>
                  </p:cNvPr>
                  <p:cNvPicPr/>
                  <p:nvPr/>
                </p:nvPicPr>
                <p:blipFill>
                  <a:blip r:embed="rId107"/>
                  <a:stretch>
                    <a:fillRect/>
                  </a:stretch>
                </p:blipFill>
                <p:spPr>
                  <a:xfrm>
                    <a:off x="7567308" y="2946929"/>
                    <a:ext cx="11160" cy="34560"/>
                  </a:xfrm>
                  <a:prstGeom prst="rect">
                    <a:avLst/>
                  </a:prstGeom>
                </p:spPr>
              </p:pic>
            </mc:Fallback>
          </mc:AlternateContent>
          <mc:AlternateContent xmlns:mc="http://schemas.openxmlformats.org/markup-compatibility/2006" xmlns:p14="http://schemas.microsoft.com/office/powerpoint/2010/main">
            <mc:Choice Requires="p14">
              <p:contentPart p14:bwMode="auto" r:id="rId109">
                <p14:nvContentPartPr>
                  <p14:cNvPr id="107" name="墨迹 106">
                    <a:extLst>
                      <a:ext uri="{FF2B5EF4-FFF2-40B4-BE49-F238E27FC236}">
                        <a16:creationId xmlns:a16="http://schemas.microsoft.com/office/drawing/2014/main" id="{6A413421-A430-AFCE-26DF-68FC3279B725}"/>
                      </a:ext>
                    </a:extLst>
                  </p14:cNvPr>
                  <p14:cNvContentPartPr/>
                  <p14:nvPr/>
                </p14:nvContentPartPr>
                <p14:xfrm>
                  <a:off x="7628508" y="2692769"/>
                  <a:ext cx="5040" cy="30960"/>
                </p14:xfrm>
              </p:contentPart>
            </mc:Choice>
            <mc:Fallback xmlns="">
              <p:pic>
                <p:nvPicPr>
                  <p:cNvPr id="107" name="墨迹 106">
                    <a:extLst>
                      <a:ext uri="{FF2B5EF4-FFF2-40B4-BE49-F238E27FC236}">
                        <a16:creationId xmlns:a16="http://schemas.microsoft.com/office/drawing/2014/main" id="{6A413421-A430-AFCE-26DF-68FC3279B725}"/>
                      </a:ext>
                    </a:extLst>
                  </p:cNvPr>
                  <p:cNvPicPr/>
                  <p:nvPr/>
                </p:nvPicPr>
                <p:blipFill>
                  <a:blip r:embed="rId110"/>
                  <a:stretch>
                    <a:fillRect/>
                  </a:stretch>
                </p:blipFill>
                <p:spPr>
                  <a:xfrm>
                    <a:off x="7624188" y="2688449"/>
                    <a:ext cx="13680" cy="39600"/>
                  </a:xfrm>
                  <a:prstGeom prst="rect">
                    <a:avLst/>
                  </a:prstGeom>
                </p:spPr>
              </p:pic>
            </mc:Fallback>
          </mc:AlternateContent>
        </p:grpSp>
      </p:grpSp>
      <mc:AlternateContent xmlns:mc="http://schemas.openxmlformats.org/markup-compatibility/2006" xmlns:a14="http://schemas.microsoft.com/office/drawing/2010/main">
        <mc:Choice Requires="a14">
          <p:sp>
            <p:nvSpPr>
              <p:cNvPr id="111" name="文本框 110">
                <a:extLst>
                  <a:ext uri="{FF2B5EF4-FFF2-40B4-BE49-F238E27FC236}">
                    <a16:creationId xmlns:a16="http://schemas.microsoft.com/office/drawing/2014/main" id="{2C77E781-6269-D58D-F9DB-F3141863F942}"/>
                  </a:ext>
                </a:extLst>
              </p:cNvPr>
              <p:cNvSpPr txBox="1"/>
              <p:nvPr/>
            </p:nvSpPr>
            <p:spPr>
              <a:xfrm>
                <a:off x="891480" y="1967077"/>
                <a:ext cx="5628175" cy="954107"/>
              </a:xfrm>
              <a:prstGeom prst="rect">
                <a:avLst/>
              </a:prstGeom>
              <a:noFill/>
            </p:spPr>
            <p:txBody>
              <a:bodyPr wrap="square" rtlCol="0">
                <a:spAutoFit/>
              </a:bodyPr>
              <a:lstStyle/>
              <a:p>
                <a:r>
                  <a:rPr lang="en-US" altLang="zh-CN" sz="2800" dirty="0"/>
                  <a:t>the minimal cost of transportation from distribution </a:t>
                </a:r>
                <a14:m>
                  <m:oMath xmlns:m="http://schemas.openxmlformats.org/officeDocument/2006/math">
                    <m:r>
                      <a:rPr lang="en-US" altLang="zh-CN" sz="2800" dirty="0">
                        <a:latin typeface="Cambria Math" panose="02040503050406030204" pitchFamily="18" charset="0"/>
                      </a:rPr>
                      <m:t>𝑎</m:t>
                    </m:r>
                  </m:oMath>
                </a14:m>
                <a:r>
                  <a:rPr lang="en-US" altLang="zh-CN" sz="2800" dirty="0"/>
                  <a:t> to </a:t>
                </a:r>
                <a14:m>
                  <m:oMath xmlns:m="http://schemas.openxmlformats.org/officeDocument/2006/math">
                    <m:r>
                      <a:rPr lang="en-US" altLang="zh-CN" sz="2800" dirty="0">
                        <a:latin typeface="Cambria Math" panose="02040503050406030204" pitchFamily="18" charset="0"/>
                      </a:rPr>
                      <m:t>𝑏</m:t>
                    </m:r>
                  </m:oMath>
                </a14:m>
                <a:endParaRPr lang="zh-CN" altLang="en-US" sz="2800" dirty="0"/>
              </a:p>
            </p:txBody>
          </p:sp>
        </mc:Choice>
        <mc:Fallback xmlns="">
          <p:sp>
            <p:nvSpPr>
              <p:cNvPr id="111" name="文本框 110">
                <a:extLst>
                  <a:ext uri="{FF2B5EF4-FFF2-40B4-BE49-F238E27FC236}">
                    <a16:creationId xmlns:a16="http://schemas.microsoft.com/office/drawing/2014/main" id="{2C77E781-6269-D58D-F9DB-F3141863F942}"/>
                  </a:ext>
                </a:extLst>
              </p:cNvPr>
              <p:cNvSpPr txBox="1">
                <a:spLocks noRot="1" noChangeAspect="1" noMove="1" noResize="1" noEditPoints="1" noAdjustHandles="1" noChangeArrowheads="1" noChangeShapeType="1" noTextEdit="1"/>
              </p:cNvSpPr>
              <p:nvPr/>
            </p:nvSpPr>
            <p:spPr>
              <a:xfrm>
                <a:off x="891480" y="1967077"/>
                <a:ext cx="5628175" cy="954107"/>
              </a:xfrm>
              <a:prstGeom prst="rect">
                <a:avLst/>
              </a:prstGeom>
              <a:blipFill>
                <a:blip r:embed="rId111"/>
                <a:stretch>
                  <a:fillRect l="-2167" t="-7692" b="-17308"/>
                </a:stretch>
              </a:blipFill>
            </p:spPr>
            <p:txBody>
              <a:bodyPr/>
              <a:lstStyle/>
              <a:p>
                <a:r>
                  <a:rPr lang="zh-CN" altLang="en-US">
                    <a:noFill/>
                  </a:rPr>
                  <a:t> </a:t>
                </a:r>
              </a:p>
            </p:txBody>
          </p:sp>
        </mc:Fallback>
      </mc:AlternateContent>
      <mc:AlternateContent xmlns:mc="http://schemas.openxmlformats.org/markup-compatibility/2006" xmlns:p14="http://schemas.microsoft.com/office/powerpoint/2010/main">
        <mc:Choice Requires="p14">
          <p:contentPart p14:bwMode="auto" r:id="rId112">
            <p14:nvContentPartPr>
              <p14:cNvPr id="116" name="墨迹 115">
                <a:extLst>
                  <a:ext uri="{FF2B5EF4-FFF2-40B4-BE49-F238E27FC236}">
                    <a16:creationId xmlns:a16="http://schemas.microsoft.com/office/drawing/2014/main" id="{83D56EBD-54C7-E1DB-718F-99D7ECF56D2E}"/>
                  </a:ext>
                </a:extLst>
              </p14:cNvPr>
              <p14:cNvContentPartPr/>
              <p14:nvPr/>
            </p14:nvContentPartPr>
            <p14:xfrm>
              <a:off x="7731120" y="2263590"/>
              <a:ext cx="360" cy="360"/>
            </p14:xfrm>
          </p:contentPart>
        </mc:Choice>
        <mc:Fallback xmlns="">
          <p:pic>
            <p:nvPicPr>
              <p:cNvPr id="116" name="墨迹 115">
                <a:extLst>
                  <a:ext uri="{FF2B5EF4-FFF2-40B4-BE49-F238E27FC236}">
                    <a16:creationId xmlns:a16="http://schemas.microsoft.com/office/drawing/2014/main" id="{83D56EBD-54C7-E1DB-718F-99D7ECF56D2E}"/>
                  </a:ext>
                </a:extLst>
              </p:cNvPr>
              <p:cNvPicPr/>
              <p:nvPr/>
            </p:nvPicPr>
            <p:blipFill>
              <a:blip r:embed="rId78"/>
              <a:stretch>
                <a:fillRect/>
              </a:stretch>
            </p:blipFill>
            <p:spPr>
              <a:xfrm>
                <a:off x="7726800" y="2259270"/>
                <a:ext cx="9000" cy="9000"/>
              </a:xfrm>
              <a:prstGeom prst="rect">
                <a:avLst/>
              </a:prstGeom>
            </p:spPr>
          </p:pic>
        </mc:Fallback>
      </mc:AlternateContent>
    </p:spTree>
    <p:extLst>
      <p:ext uri="{BB962C8B-B14F-4D97-AF65-F5344CB8AC3E}">
        <p14:creationId xmlns:p14="http://schemas.microsoft.com/office/powerpoint/2010/main" val="293162427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D006D3-3DA4-39C2-BDD2-17778FCBD901}"/>
              </a:ext>
            </a:extLst>
          </p:cNvPr>
          <p:cNvSpPr>
            <a:spLocks noGrp="1"/>
          </p:cNvSpPr>
          <p:nvPr>
            <p:ph type="title"/>
          </p:nvPr>
        </p:nvSpPr>
        <p:spPr>
          <a:xfrm>
            <a:off x="838199" y="214970"/>
            <a:ext cx="10515600" cy="1325563"/>
          </a:xfrm>
        </p:spPr>
        <p:txBody>
          <a:bodyPr/>
          <a:lstStyle/>
          <a:p>
            <a:r>
              <a:rPr lang="en-US" altLang="zh-CN" dirty="0"/>
              <a:t>Method</a:t>
            </a:r>
            <a:endParaRPr lang="zh-CN" altLang="en-US" dirty="0"/>
          </a:p>
        </p:txBody>
      </p:sp>
      <p:sp>
        <p:nvSpPr>
          <p:cNvPr id="3" name="内容占位符 2">
            <a:extLst>
              <a:ext uri="{FF2B5EF4-FFF2-40B4-BE49-F238E27FC236}">
                <a16:creationId xmlns:a16="http://schemas.microsoft.com/office/drawing/2014/main" id="{BE595ED1-B3AD-96B9-A01E-9CF4BD7927EB}"/>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E5870CE5-F9DF-0AC0-6879-842C9D225D43}"/>
              </a:ext>
            </a:extLst>
          </p:cNvPr>
          <p:cNvPicPr>
            <a:picLocks noChangeAspect="1"/>
          </p:cNvPicPr>
          <p:nvPr/>
        </p:nvPicPr>
        <p:blipFill rotWithShape="1">
          <a:blip r:embed="rId3"/>
          <a:srcRect b="17643"/>
          <a:stretch/>
        </p:blipFill>
        <p:spPr>
          <a:xfrm>
            <a:off x="250156" y="1416795"/>
            <a:ext cx="11941844" cy="4760168"/>
          </a:xfrm>
          <a:prstGeom prst="rect">
            <a:avLst/>
          </a:prstGeom>
        </p:spPr>
      </p:pic>
      <p:sp>
        <p:nvSpPr>
          <p:cNvPr id="4" name="矩形 3">
            <a:extLst>
              <a:ext uri="{FF2B5EF4-FFF2-40B4-BE49-F238E27FC236}">
                <a16:creationId xmlns:a16="http://schemas.microsoft.com/office/drawing/2014/main" id="{EC456523-B247-41F7-640A-6E9CD5E4349E}"/>
              </a:ext>
            </a:extLst>
          </p:cNvPr>
          <p:cNvSpPr/>
          <p:nvPr/>
        </p:nvSpPr>
        <p:spPr>
          <a:xfrm>
            <a:off x="250156" y="1540533"/>
            <a:ext cx="3927208" cy="463643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21285029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D006D3-3DA4-39C2-BDD2-17778FCBD901}"/>
              </a:ext>
            </a:extLst>
          </p:cNvPr>
          <p:cNvSpPr>
            <a:spLocks noGrp="1"/>
          </p:cNvSpPr>
          <p:nvPr>
            <p:ph type="title"/>
          </p:nvPr>
        </p:nvSpPr>
        <p:spPr>
          <a:xfrm>
            <a:off x="838199" y="214970"/>
            <a:ext cx="10515600" cy="1325563"/>
          </a:xfrm>
        </p:spPr>
        <p:txBody>
          <a:bodyPr/>
          <a:lstStyle/>
          <a:p>
            <a:r>
              <a:rPr lang="en-US" altLang="zh-CN" dirty="0"/>
              <a:t>Method</a:t>
            </a:r>
            <a:endParaRPr lang="zh-CN" altLang="en-US" dirty="0"/>
          </a:p>
        </p:txBody>
      </p:sp>
      <p:sp>
        <p:nvSpPr>
          <p:cNvPr id="3" name="内容占位符 2">
            <a:extLst>
              <a:ext uri="{FF2B5EF4-FFF2-40B4-BE49-F238E27FC236}">
                <a16:creationId xmlns:a16="http://schemas.microsoft.com/office/drawing/2014/main" id="{BE595ED1-B3AD-96B9-A01E-9CF4BD7927EB}"/>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E5870CE5-F9DF-0AC0-6879-842C9D225D43}"/>
              </a:ext>
            </a:extLst>
          </p:cNvPr>
          <p:cNvPicPr>
            <a:picLocks noChangeAspect="1"/>
          </p:cNvPicPr>
          <p:nvPr/>
        </p:nvPicPr>
        <p:blipFill rotWithShape="1">
          <a:blip r:embed="rId3"/>
          <a:srcRect b="17643"/>
          <a:stretch/>
        </p:blipFill>
        <p:spPr>
          <a:xfrm>
            <a:off x="250156" y="1416795"/>
            <a:ext cx="11941844" cy="4760168"/>
          </a:xfrm>
          <a:prstGeom prst="rect">
            <a:avLst/>
          </a:prstGeom>
        </p:spPr>
      </p:pic>
      <p:sp>
        <p:nvSpPr>
          <p:cNvPr id="4" name="矩形 3">
            <a:extLst>
              <a:ext uri="{FF2B5EF4-FFF2-40B4-BE49-F238E27FC236}">
                <a16:creationId xmlns:a16="http://schemas.microsoft.com/office/drawing/2014/main" id="{EC456523-B247-41F7-640A-6E9CD5E4349E}"/>
              </a:ext>
            </a:extLst>
          </p:cNvPr>
          <p:cNvSpPr/>
          <p:nvPr/>
        </p:nvSpPr>
        <p:spPr>
          <a:xfrm>
            <a:off x="4132395" y="1550649"/>
            <a:ext cx="3927208" cy="4636430"/>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pic>
        <p:nvPicPr>
          <p:cNvPr id="7" name="图片 6">
            <a:extLst>
              <a:ext uri="{FF2B5EF4-FFF2-40B4-BE49-F238E27FC236}">
                <a16:creationId xmlns:a16="http://schemas.microsoft.com/office/drawing/2014/main" id="{0AB7D7DC-7541-B06D-BE38-438271261FB7}"/>
              </a:ext>
            </a:extLst>
          </p:cNvPr>
          <p:cNvPicPr>
            <a:picLocks noChangeAspect="1"/>
          </p:cNvPicPr>
          <p:nvPr/>
        </p:nvPicPr>
        <p:blipFill>
          <a:blip r:embed="rId4"/>
          <a:stretch>
            <a:fillRect/>
          </a:stretch>
        </p:blipFill>
        <p:spPr>
          <a:xfrm>
            <a:off x="5324732" y="6281862"/>
            <a:ext cx="3574535" cy="576138"/>
          </a:xfrm>
          <a:prstGeom prst="rect">
            <a:avLst/>
          </a:prstGeom>
        </p:spPr>
      </p:pic>
      <p:pic>
        <p:nvPicPr>
          <p:cNvPr id="8" name="图片 7">
            <a:extLst>
              <a:ext uri="{FF2B5EF4-FFF2-40B4-BE49-F238E27FC236}">
                <a16:creationId xmlns:a16="http://schemas.microsoft.com/office/drawing/2014/main" id="{0A57D088-7FBB-EB4D-8623-2D310CB96C41}"/>
              </a:ext>
            </a:extLst>
          </p:cNvPr>
          <p:cNvPicPr>
            <a:picLocks noChangeAspect="1"/>
          </p:cNvPicPr>
          <p:nvPr/>
        </p:nvPicPr>
        <p:blipFill>
          <a:blip r:embed="rId5"/>
          <a:stretch>
            <a:fillRect/>
          </a:stretch>
        </p:blipFill>
        <p:spPr>
          <a:xfrm>
            <a:off x="3246524" y="6451939"/>
            <a:ext cx="1771741" cy="254013"/>
          </a:xfrm>
          <a:prstGeom prst="rect">
            <a:avLst/>
          </a:prstGeom>
        </p:spPr>
      </p:pic>
    </p:spTree>
    <p:extLst>
      <p:ext uri="{BB962C8B-B14F-4D97-AF65-F5344CB8AC3E}">
        <p14:creationId xmlns:p14="http://schemas.microsoft.com/office/powerpoint/2010/main" val="9876792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D006D3-3DA4-39C2-BDD2-17778FCBD901}"/>
              </a:ext>
            </a:extLst>
          </p:cNvPr>
          <p:cNvSpPr>
            <a:spLocks noGrp="1"/>
          </p:cNvSpPr>
          <p:nvPr>
            <p:ph type="title"/>
          </p:nvPr>
        </p:nvSpPr>
        <p:spPr>
          <a:xfrm>
            <a:off x="838199" y="214970"/>
            <a:ext cx="10515600" cy="1325563"/>
          </a:xfrm>
        </p:spPr>
        <p:txBody>
          <a:bodyPr/>
          <a:lstStyle/>
          <a:p>
            <a:r>
              <a:rPr lang="en-US" altLang="zh-CN" dirty="0"/>
              <a:t>Method</a:t>
            </a:r>
            <a:endParaRPr lang="zh-CN" altLang="en-US" dirty="0"/>
          </a:p>
        </p:txBody>
      </p:sp>
      <p:sp>
        <p:nvSpPr>
          <p:cNvPr id="3" name="内容占位符 2">
            <a:extLst>
              <a:ext uri="{FF2B5EF4-FFF2-40B4-BE49-F238E27FC236}">
                <a16:creationId xmlns:a16="http://schemas.microsoft.com/office/drawing/2014/main" id="{BE595ED1-B3AD-96B9-A01E-9CF4BD7927EB}"/>
              </a:ext>
            </a:extLst>
          </p:cNvPr>
          <p:cNvSpPr>
            <a:spLocks noGrp="1"/>
          </p:cNvSpPr>
          <p:nvPr>
            <p:ph idx="1"/>
          </p:nvPr>
        </p:nvSpPr>
        <p:spPr/>
        <p:txBody>
          <a:bodyPr/>
          <a:lstStyle/>
          <a:p>
            <a:endParaRPr lang="zh-CN" altLang="en-US"/>
          </a:p>
        </p:txBody>
      </p:sp>
      <p:pic>
        <p:nvPicPr>
          <p:cNvPr id="5" name="图片 4">
            <a:extLst>
              <a:ext uri="{FF2B5EF4-FFF2-40B4-BE49-F238E27FC236}">
                <a16:creationId xmlns:a16="http://schemas.microsoft.com/office/drawing/2014/main" id="{E5870CE5-F9DF-0AC0-6879-842C9D225D43}"/>
              </a:ext>
            </a:extLst>
          </p:cNvPr>
          <p:cNvPicPr>
            <a:picLocks noChangeAspect="1"/>
          </p:cNvPicPr>
          <p:nvPr/>
        </p:nvPicPr>
        <p:blipFill rotWithShape="1">
          <a:blip r:embed="rId3"/>
          <a:srcRect b="17643"/>
          <a:stretch/>
        </p:blipFill>
        <p:spPr>
          <a:xfrm>
            <a:off x="250156" y="1416795"/>
            <a:ext cx="11941844" cy="4760168"/>
          </a:xfrm>
          <a:prstGeom prst="rect">
            <a:avLst/>
          </a:prstGeom>
        </p:spPr>
      </p:pic>
      <p:sp>
        <p:nvSpPr>
          <p:cNvPr id="4" name="矩形 3">
            <a:extLst>
              <a:ext uri="{FF2B5EF4-FFF2-40B4-BE49-F238E27FC236}">
                <a16:creationId xmlns:a16="http://schemas.microsoft.com/office/drawing/2014/main" id="{EC456523-B247-41F7-640A-6E9CD5E4349E}"/>
              </a:ext>
            </a:extLst>
          </p:cNvPr>
          <p:cNvSpPr/>
          <p:nvPr/>
        </p:nvSpPr>
        <p:spPr>
          <a:xfrm>
            <a:off x="7943248" y="1426556"/>
            <a:ext cx="2191352" cy="4864384"/>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Tree>
    <p:extLst>
      <p:ext uri="{BB962C8B-B14F-4D97-AF65-F5344CB8AC3E}">
        <p14:creationId xmlns:p14="http://schemas.microsoft.com/office/powerpoint/2010/main" val="3631803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9D006D3-3DA4-39C2-BDD2-17778FCBD901}"/>
              </a:ext>
            </a:extLst>
          </p:cNvPr>
          <p:cNvSpPr>
            <a:spLocks noGrp="1"/>
          </p:cNvSpPr>
          <p:nvPr>
            <p:ph type="title"/>
          </p:nvPr>
        </p:nvSpPr>
        <p:spPr>
          <a:xfrm>
            <a:off x="838199" y="214970"/>
            <a:ext cx="10515600" cy="1325563"/>
          </a:xfrm>
        </p:spPr>
        <p:txBody>
          <a:bodyPr/>
          <a:lstStyle/>
          <a:p>
            <a:r>
              <a:rPr lang="en-US" altLang="zh-CN" dirty="0"/>
              <a:t>Method</a:t>
            </a:r>
            <a:endParaRPr lang="zh-CN" altLang="en-US" dirty="0"/>
          </a:p>
        </p:txBody>
      </p:sp>
      <p:sp>
        <p:nvSpPr>
          <p:cNvPr id="3" name="内容占位符 2">
            <a:extLst>
              <a:ext uri="{FF2B5EF4-FFF2-40B4-BE49-F238E27FC236}">
                <a16:creationId xmlns:a16="http://schemas.microsoft.com/office/drawing/2014/main" id="{BE595ED1-B3AD-96B9-A01E-9CF4BD7927EB}"/>
              </a:ext>
            </a:extLst>
          </p:cNvPr>
          <p:cNvSpPr>
            <a:spLocks noGrp="1"/>
          </p:cNvSpPr>
          <p:nvPr>
            <p:ph idx="1"/>
          </p:nvPr>
        </p:nvSpPr>
        <p:spPr/>
        <p:txBody>
          <a:bodyPr/>
          <a:lstStyle/>
          <a:p>
            <a:endParaRPr lang="zh-CN" altLang="en-US" dirty="0"/>
          </a:p>
        </p:txBody>
      </p:sp>
      <p:pic>
        <p:nvPicPr>
          <p:cNvPr id="5" name="图片 4">
            <a:extLst>
              <a:ext uri="{FF2B5EF4-FFF2-40B4-BE49-F238E27FC236}">
                <a16:creationId xmlns:a16="http://schemas.microsoft.com/office/drawing/2014/main" id="{E5870CE5-F9DF-0AC0-6879-842C9D225D43}"/>
              </a:ext>
            </a:extLst>
          </p:cNvPr>
          <p:cNvPicPr>
            <a:picLocks noChangeAspect="1"/>
          </p:cNvPicPr>
          <p:nvPr/>
        </p:nvPicPr>
        <p:blipFill rotWithShape="1">
          <a:blip r:embed="rId3"/>
          <a:srcRect l="-39" b="17643"/>
          <a:stretch/>
        </p:blipFill>
        <p:spPr>
          <a:xfrm>
            <a:off x="245533" y="1416795"/>
            <a:ext cx="11946467" cy="4760168"/>
          </a:xfrm>
          <a:prstGeom prst="rect">
            <a:avLst/>
          </a:prstGeom>
        </p:spPr>
      </p:pic>
      <p:sp>
        <p:nvSpPr>
          <p:cNvPr id="4" name="矩形 3">
            <a:extLst>
              <a:ext uri="{FF2B5EF4-FFF2-40B4-BE49-F238E27FC236}">
                <a16:creationId xmlns:a16="http://schemas.microsoft.com/office/drawing/2014/main" id="{EC456523-B247-41F7-640A-6E9CD5E4349E}"/>
              </a:ext>
            </a:extLst>
          </p:cNvPr>
          <p:cNvSpPr/>
          <p:nvPr/>
        </p:nvSpPr>
        <p:spPr>
          <a:xfrm>
            <a:off x="9932915" y="1426556"/>
            <a:ext cx="2191352" cy="4864384"/>
          </a:xfrm>
          <a:prstGeom prst="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0" name="矩形 9">
            <a:extLst>
              <a:ext uri="{FF2B5EF4-FFF2-40B4-BE49-F238E27FC236}">
                <a16:creationId xmlns:a16="http://schemas.microsoft.com/office/drawing/2014/main" id="{BEC52A4C-DD86-C1B5-C6D3-B53A7A66E50C}"/>
              </a:ext>
            </a:extLst>
          </p:cNvPr>
          <p:cNvSpPr/>
          <p:nvPr/>
        </p:nvSpPr>
        <p:spPr>
          <a:xfrm>
            <a:off x="245532" y="1576040"/>
            <a:ext cx="9687383" cy="4600923"/>
          </a:xfrm>
          <a:prstGeom prst="rect">
            <a:avLst/>
          </a:prstGeom>
          <a:solidFill>
            <a:srgbClr val="CDCDCD">
              <a:alpha val="72941"/>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1" name="矩形 10">
            <a:extLst>
              <a:ext uri="{FF2B5EF4-FFF2-40B4-BE49-F238E27FC236}">
                <a16:creationId xmlns:a16="http://schemas.microsoft.com/office/drawing/2014/main" id="{D228BB77-83DD-2A56-A97C-C19C895BD3E7}"/>
              </a:ext>
            </a:extLst>
          </p:cNvPr>
          <p:cNvSpPr/>
          <p:nvPr/>
        </p:nvSpPr>
        <p:spPr>
          <a:xfrm>
            <a:off x="4817534" y="2740922"/>
            <a:ext cx="4580466" cy="275727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9" name="图片 8">
            <a:extLst>
              <a:ext uri="{FF2B5EF4-FFF2-40B4-BE49-F238E27FC236}">
                <a16:creationId xmlns:a16="http://schemas.microsoft.com/office/drawing/2014/main" id="{910EC7F7-13B3-85F8-0448-43E06D6C7771}"/>
              </a:ext>
            </a:extLst>
          </p:cNvPr>
          <p:cNvPicPr>
            <a:picLocks noChangeAspect="1"/>
          </p:cNvPicPr>
          <p:nvPr/>
        </p:nvPicPr>
        <p:blipFill>
          <a:blip r:embed="rId4"/>
          <a:stretch>
            <a:fillRect/>
          </a:stretch>
        </p:blipFill>
        <p:spPr>
          <a:xfrm>
            <a:off x="5203198" y="3748254"/>
            <a:ext cx="4194802" cy="1533706"/>
          </a:xfrm>
          <a:prstGeom prst="rect">
            <a:avLst/>
          </a:prstGeom>
        </p:spPr>
      </p:pic>
      <p:pic>
        <p:nvPicPr>
          <p:cNvPr id="7" name="图片 6">
            <a:extLst>
              <a:ext uri="{FF2B5EF4-FFF2-40B4-BE49-F238E27FC236}">
                <a16:creationId xmlns:a16="http://schemas.microsoft.com/office/drawing/2014/main" id="{2EFC966C-751B-38A3-E44E-F2EA22CA2F6B}"/>
              </a:ext>
            </a:extLst>
          </p:cNvPr>
          <p:cNvPicPr>
            <a:picLocks noChangeAspect="1"/>
          </p:cNvPicPr>
          <p:nvPr/>
        </p:nvPicPr>
        <p:blipFill>
          <a:blip r:embed="rId5"/>
          <a:stretch>
            <a:fillRect/>
          </a:stretch>
        </p:blipFill>
        <p:spPr>
          <a:xfrm>
            <a:off x="5697654" y="2951475"/>
            <a:ext cx="2883048" cy="704886"/>
          </a:xfrm>
          <a:prstGeom prst="rect">
            <a:avLst/>
          </a:prstGeom>
        </p:spPr>
      </p:pic>
    </p:spTree>
    <p:extLst>
      <p:ext uri="{BB962C8B-B14F-4D97-AF65-F5344CB8AC3E}">
        <p14:creationId xmlns:p14="http://schemas.microsoft.com/office/powerpoint/2010/main" val="42754882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BFC9088-FE82-817B-59DA-BFD8A3A691D9}"/>
              </a:ext>
            </a:extLst>
          </p:cNvPr>
          <p:cNvSpPr>
            <a:spLocks noGrp="1"/>
          </p:cNvSpPr>
          <p:nvPr>
            <p:ph type="title"/>
          </p:nvPr>
        </p:nvSpPr>
        <p:spPr/>
        <p:txBody>
          <a:bodyPr/>
          <a:lstStyle/>
          <a:p>
            <a:r>
              <a:rPr lang="en-US" altLang="zh-CN" dirty="0"/>
              <a:t>Experiments</a:t>
            </a:r>
            <a:endParaRPr lang="zh-CN" altLang="en-US" dirty="0"/>
          </a:p>
        </p:txBody>
      </p:sp>
      <p:sp>
        <p:nvSpPr>
          <p:cNvPr id="3" name="内容占位符 2">
            <a:extLst>
              <a:ext uri="{FF2B5EF4-FFF2-40B4-BE49-F238E27FC236}">
                <a16:creationId xmlns:a16="http://schemas.microsoft.com/office/drawing/2014/main" id="{DF9427FF-5F86-2D45-2468-14D3320A98A5}"/>
              </a:ext>
            </a:extLst>
          </p:cNvPr>
          <p:cNvSpPr>
            <a:spLocks noGrp="1"/>
          </p:cNvSpPr>
          <p:nvPr>
            <p:ph idx="1"/>
          </p:nvPr>
        </p:nvSpPr>
        <p:spPr>
          <a:xfrm>
            <a:off x="761199" y="1527242"/>
            <a:ext cx="10515600" cy="4351338"/>
          </a:xfrm>
        </p:spPr>
        <p:txBody>
          <a:bodyPr/>
          <a:lstStyle/>
          <a:p>
            <a:r>
              <a:rPr lang="en-US" altLang="zh-CN" dirty="0"/>
              <a:t>5 public cancer datasets from The Cancer Genome Atlas (TCGA)</a:t>
            </a:r>
            <a:endParaRPr lang="zh-CN" altLang="en-US" dirty="0"/>
          </a:p>
        </p:txBody>
      </p:sp>
      <p:pic>
        <p:nvPicPr>
          <p:cNvPr id="5" name="图片 4">
            <a:extLst>
              <a:ext uri="{FF2B5EF4-FFF2-40B4-BE49-F238E27FC236}">
                <a16:creationId xmlns:a16="http://schemas.microsoft.com/office/drawing/2014/main" id="{157E0D1C-0BD4-28FE-F0C1-9F0303B9DB23}"/>
              </a:ext>
            </a:extLst>
          </p:cNvPr>
          <p:cNvPicPr>
            <a:picLocks noChangeAspect="1"/>
          </p:cNvPicPr>
          <p:nvPr/>
        </p:nvPicPr>
        <p:blipFill>
          <a:blip r:embed="rId3"/>
          <a:stretch>
            <a:fillRect/>
          </a:stretch>
        </p:blipFill>
        <p:spPr>
          <a:xfrm>
            <a:off x="644677" y="2032462"/>
            <a:ext cx="10902646" cy="4685972"/>
          </a:xfrm>
          <a:prstGeom prst="rect">
            <a:avLst/>
          </a:prstGeom>
        </p:spPr>
      </p:pic>
    </p:spTree>
    <p:extLst>
      <p:ext uri="{BB962C8B-B14F-4D97-AF65-F5344CB8AC3E}">
        <p14:creationId xmlns:p14="http://schemas.microsoft.com/office/powerpoint/2010/main" val="15323423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A711888-74F5-25E3-CD96-70CE599AB20D}"/>
              </a:ext>
            </a:extLst>
          </p:cNvPr>
          <p:cNvSpPr>
            <a:spLocks noGrp="1"/>
          </p:cNvSpPr>
          <p:nvPr>
            <p:ph type="title"/>
          </p:nvPr>
        </p:nvSpPr>
        <p:spPr/>
        <p:txBody>
          <a:bodyPr/>
          <a:lstStyle/>
          <a:p>
            <a:r>
              <a:rPr lang="en-US" altLang="zh-CN" dirty="0"/>
              <a:t>Ablation Study</a:t>
            </a:r>
            <a:endParaRPr lang="zh-CN" altLang="en-US" dirty="0"/>
          </a:p>
        </p:txBody>
      </p:sp>
      <p:sp>
        <p:nvSpPr>
          <p:cNvPr id="3" name="内容占位符 2">
            <a:extLst>
              <a:ext uri="{FF2B5EF4-FFF2-40B4-BE49-F238E27FC236}">
                <a16:creationId xmlns:a16="http://schemas.microsoft.com/office/drawing/2014/main" id="{05245B13-D9B7-1FE3-A520-A5C1AC44E039}"/>
              </a:ext>
            </a:extLst>
          </p:cNvPr>
          <p:cNvSpPr>
            <a:spLocks noGrp="1"/>
          </p:cNvSpPr>
          <p:nvPr>
            <p:ph idx="1"/>
          </p:nvPr>
        </p:nvSpPr>
        <p:spPr>
          <a:xfrm>
            <a:off x="838200" y="1825625"/>
            <a:ext cx="10515600" cy="1061508"/>
          </a:xfrm>
        </p:spPr>
        <p:txBody>
          <a:bodyPr/>
          <a:lstStyle/>
          <a:p>
            <a:r>
              <a:rPr lang="en-US" altLang="zh-CN" dirty="0"/>
              <a:t>Micro-batch</a:t>
            </a:r>
          </a:p>
          <a:p>
            <a:r>
              <a:rPr lang="en-US" altLang="zh-CN" dirty="0"/>
              <a:t>Optimal Transport</a:t>
            </a:r>
          </a:p>
        </p:txBody>
      </p:sp>
      <p:pic>
        <p:nvPicPr>
          <p:cNvPr id="5" name="图片 4">
            <a:extLst>
              <a:ext uri="{FF2B5EF4-FFF2-40B4-BE49-F238E27FC236}">
                <a16:creationId xmlns:a16="http://schemas.microsoft.com/office/drawing/2014/main" id="{43B8842E-E3C9-563F-458F-2C162AAC90FA}"/>
              </a:ext>
            </a:extLst>
          </p:cNvPr>
          <p:cNvPicPr>
            <a:picLocks noChangeAspect="1"/>
          </p:cNvPicPr>
          <p:nvPr/>
        </p:nvPicPr>
        <p:blipFill>
          <a:blip r:embed="rId3"/>
          <a:stretch>
            <a:fillRect/>
          </a:stretch>
        </p:blipFill>
        <p:spPr>
          <a:xfrm>
            <a:off x="838200" y="3263513"/>
            <a:ext cx="10410120" cy="1918010"/>
          </a:xfrm>
          <a:prstGeom prst="rect">
            <a:avLst/>
          </a:prstGeom>
        </p:spPr>
      </p:pic>
      <p:sp>
        <p:nvSpPr>
          <p:cNvPr id="7" name="文本框 6">
            <a:extLst>
              <a:ext uri="{FF2B5EF4-FFF2-40B4-BE49-F238E27FC236}">
                <a16:creationId xmlns:a16="http://schemas.microsoft.com/office/drawing/2014/main" id="{9ECFC915-86E8-E369-D90A-7CB3E9AA2A47}"/>
              </a:ext>
            </a:extLst>
          </p:cNvPr>
          <p:cNvSpPr txBox="1"/>
          <p:nvPr/>
        </p:nvSpPr>
        <p:spPr>
          <a:xfrm>
            <a:off x="965199" y="5261571"/>
            <a:ext cx="6096000" cy="923330"/>
          </a:xfrm>
          <a:prstGeom prst="rect">
            <a:avLst/>
          </a:prstGeom>
          <a:noFill/>
        </p:spPr>
        <p:txBody>
          <a:bodyPr wrap="square">
            <a:spAutoFit/>
          </a:bodyPr>
          <a:lstStyle/>
          <a:p>
            <a:pPr marL="0" indent="0">
              <a:buNone/>
            </a:pPr>
            <a:r>
              <a:rPr lang="en-US" altLang="zh-CN" sz="1800" dirty="0"/>
              <a:t>(a) MCAT</a:t>
            </a:r>
          </a:p>
          <a:p>
            <a:pPr marL="0" indent="0">
              <a:buNone/>
            </a:pPr>
            <a:r>
              <a:rPr lang="en-US" altLang="zh-CN" sz="1800" dirty="0"/>
              <a:t>(b) MCAT + micro-batch</a:t>
            </a:r>
          </a:p>
          <a:p>
            <a:pPr marL="0" indent="0">
              <a:buNone/>
            </a:pPr>
            <a:r>
              <a:rPr lang="en-US" altLang="zh-CN" sz="1800" dirty="0"/>
              <a:t>(c) MCAT + micro-batch + OT= </a:t>
            </a:r>
            <a:r>
              <a:rPr lang="en-US" altLang="zh-CN" sz="1800" dirty="0" err="1"/>
              <a:t>MOTCat</a:t>
            </a:r>
            <a:endParaRPr lang="zh-CN" altLang="en-US" sz="1800" dirty="0"/>
          </a:p>
        </p:txBody>
      </p:sp>
    </p:spTree>
    <p:extLst>
      <p:ext uri="{BB962C8B-B14F-4D97-AF65-F5344CB8AC3E}">
        <p14:creationId xmlns:p14="http://schemas.microsoft.com/office/powerpoint/2010/main" val="10486767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EA2508-E1CB-5115-C3D9-44BA071A6FF0}"/>
              </a:ext>
            </a:extLst>
          </p:cNvPr>
          <p:cNvSpPr>
            <a:spLocks noGrp="1"/>
          </p:cNvSpPr>
          <p:nvPr>
            <p:ph type="title"/>
          </p:nvPr>
        </p:nvSpPr>
        <p:spPr/>
        <p:txBody>
          <a:bodyPr/>
          <a:lstStyle/>
          <a:p>
            <a:r>
              <a:rPr lang="en-US" altLang="zh-CN" dirty="0"/>
              <a:t>Abstract(1/2)</a:t>
            </a:r>
            <a:endParaRPr lang="zh-CN" altLang="en-US" dirty="0"/>
          </a:p>
        </p:txBody>
      </p:sp>
      <p:sp>
        <p:nvSpPr>
          <p:cNvPr id="3" name="内容占位符 2">
            <a:extLst>
              <a:ext uri="{FF2B5EF4-FFF2-40B4-BE49-F238E27FC236}">
                <a16:creationId xmlns:a16="http://schemas.microsoft.com/office/drawing/2014/main" id="{C9206348-167D-DD10-BA40-DA1DAEBD135E}"/>
              </a:ext>
            </a:extLst>
          </p:cNvPr>
          <p:cNvSpPr>
            <a:spLocks noGrp="1"/>
          </p:cNvSpPr>
          <p:nvPr>
            <p:ph idx="1"/>
          </p:nvPr>
        </p:nvSpPr>
        <p:spPr>
          <a:xfrm>
            <a:off x="738447" y="1454727"/>
            <a:ext cx="8654935" cy="5403273"/>
          </a:xfrm>
        </p:spPr>
        <p:txBody>
          <a:bodyPr>
            <a:normAutofit/>
          </a:bodyPr>
          <a:lstStyle/>
          <a:p>
            <a:pPr algn="just"/>
            <a:r>
              <a:rPr lang="en-US" altLang="zh-CN" sz="2400" dirty="0"/>
              <a:t>Survival prediction is a complicated ordinal regression task that aims to predict the ranking risk of death, which generally benefits from the integration of histology and genomic data. Despite the progress in joint learning from pathology and genomics, existing methods still suffer from challenging issues: </a:t>
            </a:r>
            <a:r>
              <a:rPr lang="en-US" altLang="zh-CN" sz="2400" dirty="0">
                <a:solidFill>
                  <a:srgbClr val="C00000"/>
                </a:solidFill>
              </a:rPr>
              <a:t>1) Due to the large size of pathological images, it is difficult to effectively represent the gigapixel whole slide images (WSIs). 2) Interactions within tumor microenvironment (TME) in histology are essential for survival analysis. </a:t>
            </a:r>
            <a:r>
              <a:rPr lang="en-US" altLang="zh-CN" sz="2400" dirty="0">
                <a:solidFill>
                  <a:schemeClr val="bg1">
                    <a:lumMod val="85000"/>
                  </a:schemeClr>
                </a:solidFill>
              </a:rPr>
              <a:t>Although current approaches attempt to model these interactions via co-attention between histology and genomic data, they focus on only dense local similarity across modalities, which fails to capture global consistency between potential structures, i.e. TME-related interactions of histology and co-expression of genomic data. </a:t>
            </a:r>
            <a:endParaRPr lang="zh-CN" altLang="en-US" sz="2400" dirty="0">
              <a:solidFill>
                <a:schemeClr val="bg1">
                  <a:lumMod val="85000"/>
                </a:schemeClr>
              </a:solidFill>
            </a:endParaRPr>
          </a:p>
        </p:txBody>
      </p:sp>
      <p:sp>
        <p:nvSpPr>
          <p:cNvPr id="6" name="文本框 5">
            <a:extLst>
              <a:ext uri="{FF2B5EF4-FFF2-40B4-BE49-F238E27FC236}">
                <a16:creationId xmlns:a16="http://schemas.microsoft.com/office/drawing/2014/main" id="{1B0A4DB7-EFE5-B6EF-C23E-E110F8EEC799}"/>
              </a:ext>
            </a:extLst>
          </p:cNvPr>
          <p:cNvSpPr txBox="1"/>
          <p:nvPr/>
        </p:nvSpPr>
        <p:spPr>
          <a:xfrm>
            <a:off x="9774396" y="2243018"/>
            <a:ext cx="2004261" cy="2031325"/>
          </a:xfrm>
          <a:prstGeom prst="rect">
            <a:avLst/>
          </a:prstGeom>
          <a:noFill/>
        </p:spPr>
        <p:txBody>
          <a:bodyPr wrap="square" rtlCol="0">
            <a:spAutoFit/>
          </a:bodyPr>
          <a:lstStyle/>
          <a:p>
            <a:r>
              <a:rPr lang="en-US" altLang="zh-CN" dirty="0">
                <a:solidFill>
                  <a:srgbClr val="C00000"/>
                </a:solidFill>
              </a:rPr>
              <a:t>WSI/</a:t>
            </a:r>
            <a:r>
              <a:rPr lang="zh-CN" altLang="en-US" dirty="0">
                <a:solidFill>
                  <a:srgbClr val="C00000"/>
                </a:solidFill>
              </a:rPr>
              <a:t>基因组预测生存期的挑战：</a:t>
            </a:r>
            <a:endParaRPr lang="en-US" altLang="zh-CN" dirty="0">
              <a:solidFill>
                <a:srgbClr val="C00000"/>
              </a:solidFill>
            </a:endParaRPr>
          </a:p>
          <a:p>
            <a:r>
              <a:rPr lang="en-US" altLang="zh-CN" dirty="0">
                <a:solidFill>
                  <a:srgbClr val="C00000"/>
                </a:solidFill>
              </a:rPr>
              <a:t>1.WSI</a:t>
            </a:r>
            <a:r>
              <a:rPr lang="zh-CN" altLang="en-US" dirty="0">
                <a:solidFill>
                  <a:srgbClr val="C00000"/>
                </a:solidFill>
              </a:rPr>
              <a:t>图片像素高，如何有效表示</a:t>
            </a:r>
            <a:endParaRPr lang="en-US" altLang="zh-CN" dirty="0">
              <a:solidFill>
                <a:srgbClr val="C00000"/>
              </a:solidFill>
            </a:endParaRPr>
          </a:p>
          <a:p>
            <a:r>
              <a:rPr lang="en-US" altLang="zh-CN" dirty="0">
                <a:solidFill>
                  <a:srgbClr val="C00000"/>
                </a:solidFill>
              </a:rPr>
              <a:t>2.</a:t>
            </a:r>
            <a:r>
              <a:rPr lang="zh-CN" altLang="en-US" dirty="0">
                <a:solidFill>
                  <a:srgbClr val="C00000"/>
                </a:solidFill>
              </a:rPr>
              <a:t>肿瘤微环境对于生存分析的重要性</a:t>
            </a:r>
          </a:p>
        </p:txBody>
      </p:sp>
    </p:spTree>
    <p:extLst>
      <p:ext uri="{BB962C8B-B14F-4D97-AF65-F5344CB8AC3E}">
        <p14:creationId xmlns:p14="http://schemas.microsoft.com/office/powerpoint/2010/main" val="233854804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AEA2508-E1CB-5115-C3D9-44BA071A6FF0}"/>
              </a:ext>
            </a:extLst>
          </p:cNvPr>
          <p:cNvSpPr>
            <a:spLocks noGrp="1"/>
          </p:cNvSpPr>
          <p:nvPr>
            <p:ph type="title"/>
          </p:nvPr>
        </p:nvSpPr>
        <p:spPr/>
        <p:txBody>
          <a:bodyPr/>
          <a:lstStyle/>
          <a:p>
            <a:r>
              <a:rPr lang="en-US" altLang="zh-CN" dirty="0"/>
              <a:t>Abstract(1/2)</a:t>
            </a:r>
            <a:endParaRPr lang="zh-CN" altLang="en-US" dirty="0"/>
          </a:p>
        </p:txBody>
      </p:sp>
      <p:sp>
        <p:nvSpPr>
          <p:cNvPr id="3" name="内容占位符 2">
            <a:extLst>
              <a:ext uri="{FF2B5EF4-FFF2-40B4-BE49-F238E27FC236}">
                <a16:creationId xmlns:a16="http://schemas.microsoft.com/office/drawing/2014/main" id="{C9206348-167D-DD10-BA40-DA1DAEBD135E}"/>
              </a:ext>
            </a:extLst>
          </p:cNvPr>
          <p:cNvSpPr>
            <a:spLocks noGrp="1"/>
          </p:cNvSpPr>
          <p:nvPr>
            <p:ph idx="1"/>
          </p:nvPr>
        </p:nvSpPr>
        <p:spPr>
          <a:xfrm>
            <a:off x="738447" y="1454727"/>
            <a:ext cx="8654935" cy="5403273"/>
          </a:xfrm>
        </p:spPr>
        <p:txBody>
          <a:bodyPr>
            <a:normAutofit/>
          </a:bodyPr>
          <a:lstStyle/>
          <a:p>
            <a:pPr algn="just"/>
            <a:r>
              <a:rPr lang="en-US" altLang="zh-CN" sz="2400" dirty="0">
                <a:solidFill>
                  <a:schemeClr val="bg1">
                    <a:lumMod val="85000"/>
                  </a:schemeClr>
                </a:solidFill>
              </a:rPr>
              <a:t>Survival prediction is a complicated ordinal regression task that aims to predict the ranking risk of death, which generally benefits from the integration of histology and genomic data. Despite the progress in joint learning from pathology and genomics, existing methods still suffer from challenging issues: 1) Due to the large size of pathological images, it is difficult to effectively represent the gigapixel whole slide images (WSIs). 2) Interactions within tumor microenvironment (TME) in histology are essential for survival analysis. </a:t>
            </a:r>
            <a:r>
              <a:rPr lang="en-US" altLang="zh-CN" sz="2400" dirty="0"/>
              <a:t>Although current approaches attempt to model these interactions via co-attention between histology and genomic data, </a:t>
            </a:r>
            <a:r>
              <a:rPr lang="en-US" altLang="zh-CN" sz="2400" dirty="0">
                <a:solidFill>
                  <a:schemeClr val="accent1">
                    <a:lumMod val="75000"/>
                  </a:schemeClr>
                </a:solidFill>
              </a:rPr>
              <a:t>they focus on only dense local similarity across modalities, which fails to capture global consistency between potential structures, i.e. TME-related interactions of histology and co-expression of genomic data. </a:t>
            </a:r>
            <a:endParaRPr lang="zh-CN" altLang="en-US" sz="2400" dirty="0">
              <a:solidFill>
                <a:schemeClr val="accent1">
                  <a:lumMod val="75000"/>
                </a:schemeClr>
              </a:solidFill>
            </a:endParaRPr>
          </a:p>
        </p:txBody>
      </p:sp>
      <p:sp>
        <p:nvSpPr>
          <p:cNvPr id="5" name="文本框 4">
            <a:extLst>
              <a:ext uri="{FF2B5EF4-FFF2-40B4-BE49-F238E27FC236}">
                <a16:creationId xmlns:a16="http://schemas.microsoft.com/office/drawing/2014/main" id="{8C42268E-83B4-0D2D-E2CD-ACB9739A6716}"/>
              </a:ext>
            </a:extLst>
          </p:cNvPr>
          <p:cNvSpPr txBox="1"/>
          <p:nvPr/>
        </p:nvSpPr>
        <p:spPr>
          <a:xfrm>
            <a:off x="9733740" y="4156363"/>
            <a:ext cx="2136371" cy="1477328"/>
          </a:xfrm>
          <a:prstGeom prst="rect">
            <a:avLst/>
          </a:prstGeom>
          <a:noFill/>
        </p:spPr>
        <p:txBody>
          <a:bodyPr wrap="square" rtlCol="0">
            <a:spAutoFit/>
          </a:bodyPr>
          <a:lstStyle/>
          <a:p>
            <a:r>
              <a:rPr lang="zh-CN" altLang="en-US" dirty="0">
                <a:solidFill>
                  <a:schemeClr val="accent1">
                    <a:lumMod val="75000"/>
                  </a:schemeClr>
                </a:solidFill>
              </a:rPr>
              <a:t>现存方法仅能够关注到模态间的局部相似性，却忽略了病理图片</a:t>
            </a:r>
            <a:r>
              <a:rPr lang="en-US" altLang="zh-CN" dirty="0">
                <a:solidFill>
                  <a:schemeClr val="accent1">
                    <a:lumMod val="75000"/>
                  </a:schemeClr>
                </a:solidFill>
              </a:rPr>
              <a:t>/</a:t>
            </a:r>
            <a:r>
              <a:rPr lang="zh-CN" altLang="en-US" dirty="0">
                <a:solidFill>
                  <a:schemeClr val="accent1">
                    <a:lumMod val="75000"/>
                  </a:schemeClr>
                </a:solidFill>
              </a:rPr>
              <a:t>基因数据中的全局一致性</a:t>
            </a:r>
          </a:p>
        </p:txBody>
      </p:sp>
    </p:spTree>
    <p:extLst>
      <p:ext uri="{BB962C8B-B14F-4D97-AF65-F5344CB8AC3E}">
        <p14:creationId xmlns:p14="http://schemas.microsoft.com/office/powerpoint/2010/main" val="21557282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4EA160-9741-AA05-6C7F-F58A272EAC39}"/>
              </a:ext>
            </a:extLst>
          </p:cNvPr>
          <p:cNvSpPr>
            <a:spLocks noGrp="1"/>
          </p:cNvSpPr>
          <p:nvPr>
            <p:ph type="title"/>
          </p:nvPr>
        </p:nvSpPr>
        <p:spPr/>
        <p:txBody>
          <a:bodyPr/>
          <a:lstStyle/>
          <a:p>
            <a:r>
              <a:rPr lang="en-US" altLang="zh-CN" dirty="0"/>
              <a:t>Abstract(2/2)</a:t>
            </a:r>
            <a:endParaRPr lang="zh-CN" altLang="en-US" dirty="0"/>
          </a:p>
        </p:txBody>
      </p:sp>
      <p:sp>
        <p:nvSpPr>
          <p:cNvPr id="3" name="内容占位符 2">
            <a:extLst>
              <a:ext uri="{FF2B5EF4-FFF2-40B4-BE49-F238E27FC236}">
                <a16:creationId xmlns:a16="http://schemas.microsoft.com/office/drawing/2014/main" id="{2AC81CFC-8387-69B6-7AB3-1EFC47DD887F}"/>
              </a:ext>
            </a:extLst>
          </p:cNvPr>
          <p:cNvSpPr>
            <a:spLocks noGrp="1"/>
          </p:cNvSpPr>
          <p:nvPr>
            <p:ph idx="1"/>
          </p:nvPr>
        </p:nvSpPr>
        <p:spPr>
          <a:xfrm>
            <a:off x="838200" y="1562793"/>
            <a:ext cx="8812876" cy="5403272"/>
          </a:xfrm>
        </p:spPr>
        <p:txBody>
          <a:bodyPr>
            <a:normAutofit/>
          </a:bodyPr>
          <a:lstStyle/>
          <a:p>
            <a:pPr algn="just"/>
            <a:r>
              <a:rPr lang="en-US" altLang="zh-CN" sz="2400" dirty="0"/>
              <a:t>To address these challenges, we propose a </a:t>
            </a:r>
            <a:r>
              <a:rPr lang="en-US" altLang="zh-CN" sz="2400" b="1" dirty="0"/>
              <a:t>Multimodal Optimal Transport-based Co-Attention Transformer framework </a:t>
            </a:r>
            <a:r>
              <a:rPr lang="en-US" altLang="zh-CN" sz="2400" dirty="0"/>
              <a:t>with global structure consistency, in which optimal transport (OT) is applied to match patches of a WSI and genes embeddings for selecting informative patches to represent the gigapixel WSI. </a:t>
            </a:r>
            <a:r>
              <a:rPr lang="en-US" altLang="zh-CN" sz="2400" b="1" dirty="0">
                <a:solidFill>
                  <a:schemeClr val="bg1">
                    <a:lumMod val="85000"/>
                  </a:schemeClr>
                </a:solidFill>
              </a:rPr>
              <a:t>More importantly, OT-based co-attention provides a global awareness to effectively capture structural interactions within TME for survival prediction.</a:t>
            </a:r>
            <a:r>
              <a:rPr lang="en-US" altLang="zh-CN" sz="2400" dirty="0">
                <a:solidFill>
                  <a:schemeClr val="bg1">
                    <a:lumMod val="85000"/>
                  </a:schemeClr>
                </a:solidFill>
              </a:rPr>
              <a:t> To overcome high computational complexity of OT, we propose a robust and efficient implementation over micro-batch of WSI patches by approximating the original OT </a:t>
            </a:r>
            <a:r>
              <a:rPr lang="en-US" altLang="zh-CN" sz="2400" b="1" dirty="0">
                <a:solidFill>
                  <a:schemeClr val="bg1">
                    <a:lumMod val="85000"/>
                  </a:schemeClr>
                </a:solidFill>
              </a:rPr>
              <a:t>with unbalanced mini-batch OT</a:t>
            </a:r>
            <a:r>
              <a:rPr lang="en-US" altLang="zh-CN" sz="2400" dirty="0">
                <a:solidFill>
                  <a:schemeClr val="bg1">
                    <a:lumMod val="85000"/>
                  </a:schemeClr>
                </a:solidFill>
              </a:rPr>
              <a:t>. Extensive experiments show the superiority of our method on five benchmark datasets compared to the state-of-the-art methods. The code is released.</a:t>
            </a:r>
            <a:endParaRPr lang="zh-CN" altLang="en-US" sz="2400" dirty="0">
              <a:solidFill>
                <a:schemeClr val="bg1">
                  <a:lumMod val="85000"/>
                </a:schemeClr>
              </a:solidFill>
            </a:endParaRPr>
          </a:p>
        </p:txBody>
      </p:sp>
      <p:sp>
        <p:nvSpPr>
          <p:cNvPr id="4" name="文本框 3">
            <a:extLst>
              <a:ext uri="{FF2B5EF4-FFF2-40B4-BE49-F238E27FC236}">
                <a16:creationId xmlns:a16="http://schemas.microsoft.com/office/drawing/2014/main" id="{89BCCBB3-FA0B-3D13-27CB-9320FC7E874E}"/>
              </a:ext>
            </a:extLst>
          </p:cNvPr>
          <p:cNvSpPr txBox="1"/>
          <p:nvPr/>
        </p:nvSpPr>
        <p:spPr>
          <a:xfrm>
            <a:off x="9806871" y="1582623"/>
            <a:ext cx="2205019" cy="1477328"/>
          </a:xfrm>
          <a:prstGeom prst="rect">
            <a:avLst/>
          </a:prstGeom>
          <a:noFill/>
        </p:spPr>
        <p:txBody>
          <a:bodyPr wrap="square" rtlCol="0">
            <a:spAutoFit/>
          </a:bodyPr>
          <a:lstStyle/>
          <a:p>
            <a:r>
              <a:rPr lang="zh-CN" altLang="en-US" dirty="0"/>
              <a:t>本文提出的方法：基于</a:t>
            </a:r>
            <a:r>
              <a:rPr lang="en-US" altLang="zh-CN" dirty="0"/>
              <a:t>OT</a:t>
            </a:r>
            <a:r>
              <a:rPr lang="zh-CN" altLang="en-US" dirty="0"/>
              <a:t>的跨模态匹配机制；</a:t>
            </a:r>
            <a:endParaRPr lang="en-US" altLang="zh-CN" dirty="0"/>
          </a:p>
          <a:p>
            <a:endParaRPr lang="en-US" altLang="zh-CN" dirty="0"/>
          </a:p>
          <a:p>
            <a:endParaRPr lang="zh-CN" altLang="en-US" dirty="0"/>
          </a:p>
        </p:txBody>
      </p:sp>
    </p:spTree>
    <p:extLst>
      <p:ext uri="{BB962C8B-B14F-4D97-AF65-F5344CB8AC3E}">
        <p14:creationId xmlns:p14="http://schemas.microsoft.com/office/powerpoint/2010/main" val="4198167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4EA160-9741-AA05-6C7F-F58A272EAC39}"/>
              </a:ext>
            </a:extLst>
          </p:cNvPr>
          <p:cNvSpPr>
            <a:spLocks noGrp="1"/>
          </p:cNvSpPr>
          <p:nvPr>
            <p:ph type="title"/>
          </p:nvPr>
        </p:nvSpPr>
        <p:spPr/>
        <p:txBody>
          <a:bodyPr/>
          <a:lstStyle/>
          <a:p>
            <a:r>
              <a:rPr lang="en-US" altLang="zh-CN" dirty="0"/>
              <a:t>Abstract(2/2)</a:t>
            </a:r>
            <a:endParaRPr lang="zh-CN" altLang="en-US" dirty="0"/>
          </a:p>
        </p:txBody>
      </p:sp>
      <p:sp>
        <p:nvSpPr>
          <p:cNvPr id="3" name="内容占位符 2">
            <a:extLst>
              <a:ext uri="{FF2B5EF4-FFF2-40B4-BE49-F238E27FC236}">
                <a16:creationId xmlns:a16="http://schemas.microsoft.com/office/drawing/2014/main" id="{2AC81CFC-8387-69B6-7AB3-1EFC47DD887F}"/>
              </a:ext>
            </a:extLst>
          </p:cNvPr>
          <p:cNvSpPr>
            <a:spLocks noGrp="1"/>
          </p:cNvSpPr>
          <p:nvPr>
            <p:ph idx="1"/>
          </p:nvPr>
        </p:nvSpPr>
        <p:spPr>
          <a:xfrm>
            <a:off x="838200" y="1562793"/>
            <a:ext cx="8812876" cy="5403272"/>
          </a:xfrm>
        </p:spPr>
        <p:txBody>
          <a:bodyPr>
            <a:normAutofit/>
          </a:bodyPr>
          <a:lstStyle/>
          <a:p>
            <a:pPr algn="just"/>
            <a:r>
              <a:rPr lang="en-US" altLang="zh-CN" sz="2400" dirty="0">
                <a:solidFill>
                  <a:schemeClr val="bg1">
                    <a:lumMod val="75000"/>
                  </a:schemeClr>
                </a:solidFill>
              </a:rPr>
              <a:t>To address these challenges, we propose a </a:t>
            </a:r>
            <a:r>
              <a:rPr lang="en-US" altLang="zh-CN" sz="2400" b="1" dirty="0">
                <a:solidFill>
                  <a:schemeClr val="bg1">
                    <a:lumMod val="75000"/>
                  </a:schemeClr>
                </a:solidFill>
              </a:rPr>
              <a:t>Multimodal Optimal Transport-based Co-Attention Transformer framework </a:t>
            </a:r>
            <a:r>
              <a:rPr lang="en-US" altLang="zh-CN" sz="2400" dirty="0">
                <a:solidFill>
                  <a:schemeClr val="bg1">
                    <a:lumMod val="75000"/>
                  </a:schemeClr>
                </a:solidFill>
              </a:rPr>
              <a:t>with global structure consistency, in which optimal transport (OT) is applied to match patches of a WSI and genes embeddings for selecting informative patches to represent the gigapixel WSI. </a:t>
            </a:r>
            <a:r>
              <a:rPr lang="en-US" altLang="zh-CN" sz="2400" b="1" dirty="0"/>
              <a:t>More importantly, OT-based co-attention provides a global awareness to effectively capture structural interactions within TME for survival prediction.</a:t>
            </a:r>
            <a:r>
              <a:rPr lang="en-US" altLang="zh-CN" sz="2400" dirty="0"/>
              <a:t> To overcome high computational complexity of OT, we propose a robust and efficient implementation over micro-batch of WSI patches by approximating the original OT </a:t>
            </a:r>
            <a:r>
              <a:rPr lang="en-US" altLang="zh-CN" sz="2400" b="1" dirty="0"/>
              <a:t>with unbalanced mini-batch OT</a:t>
            </a:r>
            <a:r>
              <a:rPr lang="en-US" altLang="zh-CN" sz="2400" dirty="0"/>
              <a:t>. Extensive experiments show the superiority of our method on five benchmark datasets compared to the state-of-the-art methods. The code is released.</a:t>
            </a:r>
            <a:endParaRPr lang="zh-CN" altLang="en-US" sz="2400" dirty="0"/>
          </a:p>
        </p:txBody>
      </p:sp>
      <p:sp>
        <p:nvSpPr>
          <p:cNvPr id="5" name="文本框 4">
            <a:extLst>
              <a:ext uri="{FF2B5EF4-FFF2-40B4-BE49-F238E27FC236}">
                <a16:creationId xmlns:a16="http://schemas.microsoft.com/office/drawing/2014/main" id="{0DEEB59C-8F90-774B-79CB-54EA163C925E}"/>
              </a:ext>
            </a:extLst>
          </p:cNvPr>
          <p:cNvSpPr txBox="1"/>
          <p:nvPr/>
        </p:nvSpPr>
        <p:spPr>
          <a:xfrm>
            <a:off x="9806872" y="3178764"/>
            <a:ext cx="2312193" cy="2031325"/>
          </a:xfrm>
          <a:prstGeom prst="rect">
            <a:avLst/>
          </a:prstGeom>
          <a:noFill/>
        </p:spPr>
        <p:txBody>
          <a:bodyPr wrap="square" rtlCol="0">
            <a:spAutoFit/>
          </a:bodyPr>
          <a:lstStyle/>
          <a:p>
            <a:r>
              <a:rPr lang="zh-CN" altLang="en-US" dirty="0"/>
              <a:t>基于</a:t>
            </a:r>
            <a:r>
              <a:rPr lang="en-US" altLang="zh-CN" dirty="0"/>
              <a:t>OT</a:t>
            </a:r>
            <a:r>
              <a:rPr lang="zh-CN" altLang="en-US" dirty="0"/>
              <a:t>的共注意力的优势：能够捕获全局信息</a:t>
            </a:r>
            <a:endParaRPr lang="en-US" altLang="zh-CN" dirty="0"/>
          </a:p>
          <a:p>
            <a:endParaRPr lang="en-US" altLang="zh-CN" dirty="0"/>
          </a:p>
          <a:p>
            <a:endParaRPr lang="en-US" altLang="zh-CN" dirty="0"/>
          </a:p>
          <a:p>
            <a:r>
              <a:rPr lang="zh-CN" altLang="en-US" dirty="0"/>
              <a:t>通过</a:t>
            </a:r>
            <a:r>
              <a:rPr lang="en-US" altLang="zh-CN" dirty="0"/>
              <a:t>micro-batch</a:t>
            </a:r>
            <a:r>
              <a:rPr lang="zh-CN" altLang="en-US" dirty="0"/>
              <a:t>方法降低</a:t>
            </a:r>
            <a:r>
              <a:rPr lang="en-US" altLang="zh-CN" dirty="0"/>
              <a:t>OT</a:t>
            </a:r>
            <a:r>
              <a:rPr lang="zh-CN" altLang="en-US" dirty="0"/>
              <a:t>计算的开销</a:t>
            </a:r>
          </a:p>
        </p:txBody>
      </p:sp>
      <p:sp>
        <p:nvSpPr>
          <p:cNvPr id="6" name="文本框 5">
            <a:extLst>
              <a:ext uri="{FF2B5EF4-FFF2-40B4-BE49-F238E27FC236}">
                <a16:creationId xmlns:a16="http://schemas.microsoft.com/office/drawing/2014/main" id="{A8E71CE2-5AB6-9F3F-9E67-42B7B825BD61}"/>
              </a:ext>
            </a:extLst>
          </p:cNvPr>
          <p:cNvSpPr txBox="1"/>
          <p:nvPr/>
        </p:nvSpPr>
        <p:spPr>
          <a:xfrm>
            <a:off x="9806872" y="5477934"/>
            <a:ext cx="2032000" cy="646331"/>
          </a:xfrm>
          <a:prstGeom prst="rect">
            <a:avLst/>
          </a:prstGeom>
          <a:noFill/>
        </p:spPr>
        <p:txBody>
          <a:bodyPr wrap="square" rtlCol="0">
            <a:spAutoFit/>
          </a:bodyPr>
          <a:lstStyle/>
          <a:p>
            <a:r>
              <a:rPr lang="zh-CN" altLang="en-US" dirty="0"/>
              <a:t>效果好：多个数据集达到</a:t>
            </a:r>
            <a:r>
              <a:rPr lang="en-US" altLang="zh-CN" dirty="0"/>
              <a:t>SOTA</a:t>
            </a:r>
            <a:endParaRPr lang="zh-CN" altLang="en-US" dirty="0"/>
          </a:p>
        </p:txBody>
      </p:sp>
    </p:spTree>
    <p:extLst>
      <p:ext uri="{BB962C8B-B14F-4D97-AF65-F5344CB8AC3E}">
        <p14:creationId xmlns:p14="http://schemas.microsoft.com/office/powerpoint/2010/main" val="18206798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F4787A-E4F1-7B6D-F4E3-0B87700E4055}"/>
              </a:ext>
            </a:extLst>
          </p:cNvPr>
          <p:cNvSpPr>
            <a:spLocks noGrp="1"/>
          </p:cNvSpPr>
          <p:nvPr>
            <p:ph type="title"/>
          </p:nvPr>
        </p:nvSpPr>
        <p:spPr/>
        <p:txBody>
          <a:bodyPr/>
          <a:lstStyle/>
          <a:p>
            <a:r>
              <a:rPr lang="en-US" altLang="zh-CN" dirty="0"/>
              <a:t>Introduction(1/7)</a:t>
            </a:r>
            <a:endParaRPr lang="zh-CN" altLang="en-US" dirty="0"/>
          </a:p>
        </p:txBody>
      </p:sp>
      <p:sp>
        <p:nvSpPr>
          <p:cNvPr id="3" name="内容占位符 2">
            <a:extLst>
              <a:ext uri="{FF2B5EF4-FFF2-40B4-BE49-F238E27FC236}">
                <a16:creationId xmlns:a16="http://schemas.microsoft.com/office/drawing/2014/main" id="{612F120D-8F00-2E32-4EE6-0125482A6FB4}"/>
              </a:ext>
            </a:extLst>
          </p:cNvPr>
          <p:cNvSpPr>
            <a:spLocks noGrp="1"/>
          </p:cNvSpPr>
          <p:nvPr>
            <p:ph idx="1"/>
          </p:nvPr>
        </p:nvSpPr>
        <p:spPr>
          <a:xfrm>
            <a:off x="838200" y="1512917"/>
            <a:ext cx="9070571" cy="5046459"/>
          </a:xfrm>
        </p:spPr>
        <p:txBody>
          <a:bodyPr>
            <a:normAutofit/>
          </a:bodyPr>
          <a:lstStyle/>
          <a:p>
            <a:pPr algn="just"/>
            <a:r>
              <a:rPr lang="en-US" altLang="zh-CN" sz="2100" dirty="0"/>
              <a:t>Survival prediction is a complex ordinal regression task that aims to estimate the relative risk of death in cancer prognosis, which generally integrates the manual assessment of qualitative morphological information from pathology data and quantitative molecular profiles from genomic data in clinical settings. </a:t>
            </a:r>
            <a:r>
              <a:rPr lang="en-US" altLang="zh-CN" sz="2100" dirty="0">
                <a:solidFill>
                  <a:schemeClr val="bg1">
                    <a:lumMod val="85000"/>
                  </a:schemeClr>
                </a:solidFill>
              </a:rPr>
              <a:t>Despite recent advances in multimodal learning for histology and genomics, there still exists several open issues. Among others, </a:t>
            </a:r>
            <a:r>
              <a:rPr lang="en-US" altLang="zh-CN" sz="2100" b="1" dirty="0">
                <a:solidFill>
                  <a:schemeClr val="bg1">
                    <a:lumMod val="85000"/>
                  </a:schemeClr>
                </a:solidFill>
              </a:rPr>
              <a:t>one daunting challenge is to capture key information from heterogeneous modalities for effective fusion</a:t>
            </a:r>
            <a:r>
              <a:rPr lang="en-US" altLang="zh-CN" sz="2100" dirty="0">
                <a:solidFill>
                  <a:schemeClr val="bg1">
                    <a:lumMod val="85000"/>
                  </a:schemeClr>
                </a:solidFill>
              </a:rPr>
              <a:t>. Particularly, due to the large size of about 500,000 × 500,000 pixels, it is challenging to effectively represent gigapixel whole slide images without losing key information. Furthermore, visual concepts of tumor microenvironment (TME) within pathological images are verified to have significant associations with survival analysis in various cancer types, e.g. cellular components including fibroblast cells and various immune cells that can alter cancer cell behaviors. However, </a:t>
            </a:r>
            <a:r>
              <a:rPr lang="en-US" altLang="zh-CN" sz="2100" b="1" dirty="0">
                <a:solidFill>
                  <a:schemeClr val="bg1">
                    <a:lumMod val="85000"/>
                  </a:schemeClr>
                </a:solidFill>
              </a:rPr>
              <a:t>the TME-related patches occupy only a tiny proportion of the entire WSI, leading to a fine grained visual recognition problem that is indiscernible by conventional multimodal learning.</a:t>
            </a:r>
            <a:endParaRPr lang="zh-CN" altLang="en-US" sz="2100" b="1" dirty="0">
              <a:solidFill>
                <a:schemeClr val="bg1">
                  <a:lumMod val="85000"/>
                </a:schemeClr>
              </a:solidFill>
            </a:endParaRPr>
          </a:p>
        </p:txBody>
      </p:sp>
      <p:sp>
        <p:nvSpPr>
          <p:cNvPr id="4" name="文本框 3">
            <a:extLst>
              <a:ext uri="{FF2B5EF4-FFF2-40B4-BE49-F238E27FC236}">
                <a16:creationId xmlns:a16="http://schemas.microsoft.com/office/drawing/2014/main" id="{CE7CFD33-2E73-3AD8-411A-62370B24D06C}"/>
              </a:ext>
            </a:extLst>
          </p:cNvPr>
          <p:cNvSpPr txBox="1"/>
          <p:nvPr/>
        </p:nvSpPr>
        <p:spPr>
          <a:xfrm>
            <a:off x="10056090" y="1690688"/>
            <a:ext cx="1921625" cy="1477328"/>
          </a:xfrm>
          <a:prstGeom prst="rect">
            <a:avLst/>
          </a:prstGeom>
          <a:noFill/>
        </p:spPr>
        <p:txBody>
          <a:bodyPr wrap="square" rtlCol="0">
            <a:spAutoFit/>
          </a:bodyPr>
          <a:lstStyle/>
          <a:p>
            <a:r>
              <a:rPr lang="zh-CN" altLang="en-US" dirty="0"/>
              <a:t>生存期预测涉及到多种模态的病理数据和分子学数据的评估</a:t>
            </a:r>
            <a:endParaRPr lang="en-US" altLang="zh-CN" dirty="0"/>
          </a:p>
          <a:p>
            <a:endParaRPr lang="en-US" altLang="zh-CN" dirty="0"/>
          </a:p>
        </p:txBody>
      </p:sp>
      <p:sp>
        <p:nvSpPr>
          <p:cNvPr id="7" name="文本框 6">
            <a:extLst>
              <a:ext uri="{FF2B5EF4-FFF2-40B4-BE49-F238E27FC236}">
                <a16:creationId xmlns:a16="http://schemas.microsoft.com/office/drawing/2014/main" id="{EF884B4D-AB55-67AB-8117-AC8C332AE235}"/>
              </a:ext>
            </a:extLst>
          </p:cNvPr>
          <p:cNvSpPr txBox="1"/>
          <p:nvPr/>
        </p:nvSpPr>
        <p:spPr>
          <a:xfrm>
            <a:off x="10056090" y="1328251"/>
            <a:ext cx="1107996" cy="369332"/>
          </a:xfrm>
          <a:prstGeom prst="rect">
            <a:avLst/>
          </a:prstGeom>
          <a:noFill/>
        </p:spPr>
        <p:txBody>
          <a:bodyPr wrap="none" rtlCol="0">
            <a:spAutoFit/>
          </a:bodyPr>
          <a:lstStyle/>
          <a:p>
            <a:r>
              <a:rPr lang="zh-CN" altLang="en-US" b="1" dirty="0"/>
              <a:t>任务背景</a:t>
            </a:r>
          </a:p>
        </p:txBody>
      </p:sp>
    </p:spTree>
    <p:extLst>
      <p:ext uri="{BB962C8B-B14F-4D97-AF65-F5344CB8AC3E}">
        <p14:creationId xmlns:p14="http://schemas.microsoft.com/office/powerpoint/2010/main" val="1179418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3F4787A-E4F1-7B6D-F4E3-0B87700E4055}"/>
              </a:ext>
            </a:extLst>
          </p:cNvPr>
          <p:cNvSpPr>
            <a:spLocks noGrp="1"/>
          </p:cNvSpPr>
          <p:nvPr>
            <p:ph type="title"/>
          </p:nvPr>
        </p:nvSpPr>
        <p:spPr/>
        <p:txBody>
          <a:bodyPr/>
          <a:lstStyle/>
          <a:p>
            <a:r>
              <a:rPr lang="en-US" altLang="zh-CN" dirty="0"/>
              <a:t>Introduction(1/7)</a:t>
            </a:r>
            <a:endParaRPr lang="zh-CN" altLang="en-US" dirty="0"/>
          </a:p>
        </p:txBody>
      </p:sp>
      <p:sp>
        <p:nvSpPr>
          <p:cNvPr id="3" name="内容占位符 2">
            <a:extLst>
              <a:ext uri="{FF2B5EF4-FFF2-40B4-BE49-F238E27FC236}">
                <a16:creationId xmlns:a16="http://schemas.microsoft.com/office/drawing/2014/main" id="{612F120D-8F00-2E32-4EE6-0125482A6FB4}"/>
              </a:ext>
            </a:extLst>
          </p:cNvPr>
          <p:cNvSpPr>
            <a:spLocks noGrp="1"/>
          </p:cNvSpPr>
          <p:nvPr>
            <p:ph idx="1"/>
          </p:nvPr>
        </p:nvSpPr>
        <p:spPr>
          <a:xfrm>
            <a:off x="838200" y="1512917"/>
            <a:ext cx="9070571" cy="5046459"/>
          </a:xfrm>
        </p:spPr>
        <p:txBody>
          <a:bodyPr>
            <a:normAutofit/>
          </a:bodyPr>
          <a:lstStyle/>
          <a:p>
            <a:pPr algn="just"/>
            <a:r>
              <a:rPr lang="en-US" altLang="zh-CN" sz="2100" dirty="0">
                <a:solidFill>
                  <a:schemeClr val="bg1">
                    <a:lumMod val="85000"/>
                  </a:schemeClr>
                </a:solidFill>
              </a:rPr>
              <a:t>Survival prediction is a complex ordinal regression task that aims to estimate the relative risk of death in cancer prognosis, which generally integrates the manual assessment of qualitative morphological information from pathology data and quantitative molecular profiles from genomic data in clinical settings. </a:t>
            </a:r>
            <a:r>
              <a:rPr lang="en-US" altLang="zh-CN" sz="2100" dirty="0"/>
              <a:t>Despite recent advances in multimodal learning for histology and genomics, there still exists several open issues. Among others, </a:t>
            </a:r>
            <a:r>
              <a:rPr lang="en-US" altLang="zh-CN" sz="2100" b="1" dirty="0"/>
              <a:t>one daunting challenge is to capture key information from heterogeneous modalities for effective fusion</a:t>
            </a:r>
            <a:r>
              <a:rPr lang="en-US" altLang="zh-CN" sz="2100" dirty="0"/>
              <a:t>. Particularly, due to the large size of about </a:t>
            </a:r>
            <a:r>
              <a:rPr lang="en-US" altLang="zh-CN" sz="2100" dirty="0">
                <a:solidFill>
                  <a:schemeClr val="accent1">
                    <a:lumMod val="75000"/>
                  </a:schemeClr>
                </a:solidFill>
              </a:rPr>
              <a:t>500,000 × 500,000 pixels, it is challenging to effectively represent gigapixel whole slide images without losing key information. </a:t>
            </a:r>
            <a:r>
              <a:rPr lang="en-US" altLang="zh-CN" sz="2100" dirty="0"/>
              <a:t>Furthermore, visual concepts of tumor microenvironment (TME) within pathological images are verified to have significant associations with survival analysis in various cancer types, e.g. cellular components including fibroblast cells and various immune cells that can alter cancer cell behaviors. However, </a:t>
            </a:r>
            <a:r>
              <a:rPr lang="en-US" altLang="zh-CN" sz="2100" dirty="0">
                <a:solidFill>
                  <a:schemeClr val="accent6">
                    <a:lumMod val="75000"/>
                  </a:schemeClr>
                </a:solidFill>
              </a:rPr>
              <a:t>the TME-related patches occupy only a tiny proportion of the entire WSI, leading to a fine grained visual recognition problem that is indiscernible by conventional multimodal learning.</a:t>
            </a:r>
            <a:endParaRPr lang="zh-CN" altLang="en-US" sz="2100" dirty="0">
              <a:solidFill>
                <a:schemeClr val="accent6">
                  <a:lumMod val="75000"/>
                </a:schemeClr>
              </a:solidFill>
            </a:endParaRPr>
          </a:p>
        </p:txBody>
      </p:sp>
      <p:sp>
        <p:nvSpPr>
          <p:cNvPr id="4" name="文本框 3">
            <a:extLst>
              <a:ext uri="{FF2B5EF4-FFF2-40B4-BE49-F238E27FC236}">
                <a16:creationId xmlns:a16="http://schemas.microsoft.com/office/drawing/2014/main" id="{CE7CFD33-2E73-3AD8-411A-62370B24D06C}"/>
              </a:ext>
            </a:extLst>
          </p:cNvPr>
          <p:cNvSpPr txBox="1"/>
          <p:nvPr/>
        </p:nvSpPr>
        <p:spPr>
          <a:xfrm>
            <a:off x="10106889" y="2416872"/>
            <a:ext cx="1921625" cy="3416320"/>
          </a:xfrm>
          <a:prstGeom prst="rect">
            <a:avLst/>
          </a:prstGeom>
          <a:noFill/>
        </p:spPr>
        <p:txBody>
          <a:bodyPr wrap="square" rtlCol="0">
            <a:spAutoFit/>
          </a:bodyPr>
          <a:lstStyle/>
          <a:p>
            <a:endParaRPr lang="en-US" altLang="zh-CN" dirty="0"/>
          </a:p>
          <a:p>
            <a:r>
              <a:rPr lang="zh-CN" altLang="en-US" dirty="0"/>
              <a:t>面临的主要挑战是如何捕获不同模态中的关键信息进行有效融合</a:t>
            </a:r>
            <a:endParaRPr lang="en-US" altLang="zh-CN" dirty="0"/>
          </a:p>
          <a:p>
            <a:endParaRPr lang="en-US" altLang="zh-CN" dirty="0"/>
          </a:p>
          <a:p>
            <a:r>
              <a:rPr lang="en-US" altLang="zh-CN" dirty="0">
                <a:solidFill>
                  <a:schemeClr val="accent1">
                    <a:lumMod val="75000"/>
                  </a:schemeClr>
                </a:solidFill>
              </a:rPr>
              <a:t>1.WSI</a:t>
            </a:r>
            <a:r>
              <a:rPr lang="zh-CN" altLang="en-US" dirty="0">
                <a:solidFill>
                  <a:schemeClr val="accent1">
                    <a:lumMod val="75000"/>
                  </a:schemeClr>
                </a:solidFill>
              </a:rPr>
              <a:t>高像素的有效表征</a:t>
            </a:r>
            <a:endParaRPr lang="en-US" altLang="zh-CN" dirty="0">
              <a:solidFill>
                <a:schemeClr val="accent1">
                  <a:lumMod val="75000"/>
                </a:schemeClr>
              </a:solidFill>
            </a:endParaRPr>
          </a:p>
          <a:p>
            <a:endParaRPr lang="en-US" altLang="zh-CN" dirty="0"/>
          </a:p>
          <a:p>
            <a:r>
              <a:rPr lang="en-US" altLang="zh-CN" dirty="0">
                <a:solidFill>
                  <a:schemeClr val="accent6">
                    <a:lumMod val="75000"/>
                  </a:schemeClr>
                </a:solidFill>
              </a:rPr>
              <a:t>2.</a:t>
            </a:r>
            <a:r>
              <a:rPr lang="zh-CN" altLang="en-US" dirty="0">
                <a:solidFill>
                  <a:schemeClr val="accent6">
                    <a:lumMod val="75000"/>
                  </a:schemeClr>
                </a:solidFill>
              </a:rPr>
              <a:t>如何鉴别出和肿瘤微环境相关的切片部位</a:t>
            </a:r>
            <a:endParaRPr lang="en-US" altLang="zh-CN" dirty="0">
              <a:solidFill>
                <a:schemeClr val="accent6">
                  <a:lumMod val="75000"/>
                </a:schemeClr>
              </a:solidFill>
            </a:endParaRPr>
          </a:p>
        </p:txBody>
      </p:sp>
    </p:spTree>
    <p:extLst>
      <p:ext uri="{BB962C8B-B14F-4D97-AF65-F5344CB8AC3E}">
        <p14:creationId xmlns:p14="http://schemas.microsoft.com/office/powerpoint/2010/main" val="34425066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DBA6EF-6FC7-95A0-84E1-30F6B94316DB}"/>
              </a:ext>
            </a:extLst>
          </p:cNvPr>
          <p:cNvSpPr>
            <a:spLocks noGrp="1"/>
          </p:cNvSpPr>
          <p:nvPr>
            <p:ph type="title"/>
          </p:nvPr>
        </p:nvSpPr>
        <p:spPr/>
        <p:txBody>
          <a:bodyPr/>
          <a:lstStyle/>
          <a:p>
            <a:r>
              <a:rPr lang="en-US" altLang="zh-CN" dirty="0"/>
              <a:t>Introduction(2/7)</a:t>
            </a:r>
            <a:endParaRPr lang="zh-CN" altLang="en-US" dirty="0"/>
          </a:p>
        </p:txBody>
      </p:sp>
      <p:sp>
        <p:nvSpPr>
          <p:cNvPr id="3" name="内容占位符 2">
            <a:extLst>
              <a:ext uri="{FF2B5EF4-FFF2-40B4-BE49-F238E27FC236}">
                <a16:creationId xmlns:a16="http://schemas.microsoft.com/office/drawing/2014/main" id="{E8EC4D85-25D7-AB1F-C6D3-96A374DFC291}"/>
              </a:ext>
            </a:extLst>
          </p:cNvPr>
          <p:cNvSpPr>
            <a:spLocks noGrp="1"/>
          </p:cNvSpPr>
          <p:nvPr>
            <p:ph idx="1"/>
          </p:nvPr>
        </p:nvSpPr>
        <p:spPr>
          <a:xfrm>
            <a:off x="682925" y="1478097"/>
            <a:ext cx="9270076" cy="5137266"/>
          </a:xfrm>
        </p:spPr>
        <p:txBody>
          <a:bodyPr>
            <a:normAutofit/>
          </a:bodyPr>
          <a:lstStyle/>
          <a:p>
            <a:pPr algn="just"/>
            <a:r>
              <a:rPr lang="en-US" altLang="zh-CN" sz="2400" dirty="0"/>
              <a:t>Recently attention-based multiple instance learning (MIL) has provided a typical solution to identify informative instances, in which a WSI is formulated as a bag of patches (instances) and an attention score is assigned for each instance as a weight for selection. </a:t>
            </a:r>
            <a:r>
              <a:rPr lang="en-US" altLang="zh-CN" sz="2400" dirty="0">
                <a:solidFill>
                  <a:schemeClr val="bg1">
                    <a:lumMod val="85000"/>
                  </a:schemeClr>
                </a:solidFill>
              </a:rPr>
              <a:t>In multimodal learning, genomic data has been applied to guide the selection of TME-related instances by co-attention mechanism across modalities, as genes expression might correspond to some morphological characteristics revealed in pathological TME. They densely calculate similarity scores for each pair of pathology and genomic instances as weights of selection to capture fine-grained visual information in WSIs, as shown in Fig. 1 (a). However, this type of approaches with a local view may not thoroughly learn information about TME, since they </a:t>
            </a:r>
            <a:r>
              <a:rPr lang="en-US" altLang="zh-CN" sz="2400" b="1" dirty="0">
                <a:solidFill>
                  <a:schemeClr val="bg1">
                    <a:lumMod val="85000"/>
                  </a:schemeClr>
                </a:solidFill>
              </a:rPr>
              <a:t>ignore global potential structure within modality</a:t>
            </a:r>
            <a:r>
              <a:rPr lang="en-US" altLang="zh-CN" sz="2400" dirty="0">
                <a:solidFill>
                  <a:schemeClr val="bg1">
                    <a:lumMod val="85000"/>
                  </a:schemeClr>
                </a:solidFill>
              </a:rPr>
              <a:t>, e.g. interactions within TME for histology and co-expression for genomics.</a:t>
            </a:r>
            <a:endParaRPr lang="zh-CN" altLang="en-US" sz="2400" dirty="0">
              <a:solidFill>
                <a:schemeClr val="bg1">
                  <a:lumMod val="85000"/>
                </a:schemeClr>
              </a:solidFill>
            </a:endParaRPr>
          </a:p>
        </p:txBody>
      </p:sp>
      <p:sp>
        <p:nvSpPr>
          <p:cNvPr id="5" name="文本框 4">
            <a:extLst>
              <a:ext uri="{FF2B5EF4-FFF2-40B4-BE49-F238E27FC236}">
                <a16:creationId xmlns:a16="http://schemas.microsoft.com/office/drawing/2014/main" id="{27C046F3-5835-7F1F-FA11-FFFA62915490}"/>
              </a:ext>
            </a:extLst>
          </p:cNvPr>
          <p:cNvSpPr txBox="1"/>
          <p:nvPr/>
        </p:nvSpPr>
        <p:spPr>
          <a:xfrm>
            <a:off x="10108276" y="1555646"/>
            <a:ext cx="2018581" cy="1754326"/>
          </a:xfrm>
          <a:prstGeom prst="rect">
            <a:avLst/>
          </a:prstGeom>
          <a:noFill/>
        </p:spPr>
        <p:txBody>
          <a:bodyPr wrap="square" rtlCol="0">
            <a:spAutoFit/>
          </a:bodyPr>
          <a:lstStyle/>
          <a:p>
            <a:r>
              <a:rPr lang="en-US" altLang="zh-CN" dirty="0"/>
              <a:t>MIL</a:t>
            </a:r>
            <a:r>
              <a:rPr lang="zh-CN" altLang="en-US" dirty="0"/>
              <a:t>提供了分析</a:t>
            </a:r>
            <a:r>
              <a:rPr lang="en-US" altLang="zh-CN" dirty="0"/>
              <a:t>WSI</a:t>
            </a:r>
            <a:r>
              <a:rPr lang="zh-CN" altLang="en-US" dirty="0"/>
              <a:t>的方式，将其切分成若干</a:t>
            </a:r>
            <a:r>
              <a:rPr lang="en-US" altLang="zh-CN" dirty="0"/>
              <a:t>patch, </a:t>
            </a:r>
            <a:r>
              <a:rPr lang="zh-CN" altLang="en-US" dirty="0"/>
              <a:t>每个</a:t>
            </a:r>
            <a:r>
              <a:rPr lang="en-US" altLang="zh-CN" dirty="0"/>
              <a:t>patch</a:t>
            </a:r>
            <a:r>
              <a:rPr lang="zh-CN" altLang="en-US" dirty="0"/>
              <a:t>分配一个注意力权重</a:t>
            </a:r>
            <a:endParaRPr lang="en-US" altLang="zh-CN" dirty="0"/>
          </a:p>
          <a:p>
            <a:endParaRPr lang="en-US" altLang="zh-CN" dirty="0"/>
          </a:p>
        </p:txBody>
      </p:sp>
      <p:sp>
        <p:nvSpPr>
          <p:cNvPr id="4" name="文本框 3">
            <a:extLst>
              <a:ext uri="{FF2B5EF4-FFF2-40B4-BE49-F238E27FC236}">
                <a16:creationId xmlns:a16="http://schemas.microsoft.com/office/drawing/2014/main" id="{F937748A-EA09-B1F8-5F13-943ED74DDC04}"/>
              </a:ext>
            </a:extLst>
          </p:cNvPr>
          <p:cNvSpPr txBox="1"/>
          <p:nvPr/>
        </p:nvSpPr>
        <p:spPr>
          <a:xfrm>
            <a:off x="10108276" y="1186314"/>
            <a:ext cx="2374053" cy="369332"/>
          </a:xfrm>
          <a:prstGeom prst="rect">
            <a:avLst/>
          </a:prstGeom>
          <a:noFill/>
        </p:spPr>
        <p:txBody>
          <a:bodyPr wrap="square" rtlCol="0">
            <a:spAutoFit/>
          </a:bodyPr>
          <a:lstStyle/>
          <a:p>
            <a:r>
              <a:rPr lang="zh-CN" altLang="en-US" b="1" dirty="0"/>
              <a:t>研究现状</a:t>
            </a:r>
          </a:p>
        </p:txBody>
      </p:sp>
    </p:spTree>
    <p:extLst>
      <p:ext uri="{BB962C8B-B14F-4D97-AF65-F5344CB8AC3E}">
        <p14:creationId xmlns:p14="http://schemas.microsoft.com/office/powerpoint/2010/main" val="21602295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DBA6EF-6FC7-95A0-84E1-30F6B94316DB}"/>
              </a:ext>
            </a:extLst>
          </p:cNvPr>
          <p:cNvSpPr>
            <a:spLocks noGrp="1"/>
          </p:cNvSpPr>
          <p:nvPr>
            <p:ph type="title"/>
          </p:nvPr>
        </p:nvSpPr>
        <p:spPr/>
        <p:txBody>
          <a:bodyPr/>
          <a:lstStyle/>
          <a:p>
            <a:r>
              <a:rPr lang="en-US" altLang="zh-CN" dirty="0"/>
              <a:t>Introduction(2/7)</a:t>
            </a:r>
            <a:endParaRPr lang="zh-CN" altLang="en-US" dirty="0"/>
          </a:p>
        </p:txBody>
      </p:sp>
      <p:sp>
        <p:nvSpPr>
          <p:cNvPr id="3" name="内容占位符 2">
            <a:extLst>
              <a:ext uri="{FF2B5EF4-FFF2-40B4-BE49-F238E27FC236}">
                <a16:creationId xmlns:a16="http://schemas.microsoft.com/office/drawing/2014/main" id="{E8EC4D85-25D7-AB1F-C6D3-96A374DFC291}"/>
              </a:ext>
            </a:extLst>
          </p:cNvPr>
          <p:cNvSpPr>
            <a:spLocks noGrp="1"/>
          </p:cNvSpPr>
          <p:nvPr>
            <p:ph idx="1"/>
          </p:nvPr>
        </p:nvSpPr>
        <p:spPr>
          <a:xfrm>
            <a:off x="682925" y="1478097"/>
            <a:ext cx="9270076" cy="5137266"/>
          </a:xfrm>
        </p:spPr>
        <p:txBody>
          <a:bodyPr>
            <a:normAutofit/>
          </a:bodyPr>
          <a:lstStyle/>
          <a:p>
            <a:pPr algn="just"/>
            <a:r>
              <a:rPr lang="en-US" altLang="zh-CN" sz="2400" dirty="0">
                <a:solidFill>
                  <a:schemeClr val="bg1">
                    <a:lumMod val="85000"/>
                  </a:schemeClr>
                </a:solidFill>
              </a:rPr>
              <a:t>Recently attention-based multiple instance learning (MIL) has provided a typical solution to identify informative instances, in which a WSI is formulated as a bag of patches (instances) and an attention score is assigned for each instance as a weight for selection. </a:t>
            </a:r>
            <a:r>
              <a:rPr lang="en-US" altLang="zh-CN" sz="2400" dirty="0"/>
              <a:t>In multimodal learning, genomic data has been applied to guide the selection of TME-related instances by co-attention mechanism across modalities, as genes expression might correspond to some morphological characteristics revealed in pathological TME. They densely calculate similarity scores for each pair of pathology and genomic instances as weights of selection to capture fine-grained visual information in WSIs, as shown in Fig. 1 (a). </a:t>
            </a:r>
            <a:r>
              <a:rPr lang="en-US" altLang="zh-CN" sz="2400" dirty="0">
                <a:solidFill>
                  <a:schemeClr val="bg1">
                    <a:lumMod val="85000"/>
                  </a:schemeClr>
                </a:solidFill>
              </a:rPr>
              <a:t>However, this type of approaches with a local view may not thoroughly learn information about TME, since they </a:t>
            </a:r>
            <a:r>
              <a:rPr lang="en-US" altLang="zh-CN" sz="2400" b="1" dirty="0">
                <a:solidFill>
                  <a:schemeClr val="bg1">
                    <a:lumMod val="85000"/>
                  </a:schemeClr>
                </a:solidFill>
              </a:rPr>
              <a:t>ignore global potential structure within modality</a:t>
            </a:r>
            <a:r>
              <a:rPr lang="en-US" altLang="zh-CN" sz="2400" dirty="0">
                <a:solidFill>
                  <a:schemeClr val="bg1">
                    <a:lumMod val="85000"/>
                  </a:schemeClr>
                </a:solidFill>
              </a:rPr>
              <a:t>, e.g. interactions within TME for histology and co-expression for genomics.</a:t>
            </a:r>
            <a:endParaRPr lang="zh-CN" altLang="en-US" sz="2400" dirty="0">
              <a:solidFill>
                <a:schemeClr val="bg1">
                  <a:lumMod val="85000"/>
                </a:schemeClr>
              </a:solidFill>
            </a:endParaRPr>
          </a:p>
        </p:txBody>
      </p:sp>
      <p:sp>
        <p:nvSpPr>
          <p:cNvPr id="5" name="文本框 4">
            <a:extLst>
              <a:ext uri="{FF2B5EF4-FFF2-40B4-BE49-F238E27FC236}">
                <a16:creationId xmlns:a16="http://schemas.microsoft.com/office/drawing/2014/main" id="{27C046F3-5835-7F1F-FA11-FFFA62915490}"/>
              </a:ext>
            </a:extLst>
          </p:cNvPr>
          <p:cNvSpPr txBox="1"/>
          <p:nvPr/>
        </p:nvSpPr>
        <p:spPr>
          <a:xfrm>
            <a:off x="10065943" y="2597046"/>
            <a:ext cx="2018581" cy="2031325"/>
          </a:xfrm>
          <a:prstGeom prst="rect">
            <a:avLst/>
          </a:prstGeom>
          <a:noFill/>
        </p:spPr>
        <p:txBody>
          <a:bodyPr wrap="square" rtlCol="0">
            <a:spAutoFit/>
          </a:bodyPr>
          <a:lstStyle/>
          <a:p>
            <a:endParaRPr lang="en-US" altLang="zh-CN" dirty="0"/>
          </a:p>
          <a:p>
            <a:r>
              <a:rPr lang="zh-CN" altLang="en-US" dirty="0"/>
              <a:t>多模态学习中，通过计算基因组数据和组织切片间的权重分数，作为选择重要区域的依据</a:t>
            </a:r>
            <a:endParaRPr lang="en-US" altLang="zh-CN" dirty="0"/>
          </a:p>
          <a:p>
            <a:endParaRPr lang="en-US" altLang="zh-CN" dirty="0"/>
          </a:p>
        </p:txBody>
      </p:sp>
    </p:spTree>
    <p:extLst>
      <p:ext uri="{BB962C8B-B14F-4D97-AF65-F5344CB8AC3E}">
        <p14:creationId xmlns:p14="http://schemas.microsoft.com/office/powerpoint/2010/main" val="17876502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9DBA6EF-6FC7-95A0-84E1-30F6B94316DB}"/>
              </a:ext>
            </a:extLst>
          </p:cNvPr>
          <p:cNvSpPr>
            <a:spLocks noGrp="1"/>
          </p:cNvSpPr>
          <p:nvPr>
            <p:ph type="title"/>
          </p:nvPr>
        </p:nvSpPr>
        <p:spPr/>
        <p:txBody>
          <a:bodyPr/>
          <a:lstStyle/>
          <a:p>
            <a:r>
              <a:rPr lang="en-US" altLang="zh-CN" dirty="0"/>
              <a:t>Introduction(2/7)</a:t>
            </a:r>
            <a:endParaRPr lang="zh-CN" altLang="en-US" dirty="0"/>
          </a:p>
        </p:txBody>
      </p:sp>
      <p:sp>
        <p:nvSpPr>
          <p:cNvPr id="3" name="内容占位符 2">
            <a:extLst>
              <a:ext uri="{FF2B5EF4-FFF2-40B4-BE49-F238E27FC236}">
                <a16:creationId xmlns:a16="http://schemas.microsoft.com/office/drawing/2014/main" id="{E8EC4D85-25D7-AB1F-C6D3-96A374DFC291}"/>
              </a:ext>
            </a:extLst>
          </p:cNvPr>
          <p:cNvSpPr>
            <a:spLocks noGrp="1"/>
          </p:cNvSpPr>
          <p:nvPr>
            <p:ph idx="1"/>
          </p:nvPr>
        </p:nvSpPr>
        <p:spPr>
          <a:xfrm>
            <a:off x="682925" y="1478097"/>
            <a:ext cx="9270076" cy="5137266"/>
          </a:xfrm>
        </p:spPr>
        <p:txBody>
          <a:bodyPr>
            <a:normAutofit/>
          </a:bodyPr>
          <a:lstStyle/>
          <a:p>
            <a:pPr algn="just"/>
            <a:r>
              <a:rPr lang="en-US" altLang="zh-CN" sz="2400" dirty="0">
                <a:solidFill>
                  <a:schemeClr val="bg1">
                    <a:lumMod val="85000"/>
                  </a:schemeClr>
                </a:solidFill>
              </a:rPr>
              <a:t>Recently attention-based multiple instance learning (MIL) has provided a typical solution to identify informative instances, in which a WSI is formulated as a bag of patches (instances) and an attention score is assigned for each instance as a weight for selection. In multimodal learning, genomic data has been applied to guide the selection of TME-related instances by co-attention mechanism across modalities, as genes expression might correspond to some morphological characteristics revealed in pathological TME. They densely calculate similarity scores for each pair of pathology and genomic instances as weights of selection to capture fine-grained visual information in WSIs, as shown in Fig. 1 (a). </a:t>
            </a:r>
            <a:r>
              <a:rPr lang="en-US" altLang="zh-CN" sz="2400" dirty="0"/>
              <a:t>However, this type of approaches with a local view may not thoroughly learn information about TME, since they </a:t>
            </a:r>
            <a:r>
              <a:rPr lang="en-US" altLang="zh-CN" sz="2400" b="1" dirty="0"/>
              <a:t>ignore global potential structure within modality</a:t>
            </a:r>
            <a:r>
              <a:rPr lang="en-US" altLang="zh-CN" sz="2400" dirty="0"/>
              <a:t>, e.g. interactions within TME for histology and co-expression for genomics.</a:t>
            </a:r>
            <a:endParaRPr lang="zh-CN" altLang="en-US" sz="2400" dirty="0"/>
          </a:p>
        </p:txBody>
      </p:sp>
      <p:sp>
        <p:nvSpPr>
          <p:cNvPr id="5" name="文本框 4">
            <a:extLst>
              <a:ext uri="{FF2B5EF4-FFF2-40B4-BE49-F238E27FC236}">
                <a16:creationId xmlns:a16="http://schemas.microsoft.com/office/drawing/2014/main" id="{27C046F3-5835-7F1F-FA11-FFFA62915490}"/>
              </a:ext>
            </a:extLst>
          </p:cNvPr>
          <p:cNvSpPr txBox="1"/>
          <p:nvPr/>
        </p:nvSpPr>
        <p:spPr>
          <a:xfrm>
            <a:off x="10082876" y="4789912"/>
            <a:ext cx="2018581" cy="1200329"/>
          </a:xfrm>
          <a:prstGeom prst="rect">
            <a:avLst/>
          </a:prstGeom>
          <a:noFill/>
        </p:spPr>
        <p:txBody>
          <a:bodyPr wrap="square" rtlCol="0">
            <a:spAutoFit/>
          </a:bodyPr>
          <a:lstStyle/>
          <a:p>
            <a:endParaRPr lang="en-US" altLang="zh-CN" dirty="0"/>
          </a:p>
          <a:p>
            <a:r>
              <a:rPr lang="zh-CN" altLang="en-US" dirty="0"/>
              <a:t>然而，这种方法忽略了每个模态中的全局结构</a:t>
            </a:r>
          </a:p>
        </p:txBody>
      </p:sp>
    </p:spTree>
    <p:extLst>
      <p:ext uri="{BB962C8B-B14F-4D97-AF65-F5344CB8AC3E}">
        <p14:creationId xmlns:p14="http://schemas.microsoft.com/office/powerpoint/2010/main" val="27412311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7A688109-214B-123D-3846-92D9372FDAEF}"/>
              </a:ext>
            </a:extLst>
          </p:cNvPr>
          <p:cNvSpPr>
            <a:spLocks noGrp="1"/>
          </p:cNvSpPr>
          <p:nvPr>
            <p:ph type="title"/>
          </p:nvPr>
        </p:nvSpPr>
        <p:spPr/>
        <p:txBody>
          <a:bodyPr/>
          <a:lstStyle/>
          <a:p>
            <a:r>
              <a:rPr lang="en-US" altLang="zh-CN" dirty="0"/>
              <a:t>Introduction(3/7)</a:t>
            </a:r>
            <a:endParaRPr lang="zh-CN" altLang="en-US" dirty="0"/>
          </a:p>
        </p:txBody>
      </p:sp>
      <p:sp>
        <p:nvSpPr>
          <p:cNvPr id="3" name="内容占位符 2">
            <a:extLst>
              <a:ext uri="{FF2B5EF4-FFF2-40B4-BE49-F238E27FC236}">
                <a16:creationId xmlns:a16="http://schemas.microsoft.com/office/drawing/2014/main" id="{0C54EDD8-5052-C517-6236-72E2F90EF115}"/>
              </a:ext>
            </a:extLst>
          </p:cNvPr>
          <p:cNvSpPr>
            <a:spLocks noGrp="1"/>
          </p:cNvSpPr>
          <p:nvPr>
            <p:ph idx="1"/>
          </p:nvPr>
        </p:nvSpPr>
        <p:spPr>
          <a:xfrm>
            <a:off x="838200" y="1488614"/>
            <a:ext cx="9328265" cy="5269633"/>
          </a:xfrm>
        </p:spPr>
        <p:txBody>
          <a:bodyPr>
            <a:normAutofit lnSpcReduction="10000"/>
          </a:bodyPr>
          <a:lstStyle/>
          <a:p>
            <a:pPr algn="just"/>
            <a:r>
              <a:rPr lang="en-US" altLang="zh-CN" sz="2400" dirty="0"/>
              <a:t>Fruitful works demonstrate that the interactions within TME are important indicators affecting survival outcomes, e.g. co-occurrence of tumor cells with tumor-infiltrating lymphocytes (TILs) of the immune system is a positive prognostic indicator. However, these collaborative components in TME might be spatially dispersed throughout the entire WSI, which indicates long-range structural associations in WSI, as shown in Fig. 1 (b). On the other hand, genes co-expression also suggests a potential structure. There might be intrinsic consistency between these two potential structures, as some studies have verified that genomic mutations can alter normal functions and biological processes of TILs within TME. By leveraging the global consistency between their potential structures to match histology and genomic data, it is more likely to identify TME-related patches from WSIs. However, existing co-attention-based multimodal learning focuses on only dense local similarity, neglecting the global coherence of potential structures.</a:t>
            </a:r>
            <a:endParaRPr lang="zh-CN" altLang="en-US" sz="2400" dirty="0"/>
          </a:p>
        </p:txBody>
      </p:sp>
      <p:sp>
        <p:nvSpPr>
          <p:cNvPr id="4" name="文本框 3">
            <a:extLst>
              <a:ext uri="{FF2B5EF4-FFF2-40B4-BE49-F238E27FC236}">
                <a16:creationId xmlns:a16="http://schemas.microsoft.com/office/drawing/2014/main" id="{F1AAF61F-E631-0405-CAA4-67E2F0D8B9C7}"/>
              </a:ext>
            </a:extLst>
          </p:cNvPr>
          <p:cNvSpPr txBox="1"/>
          <p:nvPr/>
        </p:nvSpPr>
        <p:spPr>
          <a:xfrm>
            <a:off x="10309507" y="1458979"/>
            <a:ext cx="1701338" cy="5078313"/>
          </a:xfrm>
          <a:prstGeom prst="rect">
            <a:avLst/>
          </a:prstGeom>
          <a:noFill/>
        </p:spPr>
        <p:txBody>
          <a:bodyPr wrap="square" rtlCol="0">
            <a:spAutoFit/>
          </a:bodyPr>
          <a:lstStyle/>
          <a:p>
            <a:r>
              <a:rPr lang="zh-CN" altLang="en-US" dirty="0"/>
              <a:t>研究表明肿瘤微环境对生存预测的重要性，而和</a:t>
            </a:r>
            <a:r>
              <a:rPr lang="en-US" altLang="zh-CN" dirty="0"/>
              <a:t>TME</a:t>
            </a:r>
            <a:r>
              <a:rPr lang="zh-CN" altLang="en-US" dirty="0"/>
              <a:t>相关的区域可能分散在</a:t>
            </a:r>
            <a:r>
              <a:rPr lang="en-US" altLang="zh-CN" dirty="0"/>
              <a:t>WSI</a:t>
            </a:r>
            <a:r>
              <a:rPr lang="zh-CN" altLang="en-US" dirty="0"/>
              <a:t>中，指示了</a:t>
            </a:r>
            <a:r>
              <a:rPr lang="en-US" altLang="zh-CN" dirty="0"/>
              <a:t>WSI</a:t>
            </a:r>
            <a:r>
              <a:rPr lang="zh-CN" altLang="en-US" dirty="0"/>
              <a:t>中各区域间的全局联系，同时，这种联系也存在于基因表达中。</a:t>
            </a:r>
            <a:endParaRPr lang="en-US" altLang="zh-CN" dirty="0"/>
          </a:p>
          <a:p>
            <a:endParaRPr lang="en-US" altLang="zh-CN" dirty="0"/>
          </a:p>
          <a:p>
            <a:r>
              <a:rPr lang="zh-CN" altLang="en-US" dirty="0"/>
              <a:t>现有的基于共注意力的方法只关注局部相似性，忽略了全局结构</a:t>
            </a:r>
          </a:p>
        </p:txBody>
      </p:sp>
    </p:spTree>
    <p:extLst>
      <p:ext uri="{BB962C8B-B14F-4D97-AF65-F5344CB8AC3E}">
        <p14:creationId xmlns:p14="http://schemas.microsoft.com/office/powerpoint/2010/main" val="29423041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958E39-0DD7-ABA5-E860-32C1AC604B52}"/>
              </a:ext>
            </a:extLst>
          </p:cNvPr>
          <p:cNvSpPr>
            <a:spLocks noGrp="1"/>
          </p:cNvSpPr>
          <p:nvPr>
            <p:ph type="title"/>
          </p:nvPr>
        </p:nvSpPr>
        <p:spPr/>
        <p:txBody>
          <a:bodyPr/>
          <a:lstStyle/>
          <a:p>
            <a:r>
              <a:rPr lang="en-US" altLang="zh-CN" dirty="0"/>
              <a:t>Introduction(4/7)</a:t>
            </a:r>
            <a:endParaRPr lang="zh-CN" altLang="en-US" dirty="0"/>
          </a:p>
        </p:txBody>
      </p:sp>
      <p:sp>
        <p:nvSpPr>
          <p:cNvPr id="3" name="内容占位符 2">
            <a:extLst>
              <a:ext uri="{FF2B5EF4-FFF2-40B4-BE49-F238E27FC236}">
                <a16:creationId xmlns:a16="http://schemas.microsoft.com/office/drawing/2014/main" id="{80D54B0A-7DF5-2EF7-56A8-D6B60B557715}"/>
              </a:ext>
            </a:extLst>
          </p:cNvPr>
          <p:cNvSpPr>
            <a:spLocks noGrp="1"/>
          </p:cNvSpPr>
          <p:nvPr>
            <p:ph idx="1"/>
          </p:nvPr>
        </p:nvSpPr>
        <p:spPr>
          <a:xfrm>
            <a:off x="838200" y="1479665"/>
            <a:ext cx="9186949" cy="5278582"/>
          </a:xfrm>
        </p:spPr>
        <p:txBody>
          <a:bodyPr>
            <a:normAutofit/>
          </a:bodyPr>
          <a:lstStyle/>
          <a:p>
            <a:pPr algn="just"/>
            <a:r>
              <a:rPr lang="en-US" altLang="zh-CN" sz="2400" dirty="0"/>
              <a:t>To address these challenges, we propose a Multimodal Optimal Transport-based Co-Attention Transformer (</a:t>
            </a:r>
            <a:r>
              <a:rPr lang="en-US" altLang="zh-CN" sz="2400" dirty="0" err="1"/>
              <a:t>MOTCat</a:t>
            </a:r>
            <a:r>
              <a:rPr lang="en-US" altLang="zh-CN" sz="2400" dirty="0"/>
              <a:t>) framework with global structure consistency, in which optimal transport-based co-attention is applied to match instances between histology and genomics from a global perspective, as shown in Fig. 1 (b). </a:t>
            </a:r>
            <a:r>
              <a:rPr lang="en-US" altLang="zh-CN" sz="2400" dirty="0">
                <a:solidFill>
                  <a:schemeClr val="bg1">
                    <a:lumMod val="85000"/>
                  </a:schemeClr>
                </a:solidFill>
              </a:rPr>
              <a:t>Optimal transport (OT), as a structural matching approach, is able to generate an optimal matching solution with the overall minimum matching cost, based on local pairwise cost between instances of histology and genomics. As a result, instances of a WSI that have high global structure consistency with genes co-expressions can be identified to represent the WSI. These instances might be more strongly associated with TME that contributes to survival prediction. In this way, the aforementioned two challenges can be addressed by OT-based Co-Attention simultaneously.</a:t>
            </a:r>
            <a:endParaRPr lang="zh-CN" altLang="en-US" sz="2400" dirty="0">
              <a:solidFill>
                <a:schemeClr val="bg1">
                  <a:lumMod val="85000"/>
                </a:schemeClr>
              </a:solidFill>
            </a:endParaRPr>
          </a:p>
        </p:txBody>
      </p:sp>
      <p:sp>
        <p:nvSpPr>
          <p:cNvPr id="4" name="文本框 3">
            <a:extLst>
              <a:ext uri="{FF2B5EF4-FFF2-40B4-BE49-F238E27FC236}">
                <a16:creationId xmlns:a16="http://schemas.microsoft.com/office/drawing/2014/main" id="{20C86AEF-F57E-4BC5-71C1-186D13E97837}"/>
              </a:ext>
            </a:extLst>
          </p:cNvPr>
          <p:cNvSpPr txBox="1"/>
          <p:nvPr/>
        </p:nvSpPr>
        <p:spPr>
          <a:xfrm>
            <a:off x="10154754" y="1479665"/>
            <a:ext cx="1968235" cy="2031325"/>
          </a:xfrm>
          <a:prstGeom prst="rect">
            <a:avLst/>
          </a:prstGeom>
          <a:noFill/>
        </p:spPr>
        <p:txBody>
          <a:bodyPr wrap="square" rtlCol="0">
            <a:spAutoFit/>
          </a:bodyPr>
          <a:lstStyle/>
          <a:p>
            <a:r>
              <a:rPr lang="zh-CN" altLang="en-US" dirty="0"/>
              <a:t>本文提出了基于最优传输的模态间匹配机制，通过这种匹配可以识别出和</a:t>
            </a:r>
            <a:r>
              <a:rPr lang="en-US" altLang="zh-CN" dirty="0"/>
              <a:t>TME</a:t>
            </a:r>
            <a:r>
              <a:rPr lang="zh-CN" altLang="en-US" dirty="0"/>
              <a:t>高度相关的组织切片区域</a:t>
            </a:r>
          </a:p>
        </p:txBody>
      </p:sp>
    </p:spTree>
    <p:extLst>
      <p:ext uri="{BB962C8B-B14F-4D97-AF65-F5344CB8AC3E}">
        <p14:creationId xmlns:p14="http://schemas.microsoft.com/office/powerpoint/2010/main" val="31503358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8958E39-0DD7-ABA5-E860-32C1AC604B52}"/>
              </a:ext>
            </a:extLst>
          </p:cNvPr>
          <p:cNvSpPr>
            <a:spLocks noGrp="1"/>
          </p:cNvSpPr>
          <p:nvPr>
            <p:ph type="title"/>
          </p:nvPr>
        </p:nvSpPr>
        <p:spPr/>
        <p:txBody>
          <a:bodyPr/>
          <a:lstStyle/>
          <a:p>
            <a:r>
              <a:rPr lang="en-US" altLang="zh-CN" dirty="0"/>
              <a:t>Introduction(4/7)</a:t>
            </a:r>
            <a:endParaRPr lang="zh-CN" altLang="en-US" dirty="0"/>
          </a:p>
        </p:txBody>
      </p:sp>
      <p:sp>
        <p:nvSpPr>
          <p:cNvPr id="3" name="内容占位符 2">
            <a:extLst>
              <a:ext uri="{FF2B5EF4-FFF2-40B4-BE49-F238E27FC236}">
                <a16:creationId xmlns:a16="http://schemas.microsoft.com/office/drawing/2014/main" id="{80D54B0A-7DF5-2EF7-56A8-D6B60B557715}"/>
              </a:ext>
            </a:extLst>
          </p:cNvPr>
          <p:cNvSpPr>
            <a:spLocks noGrp="1"/>
          </p:cNvSpPr>
          <p:nvPr>
            <p:ph idx="1"/>
          </p:nvPr>
        </p:nvSpPr>
        <p:spPr>
          <a:xfrm>
            <a:off x="838200" y="1479665"/>
            <a:ext cx="9186949" cy="5278582"/>
          </a:xfrm>
        </p:spPr>
        <p:txBody>
          <a:bodyPr>
            <a:normAutofit/>
          </a:bodyPr>
          <a:lstStyle/>
          <a:p>
            <a:pPr algn="just"/>
            <a:r>
              <a:rPr lang="en-US" altLang="zh-CN" sz="2400" dirty="0">
                <a:solidFill>
                  <a:schemeClr val="bg1">
                    <a:lumMod val="85000"/>
                  </a:schemeClr>
                </a:solidFill>
              </a:rPr>
              <a:t>To address these challenges, we propose a Multimodal Optimal Transport-based Co-Attention Transformer (</a:t>
            </a:r>
            <a:r>
              <a:rPr lang="en-US" altLang="zh-CN" sz="2400" dirty="0" err="1">
                <a:solidFill>
                  <a:schemeClr val="bg1">
                    <a:lumMod val="85000"/>
                  </a:schemeClr>
                </a:solidFill>
              </a:rPr>
              <a:t>MOTCat</a:t>
            </a:r>
            <a:r>
              <a:rPr lang="en-US" altLang="zh-CN" sz="2400" dirty="0">
                <a:solidFill>
                  <a:schemeClr val="bg1">
                    <a:lumMod val="85000"/>
                  </a:schemeClr>
                </a:solidFill>
              </a:rPr>
              <a:t>) framework with global structure consistency, in which optimal transport-based co-attention is applied to match instances between histology and genomics from a global perspective, as shown in Fig. 1 (b). </a:t>
            </a:r>
            <a:r>
              <a:rPr lang="en-US" altLang="zh-CN" sz="2400" dirty="0"/>
              <a:t>Optimal transport (OT), as a structural matching approach, is able to generate an optimal matching solution with the overall minimum matching cost, based on local pairwise cost between instances of histology and genomics. As a result, instances of a WSI that have high global structure consistency with genes co-expressions can be identified to represent the WSI. These instances might be more strongly associated with TME that contributes to survival prediction. In this way, the aforementioned two challenges can be addressed by OT-based Co-Attention simultaneously.</a:t>
            </a:r>
            <a:endParaRPr lang="zh-CN" altLang="en-US" sz="2400" dirty="0"/>
          </a:p>
        </p:txBody>
      </p:sp>
      <p:sp>
        <p:nvSpPr>
          <p:cNvPr id="4" name="文本框 3">
            <a:extLst>
              <a:ext uri="{FF2B5EF4-FFF2-40B4-BE49-F238E27FC236}">
                <a16:creationId xmlns:a16="http://schemas.microsoft.com/office/drawing/2014/main" id="{20C86AEF-F57E-4BC5-71C1-186D13E97837}"/>
              </a:ext>
            </a:extLst>
          </p:cNvPr>
          <p:cNvSpPr txBox="1"/>
          <p:nvPr/>
        </p:nvSpPr>
        <p:spPr>
          <a:xfrm>
            <a:off x="10154754" y="1479665"/>
            <a:ext cx="1968235" cy="2031325"/>
          </a:xfrm>
          <a:prstGeom prst="rect">
            <a:avLst/>
          </a:prstGeom>
          <a:noFill/>
        </p:spPr>
        <p:txBody>
          <a:bodyPr wrap="square" rtlCol="0">
            <a:spAutoFit/>
          </a:bodyPr>
          <a:lstStyle/>
          <a:p>
            <a:r>
              <a:rPr lang="zh-CN" altLang="en-US" dirty="0"/>
              <a:t>本文提出了基于最优传输的模态间匹配机制，通过这种匹配可以识别出和</a:t>
            </a:r>
            <a:r>
              <a:rPr lang="en-US" altLang="zh-CN" dirty="0"/>
              <a:t>TME</a:t>
            </a:r>
            <a:r>
              <a:rPr lang="zh-CN" altLang="en-US" dirty="0"/>
              <a:t>高度相关的组织切片区域</a:t>
            </a:r>
          </a:p>
        </p:txBody>
      </p:sp>
      <p:sp>
        <p:nvSpPr>
          <p:cNvPr id="5" name="文本框 4">
            <a:extLst>
              <a:ext uri="{FF2B5EF4-FFF2-40B4-BE49-F238E27FC236}">
                <a16:creationId xmlns:a16="http://schemas.microsoft.com/office/drawing/2014/main" id="{E01FD449-F13F-9209-FE49-4A46B640DFDB}"/>
              </a:ext>
            </a:extLst>
          </p:cNvPr>
          <p:cNvSpPr txBox="1"/>
          <p:nvPr/>
        </p:nvSpPr>
        <p:spPr>
          <a:xfrm>
            <a:off x="10171687" y="4178006"/>
            <a:ext cx="1968235" cy="1200329"/>
          </a:xfrm>
          <a:prstGeom prst="rect">
            <a:avLst/>
          </a:prstGeom>
          <a:noFill/>
        </p:spPr>
        <p:txBody>
          <a:bodyPr wrap="square" rtlCol="0">
            <a:spAutoFit/>
          </a:bodyPr>
          <a:lstStyle/>
          <a:p>
            <a:r>
              <a:rPr lang="en-US" altLang="zh-CN" dirty="0"/>
              <a:t>OT</a:t>
            </a:r>
            <a:r>
              <a:rPr lang="zh-CN" altLang="en-US" dirty="0"/>
              <a:t>的思想，为什么适用于</a:t>
            </a:r>
            <a:r>
              <a:rPr lang="en-US" altLang="zh-CN" dirty="0"/>
              <a:t>WSI</a:t>
            </a:r>
            <a:r>
              <a:rPr lang="zh-CN" altLang="en-US" dirty="0"/>
              <a:t>和基因组预测生存期的任务</a:t>
            </a:r>
          </a:p>
        </p:txBody>
      </p:sp>
      <p:sp>
        <p:nvSpPr>
          <p:cNvPr id="6" name="文本框 5">
            <a:extLst>
              <a:ext uri="{FF2B5EF4-FFF2-40B4-BE49-F238E27FC236}">
                <a16:creationId xmlns:a16="http://schemas.microsoft.com/office/drawing/2014/main" id="{E5CA2130-6B24-883D-5BE4-5CE53AAF61F5}"/>
              </a:ext>
            </a:extLst>
          </p:cNvPr>
          <p:cNvSpPr txBox="1"/>
          <p:nvPr/>
        </p:nvSpPr>
        <p:spPr>
          <a:xfrm>
            <a:off x="10171687" y="1110333"/>
            <a:ext cx="1107996" cy="369332"/>
          </a:xfrm>
          <a:prstGeom prst="rect">
            <a:avLst/>
          </a:prstGeom>
          <a:noFill/>
        </p:spPr>
        <p:txBody>
          <a:bodyPr wrap="none" rtlCol="0">
            <a:spAutoFit/>
          </a:bodyPr>
          <a:lstStyle/>
          <a:p>
            <a:r>
              <a:rPr lang="zh-CN" altLang="en-US" b="1" dirty="0"/>
              <a:t>本文方法</a:t>
            </a:r>
          </a:p>
        </p:txBody>
      </p:sp>
    </p:spTree>
    <p:extLst>
      <p:ext uri="{BB962C8B-B14F-4D97-AF65-F5344CB8AC3E}">
        <p14:creationId xmlns:p14="http://schemas.microsoft.com/office/powerpoint/2010/main" val="7886845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9271E81-08AB-0BBF-3D61-B1B50DBF01A0}"/>
              </a:ext>
            </a:extLst>
          </p:cNvPr>
          <p:cNvSpPr>
            <a:spLocks noGrp="1"/>
          </p:cNvSpPr>
          <p:nvPr>
            <p:ph type="title"/>
          </p:nvPr>
        </p:nvSpPr>
        <p:spPr/>
        <p:txBody>
          <a:bodyPr/>
          <a:lstStyle/>
          <a:p>
            <a:r>
              <a:rPr lang="en-US" altLang="zh-CN" dirty="0"/>
              <a:t>Introduction(5/7)</a:t>
            </a:r>
            <a:endParaRPr lang="zh-CN" altLang="en-US" dirty="0"/>
          </a:p>
        </p:txBody>
      </p:sp>
      <p:sp>
        <p:nvSpPr>
          <p:cNvPr id="3" name="内容占位符 2">
            <a:extLst>
              <a:ext uri="{FF2B5EF4-FFF2-40B4-BE49-F238E27FC236}">
                <a16:creationId xmlns:a16="http://schemas.microsoft.com/office/drawing/2014/main" id="{13DFC48C-9354-73A9-0BE0-41666434A0ED}"/>
              </a:ext>
            </a:extLst>
          </p:cNvPr>
          <p:cNvSpPr>
            <a:spLocks noGrp="1"/>
          </p:cNvSpPr>
          <p:nvPr>
            <p:ph idx="1"/>
          </p:nvPr>
        </p:nvSpPr>
        <p:spPr>
          <a:xfrm>
            <a:off x="838200" y="1512916"/>
            <a:ext cx="8862753" cy="5212079"/>
          </a:xfrm>
        </p:spPr>
        <p:txBody>
          <a:bodyPr>
            <a:normAutofit/>
          </a:bodyPr>
          <a:lstStyle/>
          <a:p>
            <a:pPr algn="just"/>
            <a:r>
              <a:rPr lang="en-US" altLang="zh-CN" sz="2100" dirty="0"/>
              <a:t>Compared with the conventional co-attention mechanism, the advantages of the proposed OT-based co-attention are three-fold. </a:t>
            </a:r>
            <a:r>
              <a:rPr lang="en-US" altLang="zh-CN" sz="2100" b="1" dirty="0"/>
              <a:t>First, </a:t>
            </a:r>
            <a:r>
              <a:rPr lang="en-US" altLang="zh-CN" sz="2100" dirty="0"/>
              <a:t>optimal transport provides the instances matching process with global awareness. Marginal constraints of total mass equality enforce a trade-off of instances within modality for transporting during optimization, instead of only considering the local similarity of pairwise instances as conventional co-attention does. It enables the modeling of structural interactions of WSIs and co-expressions of genomics, which is beneficial to survival prediction. </a:t>
            </a:r>
            <a:r>
              <a:rPr lang="en-US" altLang="zh-CN" sz="2100" b="1" dirty="0"/>
              <a:t>Second,</a:t>
            </a:r>
            <a:r>
              <a:rPr lang="en-US" altLang="zh-CN" sz="2100" dirty="0"/>
              <a:t> the learned patch-level attention score is not a rigorous metric for selecting informative instances under weak supervision, i.e. slide-level survival time, especially with only a small number of WSI samples. As an alternative, the optimal matching flow is the rigorous closed-form solution to OT problem without accessing any label, achieved by solving the Linear Programming problem. </a:t>
            </a:r>
            <a:r>
              <a:rPr lang="en-US" altLang="zh-CN" sz="2100" b="1" dirty="0"/>
              <a:t>Last,</a:t>
            </a:r>
            <a:r>
              <a:rPr lang="en-US" altLang="zh-CN" sz="2100" dirty="0"/>
              <a:t> the optimal matching flow provides a transformation between two modalities under preserving the potential structure, which reduces cross-modal heterogeneity gap.</a:t>
            </a:r>
            <a:endParaRPr lang="zh-CN" altLang="en-US" sz="2100" dirty="0"/>
          </a:p>
        </p:txBody>
      </p:sp>
      <p:sp>
        <p:nvSpPr>
          <p:cNvPr id="4" name="文本框 3">
            <a:extLst>
              <a:ext uri="{FF2B5EF4-FFF2-40B4-BE49-F238E27FC236}">
                <a16:creationId xmlns:a16="http://schemas.microsoft.com/office/drawing/2014/main" id="{CCB9C6FD-80B0-3577-B07B-44B1147E2010}"/>
              </a:ext>
            </a:extLst>
          </p:cNvPr>
          <p:cNvSpPr txBox="1"/>
          <p:nvPr/>
        </p:nvSpPr>
        <p:spPr>
          <a:xfrm>
            <a:off x="9832636" y="1414562"/>
            <a:ext cx="2347587" cy="5078313"/>
          </a:xfrm>
          <a:prstGeom prst="rect">
            <a:avLst/>
          </a:prstGeom>
          <a:noFill/>
        </p:spPr>
        <p:txBody>
          <a:bodyPr wrap="square" rtlCol="0">
            <a:spAutoFit/>
          </a:bodyPr>
          <a:lstStyle/>
          <a:p>
            <a:r>
              <a:rPr lang="zh-CN" altLang="en-US" dirty="0"/>
              <a:t>基于</a:t>
            </a:r>
            <a:r>
              <a:rPr lang="en-US" altLang="zh-CN" dirty="0"/>
              <a:t>OT</a:t>
            </a:r>
            <a:r>
              <a:rPr lang="zh-CN" altLang="en-US" dirty="0"/>
              <a:t>方法的三方面优势：</a:t>
            </a:r>
            <a:endParaRPr lang="en-US" altLang="zh-CN" dirty="0"/>
          </a:p>
          <a:p>
            <a:r>
              <a:rPr lang="en-US" altLang="zh-CN" dirty="0"/>
              <a:t>1.OT</a:t>
            </a:r>
            <a:r>
              <a:rPr lang="zh-CN" altLang="en-US" dirty="0"/>
              <a:t>的建模思路能够保证考虑到模态的全局信息</a:t>
            </a:r>
            <a:endParaRPr lang="en-US" altLang="zh-CN" dirty="0"/>
          </a:p>
          <a:p>
            <a:endParaRPr lang="en-US" altLang="zh-CN" dirty="0">
              <a:solidFill>
                <a:srgbClr val="2A2B2E"/>
              </a:solidFill>
              <a:latin typeface="PingFang SC"/>
            </a:endParaRPr>
          </a:p>
          <a:p>
            <a:r>
              <a:rPr lang="en-US" altLang="zh-CN" dirty="0"/>
              <a:t>2.OT</a:t>
            </a:r>
            <a:r>
              <a:rPr lang="zh-CN" altLang="en-US" dirty="0"/>
              <a:t>本身具有良好的性质：通过求解线性规划问题，在弱监督、少量样本的条件下相比于注意力机制有优势</a:t>
            </a:r>
            <a:endParaRPr lang="en-US" altLang="zh-CN" dirty="0"/>
          </a:p>
          <a:p>
            <a:endParaRPr lang="en-US" altLang="zh-CN" dirty="0"/>
          </a:p>
          <a:p>
            <a:r>
              <a:rPr lang="en-US" altLang="zh-CN" dirty="0"/>
              <a:t>3.OT</a:t>
            </a:r>
            <a:r>
              <a:rPr lang="zh-CN" altLang="en-US" dirty="0"/>
              <a:t>在保持每个模态结构的前提下实现了两种模态之间的转换，减小了跨模态的异质性差距</a:t>
            </a:r>
            <a:endParaRPr lang="en-US" altLang="zh-CN" dirty="0"/>
          </a:p>
        </p:txBody>
      </p:sp>
    </p:spTree>
    <p:extLst>
      <p:ext uri="{BB962C8B-B14F-4D97-AF65-F5344CB8AC3E}">
        <p14:creationId xmlns:p14="http://schemas.microsoft.com/office/powerpoint/2010/main" val="387892516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930FA1C-4616-AA07-245C-83364BA34922}"/>
              </a:ext>
            </a:extLst>
          </p:cNvPr>
          <p:cNvSpPr>
            <a:spLocks noGrp="1"/>
          </p:cNvSpPr>
          <p:nvPr>
            <p:ph type="title"/>
          </p:nvPr>
        </p:nvSpPr>
        <p:spPr/>
        <p:txBody>
          <a:bodyPr/>
          <a:lstStyle/>
          <a:p>
            <a:r>
              <a:rPr lang="en-US" altLang="zh-CN" dirty="0"/>
              <a:t>Introduction(6/7)</a:t>
            </a:r>
            <a:endParaRPr lang="zh-CN" altLang="en-US" dirty="0"/>
          </a:p>
        </p:txBody>
      </p:sp>
      <p:sp>
        <p:nvSpPr>
          <p:cNvPr id="3" name="内容占位符 2">
            <a:extLst>
              <a:ext uri="{FF2B5EF4-FFF2-40B4-BE49-F238E27FC236}">
                <a16:creationId xmlns:a16="http://schemas.microsoft.com/office/drawing/2014/main" id="{43122217-6EB1-2975-5896-D3242B379B60}"/>
              </a:ext>
            </a:extLst>
          </p:cNvPr>
          <p:cNvSpPr>
            <a:spLocks noGrp="1"/>
          </p:cNvSpPr>
          <p:nvPr>
            <p:ph idx="1"/>
          </p:nvPr>
        </p:nvSpPr>
        <p:spPr>
          <a:xfrm>
            <a:off x="838200" y="1487979"/>
            <a:ext cx="8496993" cy="5228704"/>
          </a:xfrm>
        </p:spPr>
        <p:txBody>
          <a:bodyPr>
            <a:normAutofit/>
          </a:bodyPr>
          <a:lstStyle/>
          <a:p>
            <a:pPr algn="just"/>
            <a:r>
              <a:rPr lang="en-US" altLang="zh-CN" sz="2400" dirty="0"/>
              <a:t>Nevertheless, due to a massive number of patches from gigapixel WSIs, OT-based co-attention might suffer from high computational complexity, preventing from applying OT to pathology data in practice. To address this, we propose a robust and efficient implementation of OT-based co-attention for matching histology and genomics. Specifically, we split all instances of a WSI into a subset termed Micro-Batch and get the averaged result as a proxy to approximate the solution to the original OT problem over all instances by unbalanced optimal transport, which can provide a more robust approximation to the subset sampling with the theoretical and experimental guarantee. </a:t>
            </a:r>
          </a:p>
        </p:txBody>
      </p:sp>
      <p:sp>
        <p:nvSpPr>
          <p:cNvPr id="4" name="文本框 3">
            <a:extLst>
              <a:ext uri="{FF2B5EF4-FFF2-40B4-BE49-F238E27FC236}">
                <a16:creationId xmlns:a16="http://schemas.microsoft.com/office/drawing/2014/main" id="{90889427-9A13-6058-7CFA-6A1AB6B88ADE}"/>
              </a:ext>
            </a:extLst>
          </p:cNvPr>
          <p:cNvSpPr txBox="1"/>
          <p:nvPr/>
        </p:nvSpPr>
        <p:spPr>
          <a:xfrm>
            <a:off x="9468196" y="1690688"/>
            <a:ext cx="2723804" cy="1200329"/>
          </a:xfrm>
          <a:prstGeom prst="rect">
            <a:avLst/>
          </a:prstGeom>
          <a:noFill/>
        </p:spPr>
        <p:txBody>
          <a:bodyPr wrap="square" rtlCol="0">
            <a:spAutoFit/>
          </a:bodyPr>
          <a:lstStyle/>
          <a:p>
            <a:r>
              <a:rPr lang="zh-CN" altLang="en-US" dirty="0"/>
              <a:t>关于</a:t>
            </a:r>
            <a:r>
              <a:rPr lang="en-US" altLang="zh-CN" dirty="0"/>
              <a:t>OT</a:t>
            </a:r>
            <a:r>
              <a:rPr lang="zh-CN" altLang="en-US" dirty="0"/>
              <a:t>计算的开销问题，通过将</a:t>
            </a:r>
            <a:r>
              <a:rPr lang="en-US" altLang="zh-CN" dirty="0"/>
              <a:t>WSI</a:t>
            </a:r>
            <a:r>
              <a:rPr lang="zh-CN" altLang="en-US" dirty="0"/>
              <a:t>实例集合分成若干个</a:t>
            </a:r>
            <a:r>
              <a:rPr lang="en-US" altLang="zh-CN" dirty="0"/>
              <a:t>micro-batch</a:t>
            </a:r>
            <a:r>
              <a:rPr lang="zh-CN" altLang="en-US" dirty="0"/>
              <a:t>来降低计算复杂度</a:t>
            </a:r>
          </a:p>
        </p:txBody>
      </p:sp>
    </p:spTree>
    <p:extLst>
      <p:ext uri="{BB962C8B-B14F-4D97-AF65-F5344CB8AC3E}">
        <p14:creationId xmlns:p14="http://schemas.microsoft.com/office/powerpoint/2010/main" val="210455655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56F5DFDF-CA5A-8BDC-2595-0B9CB6831D02}"/>
              </a:ext>
            </a:extLst>
          </p:cNvPr>
          <p:cNvSpPr>
            <a:spLocks noGrp="1"/>
          </p:cNvSpPr>
          <p:nvPr>
            <p:ph type="title"/>
          </p:nvPr>
        </p:nvSpPr>
        <p:spPr/>
        <p:txBody>
          <a:bodyPr/>
          <a:lstStyle/>
          <a:p>
            <a:r>
              <a:rPr lang="en-US" altLang="zh-CN" dirty="0"/>
              <a:t>Introduction(7/7)</a:t>
            </a:r>
            <a:endParaRPr lang="zh-CN" altLang="en-US" dirty="0"/>
          </a:p>
        </p:txBody>
      </p:sp>
      <p:sp>
        <p:nvSpPr>
          <p:cNvPr id="3" name="内容占位符 2">
            <a:extLst>
              <a:ext uri="{FF2B5EF4-FFF2-40B4-BE49-F238E27FC236}">
                <a16:creationId xmlns:a16="http://schemas.microsoft.com/office/drawing/2014/main" id="{62299F45-2A7D-B50C-D242-8C13012AA320}"/>
              </a:ext>
            </a:extLst>
          </p:cNvPr>
          <p:cNvSpPr>
            <a:spLocks noGrp="1"/>
          </p:cNvSpPr>
          <p:nvPr>
            <p:ph idx="1"/>
          </p:nvPr>
        </p:nvSpPr>
        <p:spPr>
          <a:xfrm>
            <a:off x="674140" y="1555273"/>
            <a:ext cx="8892396" cy="5192660"/>
          </a:xfrm>
        </p:spPr>
        <p:txBody>
          <a:bodyPr>
            <a:normAutofit/>
          </a:bodyPr>
          <a:lstStyle/>
          <a:p>
            <a:pPr algn="just"/>
            <a:r>
              <a:rPr lang="en-US" altLang="zh-CN" sz="2400" dirty="0"/>
              <a:t>It is worth noting that the proposed method is a generalized multimodal learning framework that captures potential structure across modalities with global structure consistency. The contributions of this work are summarized as follows: </a:t>
            </a:r>
          </a:p>
          <a:p>
            <a:pPr algn="just"/>
            <a:r>
              <a:rPr lang="en-US" altLang="zh-CN" sz="2400" dirty="0"/>
              <a:t>(1) we propose a novel multimodal OT-based Co-Attention Transformer with global structure consistency, where OT-based co-attention is used to identify informative instances by global optimal matching, which allows modeling interactions of histology and co-expression of genomics. </a:t>
            </a:r>
          </a:p>
          <a:p>
            <a:pPr algn="just"/>
            <a:r>
              <a:rPr lang="en-US" altLang="zh-CN" sz="2400" dirty="0"/>
              <a:t>(2) We propose a robust and efficient implementation of OT-based co-attention over Micro-Batch. </a:t>
            </a:r>
          </a:p>
          <a:p>
            <a:pPr algn="just"/>
            <a:r>
              <a:rPr lang="en-US" altLang="zh-CN" sz="2400" dirty="0"/>
              <a:t>(3) Extensive experiments on five benchmark datasets show significant improvement over state-of-the-art methods.</a:t>
            </a:r>
            <a:endParaRPr lang="zh-CN" altLang="en-US" sz="2400" dirty="0"/>
          </a:p>
          <a:p>
            <a:pPr algn="just"/>
            <a:endParaRPr lang="zh-CN" altLang="en-US" sz="2400" dirty="0"/>
          </a:p>
        </p:txBody>
      </p:sp>
      <p:sp>
        <p:nvSpPr>
          <p:cNvPr id="4" name="文本框 3">
            <a:extLst>
              <a:ext uri="{FF2B5EF4-FFF2-40B4-BE49-F238E27FC236}">
                <a16:creationId xmlns:a16="http://schemas.microsoft.com/office/drawing/2014/main" id="{82C6D686-A2AE-9EA3-F6A0-A09822A204A5}"/>
              </a:ext>
            </a:extLst>
          </p:cNvPr>
          <p:cNvSpPr txBox="1"/>
          <p:nvPr/>
        </p:nvSpPr>
        <p:spPr>
          <a:xfrm>
            <a:off x="9707593" y="1765240"/>
            <a:ext cx="2484407" cy="4247317"/>
          </a:xfrm>
          <a:prstGeom prst="rect">
            <a:avLst/>
          </a:prstGeom>
          <a:noFill/>
        </p:spPr>
        <p:txBody>
          <a:bodyPr wrap="square" rtlCol="0">
            <a:spAutoFit/>
          </a:bodyPr>
          <a:lstStyle/>
          <a:p>
            <a:r>
              <a:rPr lang="zh-CN" altLang="en-US" dirty="0"/>
              <a:t>指出本文提出的基于</a:t>
            </a:r>
            <a:r>
              <a:rPr lang="en-US" altLang="zh-CN" dirty="0"/>
              <a:t>OT</a:t>
            </a:r>
            <a:r>
              <a:rPr lang="zh-CN" altLang="en-US" dirty="0"/>
              <a:t>的方法是一种通用的多模态学习方法</a:t>
            </a:r>
            <a:endParaRPr lang="en-US" altLang="zh-CN" dirty="0"/>
          </a:p>
          <a:p>
            <a:endParaRPr lang="en-US" altLang="zh-CN" dirty="0"/>
          </a:p>
          <a:p>
            <a:r>
              <a:rPr lang="zh-CN" altLang="en-US" dirty="0"/>
              <a:t>本文贡献：</a:t>
            </a:r>
            <a:endParaRPr lang="en-US" altLang="zh-CN" dirty="0"/>
          </a:p>
          <a:p>
            <a:r>
              <a:rPr lang="en-US" altLang="zh-CN" dirty="0"/>
              <a:t>1.</a:t>
            </a:r>
            <a:r>
              <a:rPr lang="zh-CN" altLang="en-US" dirty="0"/>
              <a:t>提出一种全新的基于</a:t>
            </a:r>
            <a:r>
              <a:rPr lang="en-US" altLang="zh-CN" dirty="0"/>
              <a:t>OT</a:t>
            </a:r>
            <a:r>
              <a:rPr lang="zh-CN" altLang="en-US" dirty="0"/>
              <a:t>的共注意力模型；</a:t>
            </a:r>
            <a:endParaRPr lang="en-US" altLang="zh-CN" dirty="0"/>
          </a:p>
          <a:p>
            <a:endParaRPr lang="en-US" altLang="zh-CN" dirty="0"/>
          </a:p>
          <a:p>
            <a:r>
              <a:rPr lang="en-US" altLang="zh-CN" dirty="0"/>
              <a:t>2.</a:t>
            </a:r>
            <a:r>
              <a:rPr lang="zh-CN" altLang="en-US" dirty="0"/>
              <a:t>提出了该方法的高效的实现方式，利用</a:t>
            </a:r>
            <a:r>
              <a:rPr lang="en-US" altLang="zh-CN" dirty="0"/>
              <a:t>micro-batch</a:t>
            </a:r>
            <a:r>
              <a:rPr lang="zh-CN" altLang="en-US" dirty="0"/>
              <a:t>提高计算效率</a:t>
            </a:r>
            <a:endParaRPr lang="en-US" altLang="zh-CN" dirty="0"/>
          </a:p>
          <a:p>
            <a:endParaRPr lang="en-US" altLang="zh-CN" dirty="0"/>
          </a:p>
          <a:p>
            <a:r>
              <a:rPr lang="en-US" altLang="zh-CN" dirty="0"/>
              <a:t>3.</a:t>
            </a:r>
            <a:r>
              <a:rPr lang="zh-CN" altLang="en-US" dirty="0"/>
              <a:t>多个个数据集上实验超过</a:t>
            </a:r>
            <a:r>
              <a:rPr lang="en-US" altLang="zh-CN" dirty="0"/>
              <a:t>SOTA</a:t>
            </a:r>
            <a:endParaRPr lang="zh-CN" altLang="en-US" dirty="0"/>
          </a:p>
        </p:txBody>
      </p:sp>
    </p:spTree>
    <p:extLst>
      <p:ext uri="{BB962C8B-B14F-4D97-AF65-F5344CB8AC3E}">
        <p14:creationId xmlns:p14="http://schemas.microsoft.com/office/powerpoint/2010/main" val="1739549625"/>
      </p:ext>
    </p:extLst>
  </p:cSld>
  <p:clrMapOvr>
    <a:masterClrMapping/>
  </p:clrMapOvr>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3904</TotalTime>
  <Words>3042</Words>
  <Application>Microsoft Office PowerPoint</Application>
  <PresentationFormat>宽屏</PresentationFormat>
  <Paragraphs>128</Paragraphs>
  <Slides>24</Slides>
  <Notes>15</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24</vt:i4>
      </vt:variant>
    </vt:vector>
  </HeadingPairs>
  <TitlesOfParts>
    <vt:vector size="30" baseType="lpstr">
      <vt:lpstr>PingFang SC</vt:lpstr>
      <vt:lpstr>等线</vt:lpstr>
      <vt:lpstr>等线 Light</vt:lpstr>
      <vt:lpstr>Arial</vt:lpstr>
      <vt:lpstr>Cambria Math</vt:lpstr>
      <vt:lpstr>Office 主题​​</vt:lpstr>
      <vt:lpstr>PowerPoint 演示文稿</vt:lpstr>
      <vt:lpstr>Motivation</vt:lpstr>
      <vt:lpstr>Optimal Transport</vt:lpstr>
      <vt:lpstr>Method</vt:lpstr>
      <vt:lpstr>Method</vt:lpstr>
      <vt:lpstr>Method</vt:lpstr>
      <vt:lpstr>Method</vt:lpstr>
      <vt:lpstr>Experiments</vt:lpstr>
      <vt:lpstr>Ablation Study</vt:lpstr>
      <vt:lpstr>Abstract(1/2)</vt:lpstr>
      <vt:lpstr>Abstract(1/2)</vt:lpstr>
      <vt:lpstr>Abstract(2/2)</vt:lpstr>
      <vt:lpstr>Abstract(2/2)</vt:lpstr>
      <vt:lpstr>Introduction(1/7)</vt:lpstr>
      <vt:lpstr>Introduction(1/7)</vt:lpstr>
      <vt:lpstr>Introduction(2/7)</vt:lpstr>
      <vt:lpstr>Introduction(2/7)</vt:lpstr>
      <vt:lpstr>Introduction(2/7)</vt:lpstr>
      <vt:lpstr>Introduction(3/7)</vt:lpstr>
      <vt:lpstr>Introduction(4/7)</vt:lpstr>
      <vt:lpstr>Introduction(4/7)</vt:lpstr>
      <vt:lpstr>Introduction(5/7)</vt:lpstr>
      <vt:lpstr>Introduction(6/7)</vt:lpstr>
      <vt:lpstr>Introduction(7/7)</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Xueqing Yu</dc:creator>
  <cp:lastModifiedBy>Xueqing Yu</cp:lastModifiedBy>
  <cp:revision>2</cp:revision>
  <dcterms:created xsi:type="dcterms:W3CDTF">2024-01-16T06:23:26Z</dcterms:created>
  <dcterms:modified xsi:type="dcterms:W3CDTF">2024-01-25T06:54:34Z</dcterms:modified>
</cp:coreProperties>
</file>