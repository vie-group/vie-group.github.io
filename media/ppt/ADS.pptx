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35" r:id="rId3"/>
    <p:sldId id="301" r:id="rId4"/>
    <p:sldId id="302" r:id="rId5"/>
    <p:sldId id="262" r:id="rId6"/>
    <p:sldId id="263" r:id="rId7"/>
    <p:sldId id="306" r:id="rId8"/>
    <p:sldId id="337" r:id="rId9"/>
    <p:sldId id="338" r:id="rId10"/>
    <p:sldId id="310" r:id="rId11"/>
    <p:sldId id="312" r:id="rId12"/>
    <p:sldId id="313" r:id="rId13"/>
    <p:sldId id="314" r:id="rId14"/>
    <p:sldId id="315" r:id="rId15"/>
    <p:sldId id="336" r:id="rId16"/>
    <p:sldId id="316" r:id="rId17"/>
    <p:sldId id="317" r:id="rId18"/>
    <p:sldId id="318" r:id="rId19"/>
    <p:sldId id="319" r:id="rId20"/>
    <p:sldId id="273" r:id="rId21"/>
    <p:sldId id="275" r:id="rId22"/>
    <p:sldId id="276" r:id="rId23"/>
    <p:sldId id="320" r:id="rId24"/>
    <p:sldId id="322" r:id="rId25"/>
    <p:sldId id="323" r:id="rId26"/>
    <p:sldId id="321" r:id="rId27"/>
    <p:sldId id="324" r:id="rId28"/>
    <p:sldId id="283" r:id="rId29"/>
    <p:sldId id="325" r:id="rId30"/>
    <p:sldId id="326" r:id="rId31"/>
    <p:sldId id="328" r:id="rId32"/>
    <p:sldId id="330" r:id="rId33"/>
    <p:sldId id="331" r:id="rId34"/>
    <p:sldId id="332" r:id="rId35"/>
    <p:sldId id="333" r:id="rId36"/>
    <p:sldId id="334"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8FC"/>
    <a:srgbClr val="FFFFFF"/>
    <a:srgbClr val="D69700"/>
    <a:srgbClr val="FFE6CC"/>
    <a:srgbClr val="A0FC67"/>
    <a:srgbClr val="FF0000"/>
    <a:srgbClr val="339E00"/>
    <a:srgbClr val="AAFB78"/>
    <a:srgbClr val="245BF3"/>
    <a:srgbClr val="A5FB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0427" autoAdjust="0"/>
  </p:normalViewPr>
  <p:slideViewPr>
    <p:cSldViewPr snapToGrid="0">
      <p:cViewPr varScale="1">
        <p:scale>
          <a:sx n="91" d="100"/>
          <a:sy n="91" d="100"/>
        </p:scale>
        <p:origin x="1236" y="78"/>
      </p:cViewPr>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 liu" userId="40a037e14511812f" providerId="LiveId" clId="{8C788795-CEB0-467D-B7C5-4BA1EDEA913E}"/>
    <pc:docChg chg="undo custSel addSld delSld modSld sldOrd">
      <pc:chgData name="chao liu" userId="40a037e14511812f" providerId="LiveId" clId="{8C788795-CEB0-467D-B7C5-4BA1EDEA913E}" dt="2023-12-01T06:45:09.719" v="1142" actId="20577"/>
      <pc:docMkLst>
        <pc:docMk/>
      </pc:docMkLst>
      <pc:sldChg chg="addSp modSp mod">
        <pc:chgData name="chao liu" userId="40a037e14511812f" providerId="LiveId" clId="{8C788795-CEB0-467D-B7C5-4BA1EDEA913E}" dt="2023-12-01T06:42:39.824" v="1096" actId="1036"/>
        <pc:sldMkLst>
          <pc:docMk/>
          <pc:sldMk cId="1696890717" sldId="256"/>
        </pc:sldMkLst>
        <pc:spChg chg="add mod">
          <ac:chgData name="chao liu" userId="40a037e14511812f" providerId="LiveId" clId="{8C788795-CEB0-467D-B7C5-4BA1EDEA913E}" dt="2023-12-01T06:42:39.824" v="1096" actId="1036"/>
          <ac:spMkLst>
            <pc:docMk/>
            <pc:sldMk cId="1696890717" sldId="256"/>
            <ac:spMk id="2" creationId="{6C2FCBCB-9DDA-4FAE-87C8-BE1D4D4B488F}"/>
          </ac:spMkLst>
        </pc:spChg>
      </pc:sldChg>
      <pc:sldChg chg="modSp mod">
        <pc:chgData name="chao liu" userId="40a037e14511812f" providerId="LiveId" clId="{8C788795-CEB0-467D-B7C5-4BA1EDEA913E}" dt="2023-12-01T05:55:56.693" v="237" actId="123"/>
        <pc:sldMkLst>
          <pc:docMk/>
          <pc:sldMk cId="3744783378" sldId="301"/>
        </pc:sldMkLst>
        <pc:spChg chg="mod">
          <ac:chgData name="chao liu" userId="40a037e14511812f" providerId="LiveId" clId="{8C788795-CEB0-467D-B7C5-4BA1EDEA913E}" dt="2023-12-01T05:55:56.693" v="237" actId="123"/>
          <ac:spMkLst>
            <pc:docMk/>
            <pc:sldMk cId="3744783378" sldId="301"/>
            <ac:spMk id="7" creationId="{06BF9FD0-2D42-474A-911D-E59C2C7BC285}"/>
          </ac:spMkLst>
        </pc:spChg>
        <pc:spChg chg="mod">
          <ac:chgData name="chao liu" userId="40a037e14511812f" providerId="LiveId" clId="{8C788795-CEB0-467D-B7C5-4BA1EDEA913E}" dt="2023-12-01T05:55:46.511" v="234" actId="14100"/>
          <ac:spMkLst>
            <pc:docMk/>
            <pc:sldMk cId="3744783378" sldId="301"/>
            <ac:spMk id="11" creationId="{81A07BA5-50F4-4BD4-9C7B-4810938D3937}"/>
          </ac:spMkLst>
        </pc:spChg>
      </pc:sldChg>
      <pc:sldChg chg="addSp delSp modSp mod">
        <pc:chgData name="chao liu" userId="40a037e14511812f" providerId="LiveId" clId="{8C788795-CEB0-467D-B7C5-4BA1EDEA913E}" dt="2023-12-01T06:22:11.707" v="675" actId="22"/>
        <pc:sldMkLst>
          <pc:docMk/>
          <pc:sldMk cId="3102201923" sldId="306"/>
        </pc:sldMkLst>
        <pc:spChg chg="add mod">
          <ac:chgData name="chao liu" userId="40a037e14511812f" providerId="LiveId" clId="{8C788795-CEB0-467D-B7C5-4BA1EDEA913E}" dt="2023-12-01T06:21:35.474" v="653" actId="1076"/>
          <ac:spMkLst>
            <pc:docMk/>
            <pc:sldMk cId="3102201923" sldId="306"/>
            <ac:spMk id="6" creationId="{184D89F5-77DF-4AFB-9C7F-066736452D31}"/>
          </ac:spMkLst>
        </pc:spChg>
        <pc:spChg chg="mod">
          <ac:chgData name="chao liu" userId="40a037e14511812f" providerId="LiveId" clId="{8C788795-CEB0-467D-B7C5-4BA1EDEA913E}" dt="2023-12-01T06:21:53.276" v="654" actId="14100"/>
          <ac:spMkLst>
            <pc:docMk/>
            <pc:sldMk cId="3102201923" sldId="306"/>
            <ac:spMk id="17" creationId="{FBF32324-7265-40E2-94B4-0C4BCFE9AD62}"/>
          </ac:spMkLst>
        </pc:spChg>
        <pc:spChg chg="add mod">
          <ac:chgData name="chao liu" userId="40a037e14511812f" providerId="LiveId" clId="{8C788795-CEB0-467D-B7C5-4BA1EDEA913E}" dt="2023-12-01T06:21:26.599" v="652" actId="1037"/>
          <ac:spMkLst>
            <pc:docMk/>
            <pc:sldMk cId="3102201923" sldId="306"/>
            <ac:spMk id="18" creationId="{802AA78E-A452-46C7-BA64-B2E9A3155E7C}"/>
          </ac:spMkLst>
        </pc:spChg>
        <pc:spChg chg="add mod">
          <ac:chgData name="chao liu" userId="40a037e14511812f" providerId="LiveId" clId="{8C788795-CEB0-467D-B7C5-4BA1EDEA913E}" dt="2023-12-01T06:16:04.271" v="439" actId="571"/>
          <ac:spMkLst>
            <pc:docMk/>
            <pc:sldMk cId="3102201923" sldId="306"/>
            <ac:spMk id="24" creationId="{131F7A2D-0028-4395-BBA5-A0ECC7555B13}"/>
          </ac:spMkLst>
        </pc:spChg>
        <pc:spChg chg="add mod">
          <ac:chgData name="chao liu" userId="40a037e14511812f" providerId="LiveId" clId="{8C788795-CEB0-467D-B7C5-4BA1EDEA913E}" dt="2023-12-01T06:17:29.941" v="490" actId="571"/>
          <ac:spMkLst>
            <pc:docMk/>
            <pc:sldMk cId="3102201923" sldId="306"/>
            <ac:spMk id="27" creationId="{50E9DF0F-E33D-46F0-95CC-E20A563ACBB0}"/>
          </ac:spMkLst>
        </pc:spChg>
        <pc:grpChg chg="del">
          <ac:chgData name="chao liu" userId="40a037e14511812f" providerId="LiveId" clId="{8C788795-CEB0-467D-B7C5-4BA1EDEA913E}" dt="2023-12-01T06:09:13.716" v="372" actId="478"/>
          <ac:grpSpMkLst>
            <pc:docMk/>
            <pc:sldMk cId="3102201923" sldId="306"/>
            <ac:grpSpMk id="22" creationId="{238A6B75-2B24-41C1-8D8A-D3478E986FAA}"/>
          </ac:grpSpMkLst>
        </pc:grpChg>
        <pc:grpChg chg="add mod">
          <ac:chgData name="chao liu" userId="40a037e14511812f" providerId="LiveId" clId="{8C788795-CEB0-467D-B7C5-4BA1EDEA913E}" dt="2023-12-01T06:21:59.805" v="673" actId="1037"/>
          <ac:grpSpMkLst>
            <pc:docMk/>
            <pc:sldMk cId="3102201923" sldId="306"/>
            <ac:grpSpMk id="23" creationId="{9F657C69-51DD-4D21-A176-C50F0A03992E}"/>
          </ac:grpSpMkLst>
        </pc:grpChg>
        <pc:grpChg chg="add mod">
          <ac:chgData name="chao liu" userId="40a037e14511812f" providerId="LiveId" clId="{8C788795-CEB0-467D-B7C5-4BA1EDEA913E}" dt="2023-12-01T06:21:59.805" v="673" actId="1037"/>
          <ac:grpSpMkLst>
            <pc:docMk/>
            <pc:sldMk cId="3102201923" sldId="306"/>
            <ac:grpSpMk id="34" creationId="{EE6A8AE3-CC87-4FF9-9AB8-88CC3030C058}"/>
          </ac:grpSpMkLst>
        </pc:grpChg>
        <pc:picChg chg="add mod">
          <ac:chgData name="chao liu" userId="40a037e14511812f" providerId="LiveId" clId="{8C788795-CEB0-467D-B7C5-4BA1EDEA913E}" dt="2023-12-01T06:21:59.805" v="673" actId="1037"/>
          <ac:picMkLst>
            <pc:docMk/>
            <pc:sldMk cId="3102201923" sldId="306"/>
            <ac:picMk id="4" creationId="{E4AEB6F2-226C-48CC-84B2-6C9E0B248816}"/>
          </ac:picMkLst>
        </pc:picChg>
        <pc:picChg chg="del">
          <ac:chgData name="chao liu" userId="40a037e14511812f" providerId="LiveId" clId="{8C788795-CEB0-467D-B7C5-4BA1EDEA913E}" dt="2023-12-01T06:12:37.116" v="405" actId="478"/>
          <ac:picMkLst>
            <pc:docMk/>
            <pc:sldMk cId="3102201923" sldId="306"/>
            <ac:picMk id="5" creationId="{5C24ADE1-EA96-4AC1-A88C-B9A7C2B23874}"/>
          </ac:picMkLst>
        </pc:picChg>
        <pc:picChg chg="del">
          <ac:chgData name="chao liu" userId="40a037e14511812f" providerId="LiveId" clId="{8C788795-CEB0-467D-B7C5-4BA1EDEA913E}" dt="2023-12-01T06:11:19.255" v="377" actId="478"/>
          <ac:picMkLst>
            <pc:docMk/>
            <pc:sldMk cId="3102201923" sldId="306"/>
            <ac:picMk id="7" creationId="{29223CDA-687E-4B6E-A6E7-7A835AFF29D5}"/>
          </ac:picMkLst>
        </pc:picChg>
        <pc:picChg chg="add mod">
          <ac:chgData name="chao liu" userId="40a037e14511812f" providerId="LiveId" clId="{8C788795-CEB0-467D-B7C5-4BA1EDEA913E}" dt="2023-12-01T06:21:59.805" v="673" actId="1037"/>
          <ac:picMkLst>
            <pc:docMk/>
            <pc:sldMk cId="3102201923" sldId="306"/>
            <ac:picMk id="9" creationId="{8171000B-F326-48C1-AA2D-8BCACD6B1DE2}"/>
          </ac:picMkLst>
        </pc:picChg>
        <pc:picChg chg="add mod">
          <ac:chgData name="chao liu" userId="40a037e14511812f" providerId="LiveId" clId="{8C788795-CEB0-467D-B7C5-4BA1EDEA913E}" dt="2023-12-01T06:09:16.900" v="373" actId="1076"/>
          <ac:picMkLst>
            <pc:docMk/>
            <pc:sldMk cId="3102201923" sldId="306"/>
            <ac:picMk id="10" creationId="{B2C2E27B-7497-43C5-8F41-37214FFC0C52}"/>
          </ac:picMkLst>
        </pc:picChg>
        <pc:picChg chg="add mod">
          <ac:chgData name="chao liu" userId="40a037e14511812f" providerId="LiveId" clId="{8C788795-CEB0-467D-B7C5-4BA1EDEA913E}" dt="2023-12-01T06:21:59.805" v="673" actId="1037"/>
          <ac:picMkLst>
            <pc:docMk/>
            <pc:sldMk cId="3102201923" sldId="306"/>
            <ac:picMk id="12" creationId="{B012116F-F25D-4184-8395-76D4B35B56F6}"/>
          </ac:picMkLst>
        </pc:picChg>
        <pc:picChg chg="add mod">
          <ac:chgData name="chao liu" userId="40a037e14511812f" providerId="LiveId" clId="{8C788795-CEB0-467D-B7C5-4BA1EDEA913E}" dt="2023-12-01T06:15:52.196" v="435" actId="164"/>
          <ac:picMkLst>
            <pc:docMk/>
            <pc:sldMk cId="3102201923" sldId="306"/>
            <ac:picMk id="14" creationId="{4C70BE51-5E04-4230-A1FC-5EA5ADBC2A06}"/>
          </ac:picMkLst>
        </pc:picChg>
        <pc:picChg chg="del">
          <ac:chgData name="chao liu" userId="40a037e14511812f" providerId="LiveId" clId="{8C788795-CEB0-467D-B7C5-4BA1EDEA913E}" dt="2023-12-01T06:12:33.887" v="404" actId="478"/>
          <ac:picMkLst>
            <pc:docMk/>
            <pc:sldMk cId="3102201923" sldId="306"/>
            <ac:picMk id="15" creationId="{EF9E913D-E869-4300-B2A0-9DA35329826A}"/>
          </ac:picMkLst>
        </pc:picChg>
        <pc:picChg chg="add mod">
          <ac:chgData name="chao liu" userId="40a037e14511812f" providerId="LiveId" clId="{8C788795-CEB0-467D-B7C5-4BA1EDEA913E}" dt="2023-12-01T06:15:52.196" v="435" actId="164"/>
          <ac:picMkLst>
            <pc:docMk/>
            <pc:sldMk cId="3102201923" sldId="306"/>
            <ac:picMk id="19" creationId="{DA92B381-7847-46C3-AE3C-4833AD5A04EC}"/>
          </ac:picMkLst>
        </pc:picChg>
        <pc:picChg chg="add mod">
          <ac:chgData name="chao liu" userId="40a037e14511812f" providerId="LiveId" clId="{8C788795-CEB0-467D-B7C5-4BA1EDEA913E}" dt="2023-12-01T06:21:59.805" v="673" actId="1037"/>
          <ac:picMkLst>
            <pc:docMk/>
            <pc:sldMk cId="3102201923" sldId="306"/>
            <ac:picMk id="26" creationId="{89140D2A-68C8-4776-A496-8EAA1BB11021}"/>
          </ac:picMkLst>
        </pc:picChg>
        <pc:picChg chg="add del mod">
          <ac:chgData name="chao liu" userId="40a037e14511812f" providerId="LiveId" clId="{8C788795-CEB0-467D-B7C5-4BA1EDEA913E}" dt="2023-12-01T06:18:41.656" v="517" actId="478"/>
          <ac:picMkLst>
            <pc:docMk/>
            <pc:sldMk cId="3102201923" sldId="306"/>
            <ac:picMk id="29" creationId="{C41CF392-8EC3-453B-9C5A-ECE347EB47EE}"/>
          </ac:picMkLst>
        </pc:picChg>
        <pc:picChg chg="add mod">
          <ac:chgData name="chao liu" userId="40a037e14511812f" providerId="LiveId" clId="{8C788795-CEB0-467D-B7C5-4BA1EDEA913E}" dt="2023-12-01T06:19:08.018" v="522" actId="164"/>
          <ac:picMkLst>
            <pc:docMk/>
            <pc:sldMk cId="3102201923" sldId="306"/>
            <ac:picMk id="31" creationId="{5CBB285E-55B9-44AF-86C4-6B34D0014AA3}"/>
          </ac:picMkLst>
        </pc:picChg>
        <pc:picChg chg="add mod">
          <ac:chgData name="chao liu" userId="40a037e14511812f" providerId="LiveId" clId="{8C788795-CEB0-467D-B7C5-4BA1EDEA913E}" dt="2023-12-01T06:19:08.018" v="522" actId="164"/>
          <ac:picMkLst>
            <pc:docMk/>
            <pc:sldMk cId="3102201923" sldId="306"/>
            <ac:picMk id="33" creationId="{4AF06093-46C7-485F-BFB3-6ED10314B71C}"/>
          </ac:picMkLst>
        </pc:picChg>
        <pc:picChg chg="add mod">
          <ac:chgData name="chao liu" userId="40a037e14511812f" providerId="LiveId" clId="{8C788795-CEB0-467D-B7C5-4BA1EDEA913E}" dt="2023-12-01T06:21:59.805" v="673" actId="1037"/>
          <ac:picMkLst>
            <pc:docMk/>
            <pc:sldMk cId="3102201923" sldId="306"/>
            <ac:picMk id="36" creationId="{CA829A3F-8742-4F50-BBF5-6264177BF998}"/>
          </ac:picMkLst>
        </pc:picChg>
        <pc:picChg chg="add del">
          <ac:chgData name="chao liu" userId="40a037e14511812f" providerId="LiveId" clId="{8C788795-CEB0-467D-B7C5-4BA1EDEA913E}" dt="2023-12-01T06:22:11.707" v="675" actId="22"/>
          <ac:picMkLst>
            <pc:docMk/>
            <pc:sldMk cId="3102201923" sldId="306"/>
            <ac:picMk id="49" creationId="{377077CE-506B-485B-BE9D-42EA9BCD3E1C}"/>
          </ac:picMkLst>
        </pc:picChg>
        <pc:cxnChg chg="add mod">
          <ac:chgData name="chao liu" userId="40a037e14511812f" providerId="LiveId" clId="{8C788795-CEB0-467D-B7C5-4BA1EDEA913E}" dt="2023-12-01T06:21:59.805" v="673" actId="1037"/>
          <ac:cxnSpMkLst>
            <pc:docMk/>
            <pc:sldMk cId="3102201923" sldId="306"/>
            <ac:cxnSpMk id="38" creationId="{525C64E5-561E-4EEC-92D9-672C96B9D95E}"/>
          </ac:cxnSpMkLst>
        </pc:cxnChg>
        <pc:cxnChg chg="add mod">
          <ac:chgData name="chao liu" userId="40a037e14511812f" providerId="LiveId" clId="{8C788795-CEB0-467D-B7C5-4BA1EDEA913E}" dt="2023-12-01T06:21:59.805" v="673" actId="1037"/>
          <ac:cxnSpMkLst>
            <pc:docMk/>
            <pc:sldMk cId="3102201923" sldId="306"/>
            <ac:cxnSpMk id="39" creationId="{537B806B-CC1C-4162-873C-EC4910FD45C4}"/>
          </ac:cxnSpMkLst>
        </pc:cxnChg>
        <pc:cxnChg chg="add mod">
          <ac:chgData name="chao liu" userId="40a037e14511812f" providerId="LiveId" clId="{8C788795-CEB0-467D-B7C5-4BA1EDEA913E}" dt="2023-12-01T06:21:59.805" v="673" actId="1037"/>
          <ac:cxnSpMkLst>
            <pc:docMk/>
            <pc:sldMk cId="3102201923" sldId="306"/>
            <ac:cxnSpMk id="40" creationId="{B18485A2-CCAE-4B67-BDEE-5C9978F259E4}"/>
          </ac:cxnSpMkLst>
        </pc:cxnChg>
        <pc:cxnChg chg="add mod">
          <ac:chgData name="chao liu" userId="40a037e14511812f" providerId="LiveId" clId="{8C788795-CEB0-467D-B7C5-4BA1EDEA913E}" dt="2023-12-01T06:21:59.805" v="673" actId="1037"/>
          <ac:cxnSpMkLst>
            <pc:docMk/>
            <pc:sldMk cId="3102201923" sldId="306"/>
            <ac:cxnSpMk id="41" creationId="{2E164905-57F4-477F-8A26-C3DBD17AC18E}"/>
          </ac:cxnSpMkLst>
        </pc:cxnChg>
        <pc:cxnChg chg="add mod">
          <ac:chgData name="chao liu" userId="40a037e14511812f" providerId="LiveId" clId="{8C788795-CEB0-467D-B7C5-4BA1EDEA913E}" dt="2023-12-01T06:21:59.805" v="673" actId="1037"/>
          <ac:cxnSpMkLst>
            <pc:docMk/>
            <pc:sldMk cId="3102201923" sldId="306"/>
            <ac:cxnSpMk id="42" creationId="{7B0C2941-CB21-48A2-B3BE-767E4BEF3A52}"/>
          </ac:cxnSpMkLst>
        </pc:cxnChg>
      </pc:sldChg>
      <pc:sldChg chg="addSp delSp modSp mod ord modNotesTx">
        <pc:chgData name="chao liu" userId="40a037e14511812f" providerId="LiveId" clId="{8C788795-CEB0-467D-B7C5-4BA1EDEA913E}" dt="2023-12-01T06:40:16.516" v="1004" actId="1076"/>
        <pc:sldMkLst>
          <pc:docMk/>
          <pc:sldMk cId="3371234253" sldId="310"/>
        </pc:sldMkLst>
        <pc:spChg chg="mod">
          <ac:chgData name="chao liu" userId="40a037e14511812f" providerId="LiveId" clId="{8C788795-CEB0-467D-B7C5-4BA1EDEA913E}" dt="2023-12-01T06:30:37.317" v="807" actId="20577"/>
          <ac:spMkLst>
            <pc:docMk/>
            <pc:sldMk cId="3371234253" sldId="310"/>
            <ac:spMk id="2" creationId="{5B03ACEC-6AE7-4764-B4CD-43A19C335B35}"/>
          </ac:spMkLst>
        </pc:spChg>
        <pc:spChg chg="add del">
          <ac:chgData name="chao liu" userId="40a037e14511812f" providerId="LiveId" clId="{8C788795-CEB0-467D-B7C5-4BA1EDEA913E}" dt="2023-12-01T06:30:25.762" v="797" actId="478"/>
          <ac:spMkLst>
            <pc:docMk/>
            <pc:sldMk cId="3371234253" sldId="310"/>
            <ac:spMk id="3" creationId="{D15C35F1-E1FB-4ECE-A8C9-1772F0EB6757}"/>
          </ac:spMkLst>
        </pc:spChg>
        <pc:spChg chg="add del mod">
          <ac:chgData name="chao liu" userId="40a037e14511812f" providerId="LiveId" clId="{8C788795-CEB0-467D-B7C5-4BA1EDEA913E}" dt="2023-12-01T06:36:25.824" v="898" actId="478"/>
          <ac:spMkLst>
            <pc:docMk/>
            <pc:sldMk cId="3371234253" sldId="310"/>
            <ac:spMk id="4" creationId="{4A526EE6-8E27-4094-B115-913014CA8D01}"/>
          </ac:spMkLst>
        </pc:spChg>
        <pc:spChg chg="add del mod">
          <ac:chgData name="chao liu" userId="40a037e14511812f" providerId="LiveId" clId="{8C788795-CEB0-467D-B7C5-4BA1EDEA913E}" dt="2023-12-01T06:33:43.851" v="832" actId="478"/>
          <ac:spMkLst>
            <pc:docMk/>
            <pc:sldMk cId="3371234253" sldId="310"/>
            <ac:spMk id="11" creationId="{F5BFD308-068B-4AC6-AB3B-9C7D4369F799}"/>
          </ac:spMkLst>
        </pc:spChg>
        <pc:spChg chg="add del mod">
          <ac:chgData name="chao liu" userId="40a037e14511812f" providerId="LiveId" clId="{8C788795-CEB0-467D-B7C5-4BA1EDEA913E}" dt="2023-12-01T06:39:50.167" v="1000" actId="478"/>
          <ac:spMkLst>
            <pc:docMk/>
            <pc:sldMk cId="3371234253" sldId="310"/>
            <ac:spMk id="12" creationId="{80B44760-9FAA-488E-A761-C250F7F06EF7}"/>
          </ac:spMkLst>
        </pc:spChg>
        <pc:picChg chg="mod">
          <ac:chgData name="chao liu" userId="40a037e14511812f" providerId="LiveId" clId="{8C788795-CEB0-467D-B7C5-4BA1EDEA913E}" dt="2023-12-01T06:40:16.516" v="1004" actId="1076"/>
          <ac:picMkLst>
            <pc:docMk/>
            <pc:sldMk cId="3371234253" sldId="310"/>
            <ac:picMk id="5" creationId="{2CF801CE-8337-4706-A0CB-2E89DE8E56DC}"/>
          </ac:picMkLst>
        </pc:picChg>
        <pc:picChg chg="add del mod">
          <ac:chgData name="chao liu" userId="40a037e14511812f" providerId="LiveId" clId="{8C788795-CEB0-467D-B7C5-4BA1EDEA913E}" dt="2023-12-01T06:39:53.401" v="1001" actId="1076"/>
          <ac:picMkLst>
            <pc:docMk/>
            <pc:sldMk cId="3371234253" sldId="310"/>
            <ac:picMk id="6" creationId="{7B72DE96-BA20-495C-ABF7-253F9732F0A0}"/>
          </ac:picMkLst>
        </pc:picChg>
        <pc:picChg chg="add del mod">
          <ac:chgData name="chao liu" userId="40a037e14511812f" providerId="LiveId" clId="{8C788795-CEB0-467D-B7C5-4BA1EDEA913E}" dt="2023-12-01T06:36:18.698" v="895" actId="478"/>
          <ac:picMkLst>
            <pc:docMk/>
            <pc:sldMk cId="3371234253" sldId="310"/>
            <ac:picMk id="7" creationId="{EC9E4AEE-8FF3-4F0C-B31B-EB098838C354}"/>
          </ac:picMkLst>
        </pc:picChg>
        <pc:picChg chg="add del mod">
          <ac:chgData name="chao liu" userId="40a037e14511812f" providerId="LiveId" clId="{8C788795-CEB0-467D-B7C5-4BA1EDEA913E}" dt="2023-12-01T06:36:20.790" v="896" actId="478"/>
          <ac:picMkLst>
            <pc:docMk/>
            <pc:sldMk cId="3371234253" sldId="310"/>
            <ac:picMk id="8" creationId="{23513404-8859-4058-97ED-FEE2E5A79B67}"/>
          </ac:picMkLst>
        </pc:picChg>
        <pc:picChg chg="add del mod">
          <ac:chgData name="chao liu" userId="40a037e14511812f" providerId="LiveId" clId="{8C788795-CEB0-467D-B7C5-4BA1EDEA913E}" dt="2023-12-01T06:36:22.724" v="897" actId="478"/>
          <ac:picMkLst>
            <pc:docMk/>
            <pc:sldMk cId="3371234253" sldId="310"/>
            <ac:picMk id="10" creationId="{4D3FAE77-9AB5-46B0-9321-34AC1CBCAB0D}"/>
          </ac:picMkLst>
        </pc:picChg>
        <pc:picChg chg="add mod">
          <ac:chgData name="chao liu" userId="40a037e14511812f" providerId="LiveId" clId="{8C788795-CEB0-467D-B7C5-4BA1EDEA913E}" dt="2023-12-01T06:40:13.180" v="1003" actId="1076"/>
          <ac:picMkLst>
            <pc:docMk/>
            <pc:sldMk cId="3371234253" sldId="310"/>
            <ac:picMk id="14" creationId="{ECEF892D-06FB-4DE3-808C-39C62D56608D}"/>
          </ac:picMkLst>
        </pc:picChg>
      </pc:sldChg>
      <pc:sldChg chg="modSp mod">
        <pc:chgData name="chao liu" userId="40a037e14511812f" providerId="LiveId" clId="{8C788795-CEB0-467D-B7C5-4BA1EDEA913E}" dt="2023-12-01T06:45:09.719" v="1142" actId="20577"/>
        <pc:sldMkLst>
          <pc:docMk/>
          <pc:sldMk cId="3983414064" sldId="325"/>
        </pc:sldMkLst>
        <pc:spChg chg="mod">
          <ac:chgData name="chao liu" userId="40a037e14511812f" providerId="LiveId" clId="{8C788795-CEB0-467D-B7C5-4BA1EDEA913E}" dt="2023-12-01T06:45:09.719" v="1142" actId="20577"/>
          <ac:spMkLst>
            <pc:docMk/>
            <pc:sldMk cId="3983414064" sldId="325"/>
            <ac:spMk id="5" creationId="{A36F78FA-9A69-454E-8EE9-5B53C91A6EC6}"/>
          </ac:spMkLst>
        </pc:spChg>
      </pc:sldChg>
      <pc:sldChg chg="modSp mod">
        <pc:chgData name="chao liu" userId="40a037e14511812f" providerId="LiveId" clId="{8C788795-CEB0-467D-B7C5-4BA1EDEA913E}" dt="2023-12-01T05:43:38.677" v="1" actId="114"/>
        <pc:sldMkLst>
          <pc:docMk/>
          <pc:sldMk cId="3168436851" sldId="334"/>
        </pc:sldMkLst>
        <pc:spChg chg="mod">
          <ac:chgData name="chao liu" userId="40a037e14511812f" providerId="LiveId" clId="{8C788795-CEB0-467D-B7C5-4BA1EDEA913E}" dt="2023-12-01T05:43:38.677" v="1" actId="114"/>
          <ac:spMkLst>
            <pc:docMk/>
            <pc:sldMk cId="3168436851" sldId="334"/>
            <ac:spMk id="5" creationId="{A36F78FA-9A69-454E-8EE9-5B53C91A6EC6}"/>
          </ac:spMkLst>
        </pc:spChg>
      </pc:sldChg>
      <pc:sldChg chg="modSp mod">
        <pc:chgData name="chao liu" userId="40a037e14511812f" providerId="LiveId" clId="{8C788795-CEB0-467D-B7C5-4BA1EDEA913E}" dt="2023-12-01T05:51:08.302" v="107" actId="15"/>
        <pc:sldMkLst>
          <pc:docMk/>
          <pc:sldMk cId="4276895995" sldId="335"/>
        </pc:sldMkLst>
        <pc:spChg chg="mod">
          <ac:chgData name="chao liu" userId="40a037e14511812f" providerId="LiveId" clId="{8C788795-CEB0-467D-B7C5-4BA1EDEA913E}" dt="2023-12-01T05:51:08.302" v="107" actId="15"/>
          <ac:spMkLst>
            <pc:docMk/>
            <pc:sldMk cId="4276895995" sldId="335"/>
            <ac:spMk id="3" creationId="{BED6F662-DAF2-4777-93C6-F67F9B82FBDE}"/>
          </ac:spMkLst>
        </pc:spChg>
      </pc:sldChg>
      <pc:sldChg chg="addSp delSp modSp add mod modNotesTx">
        <pc:chgData name="chao liu" userId="40a037e14511812f" providerId="LiveId" clId="{8C788795-CEB0-467D-B7C5-4BA1EDEA913E}" dt="2023-12-01T06:29:04.151" v="792" actId="20577"/>
        <pc:sldMkLst>
          <pc:docMk/>
          <pc:sldMk cId="1054285889" sldId="337"/>
        </pc:sldMkLst>
        <pc:spChg chg="del mod">
          <ac:chgData name="chao liu" userId="40a037e14511812f" providerId="LiveId" clId="{8C788795-CEB0-467D-B7C5-4BA1EDEA913E}" dt="2023-12-01T06:23:49.643" v="700" actId="478"/>
          <ac:spMkLst>
            <pc:docMk/>
            <pc:sldMk cId="1054285889" sldId="337"/>
            <ac:spMk id="6" creationId="{184D89F5-77DF-4AFB-9C7F-066736452D31}"/>
          </ac:spMkLst>
        </pc:spChg>
        <pc:spChg chg="del">
          <ac:chgData name="chao liu" userId="40a037e14511812f" providerId="LiveId" clId="{8C788795-CEB0-467D-B7C5-4BA1EDEA913E}" dt="2023-12-01T06:23:34.421" v="689" actId="478"/>
          <ac:spMkLst>
            <pc:docMk/>
            <pc:sldMk cId="1054285889" sldId="337"/>
            <ac:spMk id="18" creationId="{802AA78E-A452-46C7-BA64-B2E9A3155E7C}"/>
          </ac:spMkLst>
        </pc:spChg>
        <pc:grpChg chg="del">
          <ac:chgData name="chao liu" userId="40a037e14511812f" providerId="LiveId" clId="{8C788795-CEB0-467D-B7C5-4BA1EDEA913E}" dt="2023-12-01T06:22:40.414" v="677" actId="478"/>
          <ac:grpSpMkLst>
            <pc:docMk/>
            <pc:sldMk cId="1054285889" sldId="337"/>
            <ac:grpSpMk id="23" creationId="{9F657C69-51DD-4D21-A176-C50F0A03992E}"/>
          </ac:grpSpMkLst>
        </pc:grpChg>
        <pc:grpChg chg="del">
          <ac:chgData name="chao liu" userId="40a037e14511812f" providerId="LiveId" clId="{8C788795-CEB0-467D-B7C5-4BA1EDEA913E}" dt="2023-12-01T06:22:42.336" v="678" actId="478"/>
          <ac:grpSpMkLst>
            <pc:docMk/>
            <pc:sldMk cId="1054285889" sldId="337"/>
            <ac:grpSpMk id="34" creationId="{EE6A8AE3-CC87-4FF9-9AB8-88CC3030C058}"/>
          </ac:grpSpMkLst>
        </pc:grpChg>
        <pc:picChg chg="del">
          <ac:chgData name="chao liu" userId="40a037e14511812f" providerId="LiveId" clId="{8C788795-CEB0-467D-B7C5-4BA1EDEA913E}" dt="2023-12-01T06:22:40.414" v="677" actId="478"/>
          <ac:picMkLst>
            <pc:docMk/>
            <pc:sldMk cId="1054285889" sldId="337"/>
            <ac:picMk id="4" creationId="{E4AEB6F2-226C-48CC-84B2-6C9E0B248816}"/>
          </ac:picMkLst>
        </pc:picChg>
        <pc:picChg chg="del">
          <ac:chgData name="chao liu" userId="40a037e14511812f" providerId="LiveId" clId="{8C788795-CEB0-467D-B7C5-4BA1EDEA913E}" dt="2023-12-01T06:22:40.414" v="677" actId="478"/>
          <ac:picMkLst>
            <pc:docMk/>
            <pc:sldMk cId="1054285889" sldId="337"/>
            <ac:picMk id="9" creationId="{8171000B-F326-48C1-AA2D-8BCACD6B1DE2}"/>
          </ac:picMkLst>
        </pc:picChg>
        <pc:picChg chg="del">
          <ac:chgData name="chao liu" userId="40a037e14511812f" providerId="LiveId" clId="{8C788795-CEB0-467D-B7C5-4BA1EDEA913E}" dt="2023-12-01T06:22:40.414" v="677" actId="478"/>
          <ac:picMkLst>
            <pc:docMk/>
            <pc:sldMk cId="1054285889" sldId="337"/>
            <ac:picMk id="12" creationId="{B012116F-F25D-4184-8395-76D4B35B56F6}"/>
          </ac:picMkLst>
        </pc:picChg>
        <pc:picChg chg="add mod">
          <ac:chgData name="chao liu" userId="40a037e14511812f" providerId="LiveId" clId="{8C788795-CEB0-467D-B7C5-4BA1EDEA913E}" dt="2023-12-01T06:23:12.947" v="684" actId="1076"/>
          <ac:picMkLst>
            <pc:docMk/>
            <pc:sldMk cId="1054285889" sldId="337"/>
            <ac:picMk id="24" creationId="{97D9B007-9A18-4C8A-8732-5725BEFDF912}"/>
          </ac:picMkLst>
        </pc:picChg>
        <pc:picChg chg="add mod">
          <ac:chgData name="chao liu" userId="40a037e14511812f" providerId="LiveId" clId="{8C788795-CEB0-467D-B7C5-4BA1EDEA913E}" dt="2023-12-01T06:23:31.176" v="688" actId="1076"/>
          <ac:picMkLst>
            <pc:docMk/>
            <pc:sldMk cId="1054285889" sldId="337"/>
            <ac:picMk id="25" creationId="{B35D3449-0D12-4F8F-B8A2-1D17CC190208}"/>
          </ac:picMkLst>
        </pc:picChg>
        <pc:picChg chg="del">
          <ac:chgData name="chao liu" userId="40a037e14511812f" providerId="LiveId" clId="{8C788795-CEB0-467D-B7C5-4BA1EDEA913E}" dt="2023-12-01T06:22:40.414" v="677" actId="478"/>
          <ac:picMkLst>
            <pc:docMk/>
            <pc:sldMk cId="1054285889" sldId="337"/>
            <ac:picMk id="26" creationId="{89140D2A-68C8-4776-A496-8EAA1BB11021}"/>
          </ac:picMkLst>
        </pc:picChg>
        <pc:picChg chg="add del">
          <ac:chgData name="chao liu" userId="40a037e14511812f" providerId="LiveId" clId="{8C788795-CEB0-467D-B7C5-4BA1EDEA913E}" dt="2023-12-01T06:22:56.598" v="682" actId="478"/>
          <ac:picMkLst>
            <pc:docMk/>
            <pc:sldMk cId="1054285889" sldId="337"/>
            <ac:picMk id="36" creationId="{CA829A3F-8742-4F50-BBF5-6264177BF998}"/>
          </ac:picMkLst>
        </pc:picChg>
        <pc:cxnChg chg="del">
          <ac:chgData name="chao liu" userId="40a037e14511812f" providerId="LiveId" clId="{8C788795-CEB0-467D-B7C5-4BA1EDEA913E}" dt="2023-12-01T06:22:40.414" v="677" actId="478"/>
          <ac:cxnSpMkLst>
            <pc:docMk/>
            <pc:sldMk cId="1054285889" sldId="337"/>
            <ac:cxnSpMk id="38" creationId="{525C64E5-561E-4EEC-92D9-672C96B9D95E}"/>
          </ac:cxnSpMkLst>
        </pc:cxnChg>
        <pc:cxnChg chg="del">
          <ac:chgData name="chao liu" userId="40a037e14511812f" providerId="LiveId" clId="{8C788795-CEB0-467D-B7C5-4BA1EDEA913E}" dt="2023-12-01T06:22:40.414" v="677" actId="478"/>
          <ac:cxnSpMkLst>
            <pc:docMk/>
            <pc:sldMk cId="1054285889" sldId="337"/>
            <ac:cxnSpMk id="39" creationId="{537B806B-CC1C-4162-873C-EC4910FD45C4}"/>
          </ac:cxnSpMkLst>
        </pc:cxnChg>
        <pc:cxnChg chg="del">
          <ac:chgData name="chao liu" userId="40a037e14511812f" providerId="LiveId" clId="{8C788795-CEB0-467D-B7C5-4BA1EDEA913E}" dt="2023-12-01T06:22:40.414" v="677" actId="478"/>
          <ac:cxnSpMkLst>
            <pc:docMk/>
            <pc:sldMk cId="1054285889" sldId="337"/>
            <ac:cxnSpMk id="40" creationId="{B18485A2-CCAE-4B67-BDEE-5C9978F259E4}"/>
          </ac:cxnSpMkLst>
        </pc:cxnChg>
        <pc:cxnChg chg="del">
          <ac:chgData name="chao liu" userId="40a037e14511812f" providerId="LiveId" clId="{8C788795-CEB0-467D-B7C5-4BA1EDEA913E}" dt="2023-12-01T06:22:46.173" v="679" actId="478"/>
          <ac:cxnSpMkLst>
            <pc:docMk/>
            <pc:sldMk cId="1054285889" sldId="337"/>
            <ac:cxnSpMk id="41" creationId="{2E164905-57F4-477F-8A26-C3DBD17AC18E}"/>
          </ac:cxnSpMkLst>
        </pc:cxnChg>
        <pc:cxnChg chg="del">
          <ac:chgData name="chao liu" userId="40a037e14511812f" providerId="LiveId" clId="{8C788795-CEB0-467D-B7C5-4BA1EDEA913E}" dt="2023-12-01T06:22:40.414" v="677" actId="478"/>
          <ac:cxnSpMkLst>
            <pc:docMk/>
            <pc:sldMk cId="1054285889" sldId="337"/>
            <ac:cxnSpMk id="42" creationId="{7B0C2941-CB21-48A2-B3BE-767E4BEF3A52}"/>
          </ac:cxnSpMkLst>
        </pc:cxnChg>
      </pc:sldChg>
      <pc:sldChg chg="addSp delSp modSp add mod">
        <pc:chgData name="chao liu" userId="40a037e14511812f" providerId="LiveId" clId="{8C788795-CEB0-467D-B7C5-4BA1EDEA913E}" dt="2023-12-01T06:40:26.333" v="1027" actId="1037"/>
        <pc:sldMkLst>
          <pc:docMk/>
          <pc:sldMk cId="984679484" sldId="338"/>
        </pc:sldMkLst>
        <pc:spChg chg="mod">
          <ac:chgData name="chao liu" userId="40a037e14511812f" providerId="LiveId" clId="{8C788795-CEB0-467D-B7C5-4BA1EDEA913E}" dt="2023-12-01T06:40:26.333" v="1027" actId="1037"/>
          <ac:spMkLst>
            <pc:docMk/>
            <pc:sldMk cId="984679484" sldId="338"/>
            <ac:spMk id="4" creationId="{4A526EE6-8E27-4094-B115-913014CA8D01}"/>
          </ac:spMkLst>
        </pc:spChg>
        <pc:spChg chg="add del mod">
          <ac:chgData name="chao liu" userId="40a037e14511812f" providerId="LiveId" clId="{8C788795-CEB0-467D-B7C5-4BA1EDEA913E}" dt="2023-12-01T06:34:00.326" v="836" actId="478"/>
          <ac:spMkLst>
            <pc:docMk/>
            <pc:sldMk cId="984679484" sldId="338"/>
            <ac:spMk id="9" creationId="{DC5CB622-3B9E-4A6D-A19F-2CB6541BF05C}"/>
          </ac:spMkLst>
        </pc:spChg>
        <pc:spChg chg="add mod">
          <ac:chgData name="chao liu" userId="40a037e14511812f" providerId="LiveId" clId="{8C788795-CEB0-467D-B7C5-4BA1EDEA913E}" dt="2023-12-01T06:35:27.549" v="889"/>
          <ac:spMkLst>
            <pc:docMk/>
            <pc:sldMk cId="984679484" sldId="338"/>
            <ac:spMk id="11" creationId="{FEA68F42-DB8F-4352-8434-FED8F0E35CDE}"/>
          </ac:spMkLst>
        </pc:spChg>
        <pc:spChg chg="add mod">
          <ac:chgData name="chao liu" userId="40a037e14511812f" providerId="LiveId" clId="{8C788795-CEB0-467D-B7C5-4BA1EDEA913E}" dt="2023-12-01T06:35:05.595" v="888" actId="2711"/>
          <ac:spMkLst>
            <pc:docMk/>
            <pc:sldMk cId="984679484" sldId="338"/>
            <ac:spMk id="13" creationId="{3F541963-FEFC-4565-BBB4-DD67FDEAFB3C}"/>
          </ac:spMkLst>
        </pc:spChg>
        <pc:picChg chg="mod">
          <ac:chgData name="chao liu" userId="40a037e14511812f" providerId="LiveId" clId="{8C788795-CEB0-467D-B7C5-4BA1EDEA913E}" dt="2023-12-01T06:40:26.333" v="1027" actId="1037"/>
          <ac:picMkLst>
            <pc:docMk/>
            <pc:sldMk cId="984679484" sldId="338"/>
            <ac:picMk id="5" creationId="{2CF801CE-8337-4706-A0CB-2E89DE8E56DC}"/>
          </ac:picMkLst>
        </pc:picChg>
        <pc:picChg chg="del">
          <ac:chgData name="chao liu" userId="40a037e14511812f" providerId="LiveId" clId="{8C788795-CEB0-467D-B7C5-4BA1EDEA913E}" dt="2023-12-01T06:33:53.036" v="835" actId="478"/>
          <ac:picMkLst>
            <pc:docMk/>
            <pc:sldMk cId="984679484" sldId="338"/>
            <ac:picMk id="6" creationId="{7B72DE96-BA20-495C-ABF7-253F9732F0A0}"/>
          </ac:picMkLst>
        </pc:picChg>
        <pc:picChg chg="mod">
          <ac:chgData name="chao liu" userId="40a037e14511812f" providerId="LiveId" clId="{8C788795-CEB0-467D-B7C5-4BA1EDEA913E}" dt="2023-12-01T06:34:15.807" v="871" actId="1036"/>
          <ac:picMkLst>
            <pc:docMk/>
            <pc:sldMk cId="984679484" sldId="338"/>
            <ac:picMk id="7" creationId="{EC9E4AEE-8FF3-4F0C-B31B-EB098838C354}"/>
          </ac:picMkLst>
        </pc:picChg>
        <pc:picChg chg="mod">
          <ac:chgData name="chao liu" userId="40a037e14511812f" providerId="LiveId" clId="{8C788795-CEB0-467D-B7C5-4BA1EDEA913E}" dt="2023-12-01T06:34:15.807" v="871" actId="1036"/>
          <ac:picMkLst>
            <pc:docMk/>
            <pc:sldMk cId="984679484" sldId="338"/>
            <ac:picMk id="8" creationId="{23513404-8859-4058-97ED-FEE2E5A79B67}"/>
          </ac:picMkLst>
        </pc:picChg>
        <pc:picChg chg="mod">
          <ac:chgData name="chao liu" userId="40a037e14511812f" providerId="LiveId" clId="{8C788795-CEB0-467D-B7C5-4BA1EDEA913E}" dt="2023-12-01T06:34:50.004" v="884" actId="1076"/>
          <ac:picMkLst>
            <pc:docMk/>
            <pc:sldMk cId="984679484" sldId="338"/>
            <ac:picMk id="10" creationId="{4D3FAE77-9AB5-46B0-9321-34AC1CBCAB0D}"/>
          </ac:picMkLst>
        </pc:picChg>
        <pc:picChg chg="add mod">
          <ac:chgData name="chao liu" userId="40a037e14511812f" providerId="LiveId" clId="{8C788795-CEB0-467D-B7C5-4BA1EDEA913E}" dt="2023-12-01T06:35:50.170" v="892" actId="1076"/>
          <ac:picMkLst>
            <pc:docMk/>
            <pc:sldMk cId="984679484" sldId="338"/>
            <ac:picMk id="14" creationId="{32816A5B-12B0-437D-A005-E857D369CAFE}"/>
          </ac:picMkLst>
        </pc:picChg>
      </pc:sldChg>
    </pc:docChg>
  </pc:docChgLst>
  <pc:docChgLst>
    <pc:chgData name="chao liu" userId="40a037e14511812f" providerId="LiveId" clId="{70C358E7-EFBA-4121-BAE6-CBCC10236419}"/>
    <pc:docChg chg="undo custSel addSld delSld modSld sldOrd">
      <pc:chgData name="chao liu" userId="40a037e14511812f" providerId="LiveId" clId="{70C358E7-EFBA-4121-BAE6-CBCC10236419}" dt="2023-12-01T04:46:24.283" v="10517" actId="1076"/>
      <pc:docMkLst>
        <pc:docMk/>
      </pc:docMkLst>
      <pc:sldChg chg="addSp delSp modSp mod">
        <pc:chgData name="chao liu" userId="40a037e14511812f" providerId="LiveId" clId="{70C358E7-EFBA-4121-BAE6-CBCC10236419}" dt="2023-12-01T04:32:54.296" v="10162" actId="1076"/>
        <pc:sldMkLst>
          <pc:docMk/>
          <pc:sldMk cId="3244037718" sldId="262"/>
        </pc:sldMkLst>
        <pc:spChg chg="mod">
          <ac:chgData name="chao liu" userId="40a037e14511812f" providerId="LiveId" clId="{70C358E7-EFBA-4121-BAE6-CBCC10236419}" dt="2023-11-30T08:14:44.442" v="2005" actId="20577"/>
          <ac:spMkLst>
            <pc:docMk/>
            <pc:sldMk cId="3244037718" sldId="262"/>
            <ac:spMk id="2" creationId="{D916890A-245C-42D9-8E49-F54DD10828D1}"/>
          </ac:spMkLst>
        </pc:spChg>
        <pc:spChg chg="add del mod">
          <ac:chgData name="chao liu" userId="40a037e14511812f" providerId="LiveId" clId="{70C358E7-EFBA-4121-BAE6-CBCC10236419}" dt="2023-12-01T04:28:27.674" v="10100" actId="478"/>
          <ac:spMkLst>
            <pc:docMk/>
            <pc:sldMk cId="3244037718" sldId="262"/>
            <ac:spMk id="3" creationId="{2749EC50-A87E-4293-AEEB-9A96269C1518}"/>
          </ac:spMkLst>
        </pc:spChg>
        <pc:spChg chg="add del mod">
          <ac:chgData name="chao liu" userId="40a037e14511812f" providerId="LiveId" clId="{70C358E7-EFBA-4121-BAE6-CBCC10236419}" dt="2023-12-01T04:29:50.761" v="10122" actId="11529"/>
          <ac:spMkLst>
            <pc:docMk/>
            <pc:sldMk cId="3244037718" sldId="262"/>
            <ac:spMk id="11" creationId="{0F0F4D78-3B92-4ED5-8B2D-866EDF56F64F}"/>
          </ac:spMkLst>
        </pc:spChg>
        <pc:spChg chg="del">
          <ac:chgData name="chao liu" userId="40a037e14511812f" providerId="LiveId" clId="{70C358E7-EFBA-4121-BAE6-CBCC10236419}" dt="2023-11-30T08:35:57.438" v="2994" actId="478"/>
          <ac:spMkLst>
            <pc:docMk/>
            <pc:sldMk cId="3244037718" sldId="262"/>
            <ac:spMk id="12" creationId="{159B7D9F-A68D-45F5-A55B-B69472D9EF5D}"/>
          </ac:spMkLst>
        </pc:spChg>
        <pc:spChg chg="add mod">
          <ac:chgData name="chao liu" userId="40a037e14511812f" providerId="LiveId" clId="{70C358E7-EFBA-4121-BAE6-CBCC10236419}" dt="2023-12-01T04:30:20.971" v="10126" actId="164"/>
          <ac:spMkLst>
            <pc:docMk/>
            <pc:sldMk cId="3244037718" sldId="262"/>
            <ac:spMk id="13" creationId="{EDA401EF-C978-448C-94A8-E19CE9D78917}"/>
          </ac:spMkLst>
        </pc:spChg>
        <pc:spChg chg="add del">
          <ac:chgData name="chao liu" userId="40a037e14511812f" providerId="LiveId" clId="{70C358E7-EFBA-4121-BAE6-CBCC10236419}" dt="2023-12-01T04:30:38.587" v="10131" actId="11529"/>
          <ac:spMkLst>
            <pc:docMk/>
            <pc:sldMk cId="3244037718" sldId="262"/>
            <ac:spMk id="16" creationId="{85472752-39BD-49EE-AFBF-25D2A02B0B47}"/>
          </ac:spMkLst>
        </pc:spChg>
        <pc:grpChg chg="add mod">
          <ac:chgData name="chao liu" userId="40a037e14511812f" providerId="LiveId" clId="{70C358E7-EFBA-4121-BAE6-CBCC10236419}" dt="2023-12-01T04:29:45.502" v="10119" actId="164"/>
          <ac:grpSpMkLst>
            <pc:docMk/>
            <pc:sldMk cId="3244037718" sldId="262"/>
            <ac:grpSpMk id="12" creationId="{F5440AD1-D392-4918-9F7B-0E65A7AE3985}"/>
          </ac:grpSpMkLst>
        </pc:grpChg>
        <pc:grpChg chg="add mod">
          <ac:chgData name="chao liu" userId="40a037e14511812f" providerId="LiveId" clId="{70C358E7-EFBA-4121-BAE6-CBCC10236419}" dt="2023-12-01T04:30:59.061" v="10138" actId="164"/>
          <ac:grpSpMkLst>
            <pc:docMk/>
            <pc:sldMk cId="3244037718" sldId="262"/>
            <ac:grpSpMk id="15" creationId="{23FACE60-20A5-48E8-B434-8E7BFD5C35A2}"/>
          </ac:grpSpMkLst>
        </pc:grpChg>
        <pc:grpChg chg="add mod">
          <ac:chgData name="chao liu" userId="40a037e14511812f" providerId="LiveId" clId="{70C358E7-EFBA-4121-BAE6-CBCC10236419}" dt="2023-12-01T04:31:04.411" v="10139" actId="1076"/>
          <ac:grpSpMkLst>
            <pc:docMk/>
            <pc:sldMk cId="3244037718" sldId="262"/>
            <ac:grpSpMk id="19" creationId="{57465106-4956-46DD-A762-45091375DAF3}"/>
          </ac:grpSpMkLst>
        </pc:grpChg>
        <pc:picChg chg="add del mod">
          <ac:chgData name="chao liu" userId="40a037e14511812f" providerId="LiveId" clId="{70C358E7-EFBA-4121-BAE6-CBCC10236419}" dt="2023-12-01T04:31:41.832" v="10146" actId="478"/>
          <ac:picMkLst>
            <pc:docMk/>
            <pc:sldMk cId="3244037718" sldId="262"/>
            <ac:picMk id="5" creationId="{18ECD015-9F94-4A0A-8ED0-875223D6780A}"/>
          </ac:picMkLst>
        </pc:picChg>
        <pc:picChg chg="add mod">
          <ac:chgData name="chao liu" userId="40a037e14511812f" providerId="LiveId" clId="{70C358E7-EFBA-4121-BAE6-CBCC10236419}" dt="2023-12-01T04:30:59.061" v="10138" actId="164"/>
          <ac:picMkLst>
            <pc:docMk/>
            <pc:sldMk cId="3244037718" sldId="262"/>
            <ac:picMk id="6" creationId="{2A590F49-BDA2-4EAE-876E-83DCC2E72FB3}"/>
          </ac:picMkLst>
        </pc:picChg>
        <pc:picChg chg="del mod">
          <ac:chgData name="chao liu" userId="40a037e14511812f" providerId="LiveId" clId="{70C358E7-EFBA-4121-BAE6-CBCC10236419}" dt="2023-11-30T08:35:55.689" v="2991" actId="478"/>
          <ac:picMkLst>
            <pc:docMk/>
            <pc:sldMk cId="3244037718" sldId="262"/>
            <ac:picMk id="6" creationId="{935488B7-40C9-480F-B9FE-C762862E3BC8}"/>
          </ac:picMkLst>
        </pc:picChg>
        <pc:picChg chg="add del mod">
          <ac:chgData name="chao liu" userId="40a037e14511812f" providerId="LiveId" clId="{70C358E7-EFBA-4121-BAE6-CBCC10236419}" dt="2023-12-01T04:31:56.676" v="10150" actId="478"/>
          <ac:picMkLst>
            <pc:docMk/>
            <pc:sldMk cId="3244037718" sldId="262"/>
            <ac:picMk id="9" creationId="{D782DC35-B53E-42AE-B3B1-FBAE5737445F}"/>
          </ac:picMkLst>
        </pc:picChg>
        <pc:picChg chg="add mod">
          <ac:chgData name="chao liu" userId="40a037e14511812f" providerId="LiveId" clId="{70C358E7-EFBA-4121-BAE6-CBCC10236419}" dt="2023-12-01T04:30:20.971" v="10126" actId="164"/>
          <ac:picMkLst>
            <pc:docMk/>
            <pc:sldMk cId="3244037718" sldId="262"/>
            <ac:picMk id="10" creationId="{0E33CF75-E3C5-402D-93D6-79B5A509493E}"/>
          </ac:picMkLst>
        </pc:picChg>
        <pc:picChg chg="del">
          <ac:chgData name="chao liu" userId="40a037e14511812f" providerId="LiveId" clId="{70C358E7-EFBA-4121-BAE6-CBCC10236419}" dt="2023-11-30T08:35:56.393" v="2992" actId="478"/>
          <ac:picMkLst>
            <pc:docMk/>
            <pc:sldMk cId="3244037718" sldId="262"/>
            <ac:picMk id="10" creationId="{C20D080C-4D5F-46EC-AEB2-A25167907955}"/>
          </ac:picMkLst>
        </pc:picChg>
        <pc:picChg chg="del">
          <ac:chgData name="chao liu" userId="40a037e14511812f" providerId="LiveId" clId="{70C358E7-EFBA-4121-BAE6-CBCC10236419}" dt="2023-11-30T08:35:56.743" v="2993" actId="478"/>
          <ac:picMkLst>
            <pc:docMk/>
            <pc:sldMk cId="3244037718" sldId="262"/>
            <ac:picMk id="11" creationId="{4848B858-8FDA-4CA5-B557-E56F079D9812}"/>
          </ac:picMkLst>
        </pc:picChg>
        <pc:picChg chg="add del mod">
          <ac:chgData name="chao liu" userId="40a037e14511812f" providerId="LiveId" clId="{70C358E7-EFBA-4121-BAE6-CBCC10236419}" dt="2023-12-01T04:32:34.435" v="10157" actId="478"/>
          <ac:picMkLst>
            <pc:docMk/>
            <pc:sldMk cId="3244037718" sldId="262"/>
            <ac:picMk id="14" creationId="{B31551D0-55D2-4798-98ED-73C585C7EDEC}"/>
          </ac:picMkLst>
        </pc:picChg>
        <pc:picChg chg="add mod">
          <ac:chgData name="chao liu" userId="40a037e14511812f" providerId="LiveId" clId="{70C358E7-EFBA-4121-BAE6-CBCC10236419}" dt="2023-12-01T04:30:59.061" v="10138" actId="164"/>
          <ac:picMkLst>
            <pc:docMk/>
            <pc:sldMk cId="3244037718" sldId="262"/>
            <ac:picMk id="18" creationId="{C1A4D3DD-FBED-457A-9CFD-328FC1FE8EC9}"/>
          </ac:picMkLst>
        </pc:picChg>
        <pc:picChg chg="add mod">
          <ac:chgData name="chao liu" userId="40a037e14511812f" providerId="LiveId" clId="{70C358E7-EFBA-4121-BAE6-CBCC10236419}" dt="2023-12-01T04:32:12.037" v="10154" actId="1076"/>
          <ac:picMkLst>
            <pc:docMk/>
            <pc:sldMk cId="3244037718" sldId="262"/>
            <ac:picMk id="21" creationId="{FA77FBE8-F249-4EEE-92A0-6A4F0E92B3A0}"/>
          </ac:picMkLst>
        </pc:picChg>
        <pc:picChg chg="add mod">
          <ac:chgData name="chao liu" userId="40a037e14511812f" providerId="LiveId" clId="{70C358E7-EFBA-4121-BAE6-CBCC10236419}" dt="2023-12-01T04:32:14.902" v="10155" actId="1076"/>
          <ac:picMkLst>
            <pc:docMk/>
            <pc:sldMk cId="3244037718" sldId="262"/>
            <ac:picMk id="23" creationId="{E057232B-B456-418F-ABAE-88AA41AA1D94}"/>
          </ac:picMkLst>
        </pc:picChg>
        <pc:picChg chg="add mod">
          <ac:chgData name="chao liu" userId="40a037e14511812f" providerId="LiveId" clId="{70C358E7-EFBA-4121-BAE6-CBCC10236419}" dt="2023-12-01T04:32:54.296" v="10162" actId="1076"/>
          <ac:picMkLst>
            <pc:docMk/>
            <pc:sldMk cId="3244037718" sldId="262"/>
            <ac:picMk id="25" creationId="{39957C3E-F343-4FA3-BE84-63EEC4BE1201}"/>
          </ac:picMkLst>
        </pc:picChg>
      </pc:sldChg>
      <pc:sldChg chg="addSp delSp modSp mod modNotesTx">
        <pc:chgData name="chao liu" userId="40a037e14511812f" providerId="LiveId" clId="{70C358E7-EFBA-4121-BAE6-CBCC10236419}" dt="2023-12-01T04:38:51.988" v="10418" actId="20577"/>
        <pc:sldMkLst>
          <pc:docMk/>
          <pc:sldMk cId="2903988818" sldId="263"/>
        </pc:sldMkLst>
        <pc:spChg chg="mod">
          <ac:chgData name="chao liu" userId="40a037e14511812f" providerId="LiveId" clId="{70C358E7-EFBA-4121-BAE6-CBCC10236419}" dt="2023-11-30T08:14:50.023" v="2015" actId="20577"/>
          <ac:spMkLst>
            <pc:docMk/>
            <pc:sldMk cId="2903988818" sldId="263"/>
            <ac:spMk id="2" creationId="{5B03ACEC-6AE7-4764-B4CD-43A19C335B35}"/>
          </ac:spMkLst>
        </pc:spChg>
        <pc:spChg chg="add mod">
          <ac:chgData name="chao liu" userId="40a037e14511812f" providerId="LiveId" clId="{70C358E7-EFBA-4121-BAE6-CBCC10236419}" dt="2023-12-01T04:36:27.168" v="10212" actId="208"/>
          <ac:spMkLst>
            <pc:docMk/>
            <pc:sldMk cId="2903988818" sldId="263"/>
            <ac:spMk id="9" creationId="{78819D33-7AB4-4FD2-9940-168B517C1864}"/>
          </ac:spMkLst>
        </pc:spChg>
        <pc:spChg chg="del">
          <ac:chgData name="chao liu" userId="40a037e14511812f" providerId="LiveId" clId="{70C358E7-EFBA-4121-BAE6-CBCC10236419}" dt="2023-11-30T08:28:01.738" v="2714" actId="478"/>
          <ac:spMkLst>
            <pc:docMk/>
            <pc:sldMk cId="2903988818" sldId="263"/>
            <ac:spMk id="9" creationId="{F7A94D51-EFC7-45CB-8F0A-84578BC74AFB}"/>
          </ac:spMkLst>
        </pc:spChg>
        <pc:spChg chg="add del mod">
          <ac:chgData name="chao liu" userId="40a037e14511812f" providerId="LiveId" clId="{70C358E7-EFBA-4121-BAE6-CBCC10236419}" dt="2023-12-01T04:33:18.835" v="10163" actId="478"/>
          <ac:spMkLst>
            <pc:docMk/>
            <pc:sldMk cId="2903988818" sldId="263"/>
            <ac:spMk id="16" creationId="{D7C5E821-34C1-44A5-AF25-3F08EE1C2209}"/>
          </ac:spMkLst>
        </pc:spChg>
        <pc:spChg chg="del">
          <ac:chgData name="chao liu" userId="40a037e14511812f" providerId="LiveId" clId="{70C358E7-EFBA-4121-BAE6-CBCC10236419}" dt="2023-11-30T08:28:00.229" v="2713" actId="478"/>
          <ac:spMkLst>
            <pc:docMk/>
            <pc:sldMk cId="2903988818" sldId="263"/>
            <ac:spMk id="18" creationId="{4F4ACFFC-37DC-4C6B-ADDB-75A296C16DDF}"/>
          </ac:spMkLst>
        </pc:spChg>
        <pc:grpChg chg="del">
          <ac:chgData name="chao liu" userId="40a037e14511812f" providerId="LiveId" clId="{70C358E7-EFBA-4121-BAE6-CBCC10236419}" dt="2023-11-30T08:28:00.229" v="2713" actId="478"/>
          <ac:grpSpMkLst>
            <pc:docMk/>
            <pc:sldMk cId="2903988818" sldId="263"/>
            <ac:grpSpMk id="12" creationId="{C87F7B9C-11F1-40F0-918B-3D09839B5853}"/>
          </ac:grpSpMkLst>
        </pc:grpChg>
        <pc:graphicFrameChg chg="del">
          <ac:chgData name="chao liu" userId="40a037e14511812f" providerId="LiveId" clId="{70C358E7-EFBA-4121-BAE6-CBCC10236419}" dt="2023-11-30T08:28:00.229" v="2713" actId="478"/>
          <ac:graphicFrameMkLst>
            <pc:docMk/>
            <pc:sldMk cId="2903988818" sldId="263"/>
            <ac:graphicFrameMk id="8" creationId="{3D14C62C-7E40-4098-9449-880E8EB1E8AC}"/>
          </ac:graphicFrameMkLst>
        </pc:graphicFrameChg>
        <pc:picChg chg="add mod">
          <ac:chgData name="chao liu" userId="40a037e14511812f" providerId="LiveId" clId="{70C358E7-EFBA-4121-BAE6-CBCC10236419}" dt="2023-12-01T04:35:39.737" v="10200" actId="1076"/>
          <ac:picMkLst>
            <pc:docMk/>
            <pc:sldMk cId="2903988818" sldId="263"/>
            <ac:picMk id="4" creationId="{81AC04C9-AE5C-4FBE-96E3-F649541C4F3A}"/>
          </ac:picMkLst>
        </pc:picChg>
        <pc:picChg chg="add mod">
          <ac:chgData name="chao liu" userId="40a037e14511812f" providerId="LiveId" clId="{70C358E7-EFBA-4121-BAE6-CBCC10236419}" dt="2023-12-01T04:35:38.273" v="10199" actId="1076"/>
          <ac:picMkLst>
            <pc:docMk/>
            <pc:sldMk cId="2903988818" sldId="263"/>
            <ac:picMk id="5" creationId="{ED771EA6-046D-429C-ADF3-65F53243BC63}"/>
          </ac:picMkLst>
        </pc:picChg>
        <pc:picChg chg="add del mod">
          <ac:chgData name="chao liu" userId="40a037e14511812f" providerId="LiveId" clId="{70C358E7-EFBA-4121-BAE6-CBCC10236419}" dt="2023-12-01T04:33:58.336" v="10164" actId="478"/>
          <ac:picMkLst>
            <pc:docMk/>
            <pc:sldMk cId="2903988818" sldId="263"/>
            <ac:picMk id="6" creationId="{B3ABCC0F-624E-4385-AF5F-A082897A9A02}"/>
          </ac:picMkLst>
        </pc:picChg>
        <pc:picChg chg="add mod">
          <ac:chgData name="chao liu" userId="40a037e14511812f" providerId="LiveId" clId="{70C358E7-EFBA-4121-BAE6-CBCC10236419}" dt="2023-12-01T04:35:34.200" v="10198" actId="1076"/>
          <ac:picMkLst>
            <pc:docMk/>
            <pc:sldMk cId="2903988818" sldId="263"/>
            <ac:picMk id="8" creationId="{28D89F75-C4E8-45A8-9849-DDF5DD1FDCA5}"/>
          </ac:picMkLst>
        </pc:picChg>
        <pc:picChg chg="add del mod">
          <ac:chgData name="chao liu" userId="40a037e14511812f" providerId="LiveId" clId="{70C358E7-EFBA-4121-BAE6-CBCC10236419}" dt="2023-12-01T04:33:59.149" v="10166" actId="478"/>
          <ac:picMkLst>
            <pc:docMk/>
            <pc:sldMk cId="2903988818" sldId="263"/>
            <ac:picMk id="10" creationId="{A7117312-21ED-431C-B124-6408ADD2CAB8}"/>
          </ac:picMkLst>
        </pc:picChg>
        <pc:picChg chg="add del mod">
          <ac:chgData name="chao liu" userId="40a037e14511812f" providerId="LiveId" clId="{70C358E7-EFBA-4121-BAE6-CBCC10236419}" dt="2023-12-01T04:33:58.908" v="10165" actId="478"/>
          <ac:picMkLst>
            <pc:docMk/>
            <pc:sldMk cId="2903988818" sldId="263"/>
            <ac:picMk id="15" creationId="{89D696FB-EFFE-4B7D-B2E8-747D205286BB}"/>
          </ac:picMkLst>
        </pc:picChg>
        <pc:picChg chg="add del mod">
          <ac:chgData name="chao liu" userId="40a037e14511812f" providerId="LiveId" clId="{70C358E7-EFBA-4121-BAE6-CBCC10236419}" dt="2023-12-01T04:34:38.627" v="10176" actId="478"/>
          <ac:picMkLst>
            <pc:docMk/>
            <pc:sldMk cId="2903988818" sldId="263"/>
            <ac:picMk id="20" creationId="{5B0DA19F-40B5-4E93-B98A-50F083078EE5}"/>
          </ac:picMkLst>
        </pc:picChg>
        <pc:picChg chg="add mod">
          <ac:chgData name="chao liu" userId="40a037e14511812f" providerId="LiveId" clId="{70C358E7-EFBA-4121-BAE6-CBCC10236419}" dt="2023-12-01T04:35:43.395" v="10201" actId="1076"/>
          <ac:picMkLst>
            <pc:docMk/>
            <pc:sldMk cId="2903988818" sldId="263"/>
            <ac:picMk id="22" creationId="{A7638918-A56C-4A05-88F0-D43B579BEFF9}"/>
          </ac:picMkLst>
        </pc:picChg>
      </pc:sldChg>
      <pc:sldChg chg="delSp modSp add del mod">
        <pc:chgData name="chao liu" userId="40a037e14511812f" providerId="LiveId" clId="{70C358E7-EFBA-4121-BAE6-CBCC10236419}" dt="2023-12-01T04:14:13.037" v="9970" actId="20577"/>
        <pc:sldMkLst>
          <pc:docMk/>
          <pc:sldMk cId="3672469476" sldId="273"/>
        </pc:sldMkLst>
        <pc:spChg chg="mod">
          <ac:chgData name="chao liu" userId="40a037e14511812f" providerId="LiveId" clId="{70C358E7-EFBA-4121-BAE6-CBCC10236419}" dt="2023-12-01T04:14:13.037" v="9970" actId="20577"/>
          <ac:spMkLst>
            <pc:docMk/>
            <pc:sldMk cId="3672469476" sldId="273"/>
            <ac:spMk id="3" creationId="{BB8E190B-0816-40DF-B97D-680E4D563E5D}"/>
          </ac:spMkLst>
        </pc:spChg>
        <pc:picChg chg="del">
          <ac:chgData name="chao liu" userId="40a037e14511812f" providerId="LiveId" clId="{70C358E7-EFBA-4121-BAE6-CBCC10236419}" dt="2023-11-30T18:44:09.719" v="9904" actId="21"/>
          <ac:picMkLst>
            <pc:docMk/>
            <pc:sldMk cId="3672469476" sldId="273"/>
            <ac:picMk id="5" creationId="{8434F548-6B63-4795-A6D2-28A7786D924C}"/>
          </ac:picMkLst>
        </pc:picChg>
        <pc:picChg chg="del">
          <ac:chgData name="chao liu" userId="40a037e14511812f" providerId="LiveId" clId="{70C358E7-EFBA-4121-BAE6-CBCC10236419}" dt="2023-11-30T18:44:09.719" v="9904" actId="21"/>
          <ac:picMkLst>
            <pc:docMk/>
            <pc:sldMk cId="3672469476" sldId="273"/>
            <ac:picMk id="7" creationId="{907048D6-FB12-423D-BAFF-F07539DDA983}"/>
          </ac:picMkLst>
        </pc:picChg>
        <pc:picChg chg="del">
          <ac:chgData name="chao liu" userId="40a037e14511812f" providerId="LiveId" clId="{70C358E7-EFBA-4121-BAE6-CBCC10236419}" dt="2023-11-30T18:44:09.719" v="9904" actId="21"/>
          <ac:picMkLst>
            <pc:docMk/>
            <pc:sldMk cId="3672469476" sldId="273"/>
            <ac:picMk id="8" creationId="{50154651-9C60-462F-BFA2-C1562A61198A}"/>
          </ac:picMkLst>
        </pc:picChg>
      </pc:sldChg>
      <pc:sldChg chg="modSp mod">
        <pc:chgData name="chao liu" userId="40a037e14511812f" providerId="LiveId" clId="{70C358E7-EFBA-4121-BAE6-CBCC10236419}" dt="2023-11-30T18:22:00.781" v="9484" actId="2711"/>
        <pc:sldMkLst>
          <pc:docMk/>
          <pc:sldMk cId="3579506915" sldId="275"/>
        </pc:sldMkLst>
        <pc:spChg chg="mod">
          <ac:chgData name="chao liu" userId="40a037e14511812f" providerId="LiveId" clId="{70C358E7-EFBA-4121-BAE6-CBCC10236419}" dt="2023-11-30T18:22:00.781" v="9484" actId="2711"/>
          <ac:spMkLst>
            <pc:docMk/>
            <pc:sldMk cId="3579506915" sldId="275"/>
            <ac:spMk id="2" creationId="{750117A0-51F5-4C0C-9DB1-0DA190E710C8}"/>
          </ac:spMkLst>
        </pc:spChg>
      </pc:sldChg>
      <pc:sldChg chg="modSp mod">
        <pc:chgData name="chao liu" userId="40a037e14511812f" providerId="LiveId" clId="{70C358E7-EFBA-4121-BAE6-CBCC10236419}" dt="2023-11-30T17:45:03.900" v="7725" actId="2711"/>
        <pc:sldMkLst>
          <pc:docMk/>
          <pc:sldMk cId="3066151389" sldId="276"/>
        </pc:sldMkLst>
        <pc:spChg chg="mod">
          <ac:chgData name="chao liu" userId="40a037e14511812f" providerId="LiveId" clId="{70C358E7-EFBA-4121-BAE6-CBCC10236419}" dt="2023-11-30T17:45:03.900" v="7725" actId="2711"/>
          <ac:spMkLst>
            <pc:docMk/>
            <pc:sldMk cId="3066151389" sldId="276"/>
            <ac:spMk id="4" creationId="{50831B9D-856B-4AF9-9970-11F2584580B2}"/>
          </ac:spMkLst>
        </pc:spChg>
        <pc:spChg chg="mod">
          <ac:chgData name="chao liu" userId="40a037e14511812f" providerId="LiveId" clId="{70C358E7-EFBA-4121-BAE6-CBCC10236419}" dt="2023-11-30T15:36:38.693" v="6708" actId="113"/>
          <ac:spMkLst>
            <pc:docMk/>
            <pc:sldMk cId="3066151389" sldId="276"/>
            <ac:spMk id="5" creationId="{A36F78FA-9A69-454E-8EE9-5B53C91A6EC6}"/>
          </ac:spMkLst>
        </pc:spChg>
        <pc:spChg chg="mod">
          <ac:chgData name="chao liu" userId="40a037e14511812f" providerId="LiveId" clId="{70C358E7-EFBA-4121-BAE6-CBCC10236419}" dt="2023-11-30T15:36:16.052" v="6706" actId="1076"/>
          <ac:spMkLst>
            <pc:docMk/>
            <pc:sldMk cId="3066151389" sldId="276"/>
            <ac:spMk id="6" creationId="{821A367F-9A2A-4B65-AE09-4879DC34B5E1}"/>
          </ac:spMkLst>
        </pc:spChg>
      </pc:sldChg>
      <pc:sldChg chg="addSp delSp modSp mod addAnim delAnim modAnim">
        <pc:chgData name="chao liu" userId="40a037e14511812f" providerId="LiveId" clId="{70C358E7-EFBA-4121-BAE6-CBCC10236419}" dt="2023-11-30T17:45:25.836" v="7730" actId="108"/>
        <pc:sldMkLst>
          <pc:docMk/>
          <pc:sldMk cId="4059573533" sldId="283"/>
        </pc:sldMkLst>
        <pc:spChg chg="mod">
          <ac:chgData name="chao liu" userId="40a037e14511812f" providerId="LiveId" clId="{70C358E7-EFBA-4121-BAE6-CBCC10236419}" dt="2023-11-30T17:45:25.836" v="7730" actId="108"/>
          <ac:spMkLst>
            <pc:docMk/>
            <pc:sldMk cId="4059573533" sldId="283"/>
            <ac:spMk id="4" creationId="{50831B9D-856B-4AF9-9970-11F2584580B2}"/>
          </ac:spMkLst>
        </pc:spChg>
        <pc:spChg chg="mod">
          <ac:chgData name="chao liu" userId="40a037e14511812f" providerId="LiveId" clId="{70C358E7-EFBA-4121-BAE6-CBCC10236419}" dt="2023-11-30T16:02:05.073" v="7384" actId="255"/>
          <ac:spMkLst>
            <pc:docMk/>
            <pc:sldMk cId="4059573533" sldId="283"/>
            <ac:spMk id="5" creationId="{A36F78FA-9A69-454E-8EE9-5B53C91A6EC6}"/>
          </ac:spMkLst>
        </pc:spChg>
        <pc:spChg chg="mod">
          <ac:chgData name="chao liu" userId="40a037e14511812f" providerId="LiveId" clId="{70C358E7-EFBA-4121-BAE6-CBCC10236419}" dt="2023-11-30T16:02:12.043" v="7385" actId="1076"/>
          <ac:spMkLst>
            <pc:docMk/>
            <pc:sldMk cId="4059573533" sldId="283"/>
            <ac:spMk id="6" creationId="{821A367F-9A2A-4B65-AE09-4879DC34B5E1}"/>
          </ac:spMkLst>
        </pc:spChg>
        <pc:spChg chg="add del mod">
          <ac:chgData name="chao liu" userId="40a037e14511812f" providerId="LiveId" clId="{70C358E7-EFBA-4121-BAE6-CBCC10236419}" dt="2023-11-30T15:55:45.414" v="7159" actId="478"/>
          <ac:spMkLst>
            <pc:docMk/>
            <pc:sldMk cId="4059573533" sldId="283"/>
            <ac:spMk id="7" creationId="{98F44FF4-533A-4D7A-AA1D-9DA884FEFDFC}"/>
          </ac:spMkLst>
        </pc:spChg>
      </pc:sldChg>
      <pc:sldChg chg="modSp mod ord">
        <pc:chgData name="chao liu" userId="40a037e14511812f" providerId="LiveId" clId="{70C358E7-EFBA-4121-BAE6-CBCC10236419}" dt="2023-11-30T18:36:56.673" v="9701"/>
        <pc:sldMkLst>
          <pc:docMk/>
          <pc:sldMk cId="3744783378" sldId="301"/>
        </pc:sldMkLst>
        <pc:spChg chg="mod">
          <ac:chgData name="chao liu" userId="40a037e14511812f" providerId="LiveId" clId="{70C358E7-EFBA-4121-BAE6-CBCC10236419}" dt="2023-11-30T07:52:00.596" v="1143" actId="20577"/>
          <ac:spMkLst>
            <pc:docMk/>
            <pc:sldMk cId="3744783378" sldId="301"/>
            <ac:spMk id="7" creationId="{06BF9FD0-2D42-474A-911D-E59C2C7BC285}"/>
          </ac:spMkLst>
        </pc:spChg>
      </pc:sldChg>
      <pc:sldChg chg="addSp delSp modSp mod modNotesTx">
        <pc:chgData name="chao liu" userId="40a037e14511812f" providerId="LiveId" clId="{70C358E7-EFBA-4121-BAE6-CBCC10236419}" dt="2023-12-01T04:27:25.766" v="10098"/>
        <pc:sldMkLst>
          <pc:docMk/>
          <pc:sldMk cId="307044280" sldId="302"/>
        </pc:sldMkLst>
        <pc:spChg chg="mod">
          <ac:chgData name="chao liu" userId="40a037e14511812f" providerId="LiveId" clId="{70C358E7-EFBA-4121-BAE6-CBCC10236419}" dt="2023-11-30T18:37:11.376" v="9737" actId="20577"/>
          <ac:spMkLst>
            <pc:docMk/>
            <pc:sldMk cId="307044280" sldId="302"/>
            <ac:spMk id="2" creationId="{C5B20F34-4095-4EDE-90FE-4A975DD5C774}"/>
          </ac:spMkLst>
        </pc:spChg>
        <pc:spChg chg="del">
          <ac:chgData name="chao liu" userId="40a037e14511812f" providerId="LiveId" clId="{70C358E7-EFBA-4121-BAE6-CBCC10236419}" dt="2023-11-30T07:54:29.185" v="1145" actId="478"/>
          <ac:spMkLst>
            <pc:docMk/>
            <pc:sldMk cId="307044280" sldId="302"/>
            <ac:spMk id="5" creationId="{0A23BC18-7D8D-4712-A6EA-D4E3D1832081}"/>
          </ac:spMkLst>
        </pc:spChg>
        <pc:spChg chg="add del mod">
          <ac:chgData name="chao liu" userId="40a037e14511812f" providerId="LiveId" clId="{70C358E7-EFBA-4121-BAE6-CBCC10236419}" dt="2023-12-01T04:26:41.210" v="10086" actId="478"/>
          <ac:spMkLst>
            <pc:docMk/>
            <pc:sldMk cId="307044280" sldId="302"/>
            <ac:spMk id="9" creationId="{46C3B8EE-2DA9-4EEA-9342-68F4FECA9682}"/>
          </ac:spMkLst>
        </pc:spChg>
        <pc:picChg chg="add mod">
          <ac:chgData name="chao liu" userId="40a037e14511812f" providerId="LiveId" clId="{70C358E7-EFBA-4121-BAE6-CBCC10236419}" dt="2023-11-30T07:54:54.780" v="1160" actId="1076"/>
          <ac:picMkLst>
            <pc:docMk/>
            <pc:sldMk cId="307044280" sldId="302"/>
            <ac:picMk id="4" creationId="{64A4772F-D252-4DFF-93B5-F90638670FF8}"/>
          </ac:picMkLst>
        </pc:picChg>
        <pc:picChg chg="add del mod">
          <ac:chgData name="chao liu" userId="40a037e14511812f" providerId="LiveId" clId="{70C358E7-EFBA-4121-BAE6-CBCC10236419}" dt="2023-12-01T04:25:44.857" v="10082" actId="478"/>
          <ac:picMkLst>
            <pc:docMk/>
            <pc:sldMk cId="307044280" sldId="302"/>
            <ac:picMk id="5" creationId="{51BDEC2C-077E-4400-838C-FC3B803754E0}"/>
          </ac:picMkLst>
        </pc:picChg>
        <pc:picChg chg="add mod">
          <ac:chgData name="chao liu" userId="40a037e14511812f" providerId="LiveId" clId="{70C358E7-EFBA-4121-BAE6-CBCC10236419}" dt="2023-11-30T07:54:56.583" v="1161" actId="1076"/>
          <ac:picMkLst>
            <pc:docMk/>
            <pc:sldMk cId="307044280" sldId="302"/>
            <ac:picMk id="7" creationId="{99B7660A-E3E1-4021-869A-30077BCFB896}"/>
          </ac:picMkLst>
        </pc:picChg>
        <pc:picChg chg="add mod">
          <ac:chgData name="chao liu" userId="40a037e14511812f" providerId="LiveId" clId="{70C358E7-EFBA-4121-BAE6-CBCC10236419}" dt="2023-12-01T04:27:04.045" v="10093" actId="1076"/>
          <ac:picMkLst>
            <pc:docMk/>
            <pc:sldMk cId="307044280" sldId="302"/>
            <ac:picMk id="10" creationId="{74A9184A-1626-4CBD-9B72-D4E9927A5CAE}"/>
          </ac:picMkLst>
        </pc:picChg>
        <pc:picChg chg="add mod">
          <ac:chgData name="chao liu" userId="40a037e14511812f" providerId="LiveId" clId="{70C358E7-EFBA-4121-BAE6-CBCC10236419}" dt="2023-12-01T04:27:05.863" v="10094" actId="1076"/>
          <ac:picMkLst>
            <pc:docMk/>
            <pc:sldMk cId="307044280" sldId="302"/>
            <ac:picMk id="12" creationId="{C0E3B074-2EF8-494D-9ECD-9AFF963B0E42}"/>
          </ac:picMkLst>
        </pc:picChg>
        <pc:picChg chg="del">
          <ac:chgData name="chao liu" userId="40a037e14511812f" providerId="LiveId" clId="{70C358E7-EFBA-4121-BAE6-CBCC10236419}" dt="2023-11-30T07:54:27.968" v="1144" actId="478"/>
          <ac:picMkLst>
            <pc:docMk/>
            <pc:sldMk cId="307044280" sldId="302"/>
            <ac:picMk id="1026" creationId="{40A172BD-5991-4DA6-8A4B-F8046AF4BF3E}"/>
          </ac:picMkLst>
        </pc:picChg>
      </pc:sldChg>
      <pc:sldChg chg="addSp delSp modSp add mod">
        <pc:chgData name="chao liu" userId="40a037e14511812f" providerId="LiveId" clId="{70C358E7-EFBA-4121-BAE6-CBCC10236419}" dt="2023-12-01T04:46:24.283" v="10517" actId="1076"/>
        <pc:sldMkLst>
          <pc:docMk/>
          <pc:sldMk cId="3102201923" sldId="306"/>
        </pc:sldMkLst>
        <pc:spChg chg="mod">
          <ac:chgData name="chao liu" userId="40a037e14511812f" providerId="LiveId" clId="{70C358E7-EFBA-4121-BAE6-CBCC10236419}" dt="2023-11-30T10:50:50.273" v="3627" actId="20577"/>
          <ac:spMkLst>
            <pc:docMk/>
            <pc:sldMk cId="3102201923" sldId="306"/>
            <ac:spMk id="2" creationId="{5B03ACEC-6AE7-4764-B4CD-43A19C335B35}"/>
          </ac:spMkLst>
        </pc:spChg>
        <pc:spChg chg="add del mod">
          <ac:chgData name="chao liu" userId="40a037e14511812f" providerId="LiveId" clId="{70C358E7-EFBA-4121-BAE6-CBCC10236419}" dt="2023-12-01T04:45:34.494" v="10490" actId="478"/>
          <ac:spMkLst>
            <pc:docMk/>
            <pc:sldMk cId="3102201923" sldId="306"/>
            <ac:spMk id="3" creationId="{47F022B9-534E-4CDD-B710-55F5B8E6F086}"/>
          </ac:spMkLst>
        </pc:spChg>
        <pc:spChg chg="add del mod">
          <ac:chgData name="chao liu" userId="40a037e14511812f" providerId="LiveId" clId="{70C358E7-EFBA-4121-BAE6-CBCC10236419}" dt="2023-12-01T04:45:37.951" v="10495" actId="478"/>
          <ac:spMkLst>
            <pc:docMk/>
            <pc:sldMk cId="3102201923" sldId="306"/>
            <ac:spMk id="9" creationId="{8713B884-ED2F-47A4-BC77-46F306D5820C}"/>
          </ac:spMkLst>
        </pc:spChg>
        <pc:spChg chg="del">
          <ac:chgData name="chao liu" userId="40a037e14511812f" providerId="LiveId" clId="{70C358E7-EFBA-4121-BAE6-CBCC10236419}" dt="2023-11-30T10:51:18.326" v="3629" actId="478"/>
          <ac:spMkLst>
            <pc:docMk/>
            <pc:sldMk cId="3102201923" sldId="306"/>
            <ac:spMk id="9" creationId="{F7A94D51-EFC7-45CB-8F0A-84578BC74AFB}"/>
          </ac:spMkLst>
        </pc:spChg>
        <pc:spChg chg="add del mod">
          <ac:chgData name="chao liu" userId="40a037e14511812f" providerId="LiveId" clId="{70C358E7-EFBA-4121-BAE6-CBCC10236419}" dt="2023-12-01T04:40:17.143" v="10420" actId="478"/>
          <ac:spMkLst>
            <pc:docMk/>
            <pc:sldMk cId="3102201923" sldId="306"/>
            <ac:spMk id="11" creationId="{8C03519A-B625-47B1-8D0A-EDBCE224A035}"/>
          </ac:spMkLst>
        </pc:spChg>
        <pc:spChg chg="add del">
          <ac:chgData name="chao liu" userId="40a037e14511812f" providerId="LiveId" clId="{70C358E7-EFBA-4121-BAE6-CBCC10236419}" dt="2023-12-01T04:43:52.484" v="10456" actId="11529"/>
          <ac:spMkLst>
            <pc:docMk/>
            <pc:sldMk cId="3102201923" sldId="306"/>
            <ac:spMk id="13" creationId="{EA75A311-C891-4799-A905-4B990E6E5037}"/>
          </ac:spMkLst>
        </pc:spChg>
        <pc:spChg chg="add del mod">
          <ac:chgData name="chao liu" userId="40a037e14511812f" providerId="LiveId" clId="{70C358E7-EFBA-4121-BAE6-CBCC10236419}" dt="2023-12-01T04:45:36.066" v="10492" actId="478"/>
          <ac:spMkLst>
            <pc:docMk/>
            <pc:sldMk cId="3102201923" sldId="306"/>
            <ac:spMk id="14" creationId="{87B07B19-07B4-4053-9A08-2C06A5119195}"/>
          </ac:spMkLst>
        </pc:spChg>
        <pc:spChg chg="del">
          <ac:chgData name="chao liu" userId="40a037e14511812f" providerId="LiveId" clId="{70C358E7-EFBA-4121-BAE6-CBCC10236419}" dt="2023-11-30T10:51:16.634" v="3628" actId="478"/>
          <ac:spMkLst>
            <pc:docMk/>
            <pc:sldMk cId="3102201923" sldId="306"/>
            <ac:spMk id="18" creationId="{4F4ACFFC-37DC-4C6B-ADDB-75A296C16DDF}"/>
          </ac:spMkLst>
        </pc:spChg>
        <pc:spChg chg="add mod">
          <ac:chgData name="chao liu" userId="40a037e14511812f" providerId="LiveId" clId="{70C358E7-EFBA-4121-BAE6-CBCC10236419}" dt="2023-12-01T04:46:11.650" v="10507" actId="164"/>
          <ac:spMkLst>
            <pc:docMk/>
            <pc:sldMk cId="3102201923" sldId="306"/>
            <ac:spMk id="21" creationId="{9F1659A8-6A21-45E0-82AC-4341A5405F86}"/>
          </ac:spMkLst>
        </pc:spChg>
        <pc:grpChg chg="del">
          <ac:chgData name="chao liu" userId="40a037e14511812f" providerId="LiveId" clId="{70C358E7-EFBA-4121-BAE6-CBCC10236419}" dt="2023-11-30T10:51:16.634" v="3628" actId="478"/>
          <ac:grpSpMkLst>
            <pc:docMk/>
            <pc:sldMk cId="3102201923" sldId="306"/>
            <ac:grpSpMk id="12" creationId="{C87F7B9C-11F1-40F0-918B-3D09839B5853}"/>
          </ac:grpSpMkLst>
        </pc:grpChg>
        <pc:grpChg chg="add mod">
          <ac:chgData name="chao liu" userId="40a037e14511812f" providerId="LiveId" clId="{70C358E7-EFBA-4121-BAE6-CBCC10236419}" dt="2023-12-01T04:44:42.925" v="10479" actId="164"/>
          <ac:grpSpMkLst>
            <pc:docMk/>
            <pc:sldMk cId="3102201923" sldId="306"/>
            <ac:grpSpMk id="16" creationId="{B6A01A6D-44D2-4C94-8540-F49CEBF76F0C}"/>
          </ac:grpSpMkLst>
        </pc:grpChg>
        <pc:grpChg chg="add mod">
          <ac:chgData name="chao liu" userId="40a037e14511812f" providerId="LiveId" clId="{70C358E7-EFBA-4121-BAE6-CBCC10236419}" dt="2023-12-01T04:45:04.038" v="10483" actId="164"/>
          <ac:grpSpMkLst>
            <pc:docMk/>
            <pc:sldMk cId="3102201923" sldId="306"/>
            <ac:grpSpMk id="18" creationId="{22ED35B8-7E50-4783-8DA2-E20A07F9F939}"/>
          </ac:grpSpMkLst>
        </pc:grpChg>
        <pc:grpChg chg="add mod">
          <ac:chgData name="chao liu" userId="40a037e14511812f" providerId="LiveId" clId="{70C358E7-EFBA-4121-BAE6-CBCC10236419}" dt="2023-12-01T04:45:17.302" v="10487" actId="164"/>
          <ac:grpSpMkLst>
            <pc:docMk/>
            <pc:sldMk cId="3102201923" sldId="306"/>
            <ac:grpSpMk id="19" creationId="{F8F38525-89DC-4FA8-A4B4-5B4B573C35A0}"/>
          </ac:grpSpMkLst>
        </pc:grpChg>
        <pc:grpChg chg="add mod">
          <ac:chgData name="chao liu" userId="40a037e14511812f" providerId="LiveId" clId="{70C358E7-EFBA-4121-BAE6-CBCC10236419}" dt="2023-12-01T04:46:13.828" v="10508" actId="1076"/>
          <ac:grpSpMkLst>
            <pc:docMk/>
            <pc:sldMk cId="3102201923" sldId="306"/>
            <ac:grpSpMk id="22" creationId="{238A6B75-2B24-41C1-8D8A-D3478E986FAA}"/>
          </ac:grpSpMkLst>
        </pc:grpChg>
        <pc:graphicFrameChg chg="del">
          <ac:chgData name="chao liu" userId="40a037e14511812f" providerId="LiveId" clId="{70C358E7-EFBA-4121-BAE6-CBCC10236419}" dt="2023-11-30T10:51:16.634" v="3628" actId="478"/>
          <ac:graphicFrameMkLst>
            <pc:docMk/>
            <pc:sldMk cId="3102201923" sldId="306"/>
            <ac:graphicFrameMk id="8" creationId="{3D14C62C-7E40-4098-9449-880E8EB1E8AC}"/>
          </ac:graphicFrameMkLst>
        </pc:graphicFrameChg>
        <pc:picChg chg="add mod">
          <ac:chgData name="chao liu" userId="40a037e14511812f" providerId="LiveId" clId="{70C358E7-EFBA-4121-BAE6-CBCC10236419}" dt="2023-12-01T04:46:22.318" v="10516" actId="1076"/>
          <ac:picMkLst>
            <pc:docMk/>
            <pc:sldMk cId="3102201923" sldId="306"/>
            <ac:picMk id="5" creationId="{5C24ADE1-EA96-4AC1-A88C-B9A7C2B23874}"/>
          </ac:picMkLst>
        </pc:picChg>
        <pc:picChg chg="add del mod ord">
          <ac:chgData name="chao liu" userId="40a037e14511812f" providerId="LiveId" clId="{70C358E7-EFBA-4121-BAE6-CBCC10236419}" dt="2023-12-01T04:45:36.666" v="10493" actId="478"/>
          <ac:picMkLst>
            <pc:docMk/>
            <pc:sldMk cId="3102201923" sldId="306"/>
            <ac:picMk id="6" creationId="{F3052D97-5C05-4ADB-A74C-860E7B8D95DD}"/>
          </ac:picMkLst>
        </pc:picChg>
        <pc:picChg chg="add mod">
          <ac:chgData name="chao liu" userId="40a037e14511812f" providerId="LiveId" clId="{70C358E7-EFBA-4121-BAE6-CBCC10236419}" dt="2023-12-01T04:46:18.462" v="10514" actId="1076"/>
          <ac:picMkLst>
            <pc:docMk/>
            <pc:sldMk cId="3102201923" sldId="306"/>
            <ac:picMk id="7" creationId="{29223CDA-687E-4B6E-A6E7-7A835AFF29D5}"/>
          </ac:picMkLst>
        </pc:picChg>
        <pc:picChg chg="add del mod">
          <ac:chgData name="chao liu" userId="40a037e14511812f" providerId="LiveId" clId="{70C358E7-EFBA-4121-BAE6-CBCC10236419}" dt="2023-12-01T04:45:34.896" v="10491" actId="478"/>
          <ac:picMkLst>
            <pc:docMk/>
            <pc:sldMk cId="3102201923" sldId="306"/>
            <ac:picMk id="8" creationId="{FAFA5FB0-B09C-443E-9823-35C08668DAF2}"/>
          </ac:picMkLst>
        </pc:picChg>
        <pc:picChg chg="add del mod">
          <ac:chgData name="chao liu" userId="40a037e14511812f" providerId="LiveId" clId="{70C358E7-EFBA-4121-BAE6-CBCC10236419}" dt="2023-12-01T04:45:37.505" v="10494" actId="478"/>
          <ac:picMkLst>
            <pc:docMk/>
            <pc:sldMk cId="3102201923" sldId="306"/>
            <ac:picMk id="12" creationId="{6B1F89C3-7204-489D-AAB8-444E9B9B6A46}"/>
          </ac:picMkLst>
        </pc:picChg>
        <pc:picChg chg="add mod">
          <ac:chgData name="chao liu" userId="40a037e14511812f" providerId="LiveId" clId="{70C358E7-EFBA-4121-BAE6-CBCC10236419}" dt="2023-12-01T04:46:24.283" v="10517" actId="1076"/>
          <ac:picMkLst>
            <pc:docMk/>
            <pc:sldMk cId="3102201923" sldId="306"/>
            <ac:picMk id="15" creationId="{EF9E913D-E869-4300-B2A0-9DA35329826A}"/>
          </ac:picMkLst>
        </pc:picChg>
        <pc:picChg chg="add mod">
          <ac:chgData name="chao liu" userId="40a037e14511812f" providerId="LiveId" clId="{70C358E7-EFBA-4121-BAE6-CBCC10236419}" dt="2023-12-01T04:46:11.650" v="10507" actId="164"/>
          <ac:picMkLst>
            <pc:docMk/>
            <pc:sldMk cId="3102201923" sldId="306"/>
            <ac:picMk id="20" creationId="{CD53DF01-0CBC-49A3-9E10-6CA595BF7DBB}"/>
          </ac:picMkLst>
        </pc:picChg>
      </pc:sldChg>
      <pc:sldChg chg="addSp delSp modSp add mod">
        <pc:chgData name="chao liu" userId="40a037e14511812f" providerId="LiveId" clId="{70C358E7-EFBA-4121-BAE6-CBCC10236419}" dt="2023-11-30T18:38:18.484" v="9743" actId="20577"/>
        <pc:sldMkLst>
          <pc:docMk/>
          <pc:sldMk cId="3371234253" sldId="310"/>
        </pc:sldMkLst>
        <pc:spChg chg="mod">
          <ac:chgData name="chao liu" userId="40a037e14511812f" providerId="LiveId" clId="{70C358E7-EFBA-4121-BAE6-CBCC10236419}" dt="2023-11-30T18:38:18.484" v="9743" actId="20577"/>
          <ac:spMkLst>
            <pc:docMk/>
            <pc:sldMk cId="3371234253" sldId="310"/>
            <ac:spMk id="2" creationId="{5B03ACEC-6AE7-4764-B4CD-43A19C335B35}"/>
          </ac:spMkLst>
        </pc:spChg>
        <pc:spChg chg="del">
          <ac:chgData name="chao liu" userId="40a037e14511812f" providerId="LiveId" clId="{70C358E7-EFBA-4121-BAE6-CBCC10236419}" dt="2023-11-30T11:24:00.597" v="5041" actId="478"/>
          <ac:spMkLst>
            <pc:docMk/>
            <pc:sldMk cId="3371234253" sldId="310"/>
            <ac:spMk id="3" creationId="{9CE1CAB4-0EED-40DC-8489-A9B23CC23EF4}"/>
          </ac:spMkLst>
        </pc:spChg>
        <pc:spChg chg="del">
          <ac:chgData name="chao liu" userId="40a037e14511812f" providerId="LiveId" clId="{70C358E7-EFBA-4121-BAE6-CBCC10236419}" dt="2023-11-30T11:24:00.597" v="5041" actId="478"/>
          <ac:spMkLst>
            <pc:docMk/>
            <pc:sldMk cId="3371234253" sldId="310"/>
            <ac:spMk id="13" creationId="{6CB199F4-7C98-4D94-91FB-7A919D68F0BD}"/>
          </ac:spMkLst>
        </pc:spChg>
        <pc:picChg chg="add mod">
          <ac:chgData name="chao liu" userId="40a037e14511812f" providerId="LiveId" clId="{70C358E7-EFBA-4121-BAE6-CBCC10236419}" dt="2023-11-30T11:24:14.554" v="5047" actId="1076"/>
          <ac:picMkLst>
            <pc:docMk/>
            <pc:sldMk cId="3371234253" sldId="310"/>
            <ac:picMk id="5" creationId="{2CF801CE-8337-4706-A0CB-2E89DE8E56DC}"/>
          </ac:picMkLst>
        </pc:picChg>
        <pc:picChg chg="del">
          <ac:chgData name="chao liu" userId="40a037e14511812f" providerId="LiveId" clId="{70C358E7-EFBA-4121-BAE6-CBCC10236419}" dt="2023-11-30T11:24:00.597" v="5041" actId="478"/>
          <ac:picMkLst>
            <pc:docMk/>
            <pc:sldMk cId="3371234253" sldId="310"/>
            <ac:picMk id="9" creationId="{E9BB961B-B808-4716-A070-383770E9A623}"/>
          </ac:picMkLst>
        </pc:picChg>
        <pc:picChg chg="del">
          <ac:chgData name="chao liu" userId="40a037e14511812f" providerId="LiveId" clId="{70C358E7-EFBA-4121-BAE6-CBCC10236419}" dt="2023-11-30T11:24:00.597" v="5041" actId="478"/>
          <ac:picMkLst>
            <pc:docMk/>
            <pc:sldMk cId="3371234253" sldId="310"/>
            <ac:picMk id="15" creationId="{DD8FD688-C852-461A-8F10-B4BA638DA448}"/>
          </ac:picMkLst>
        </pc:picChg>
      </pc:sldChg>
      <pc:sldChg chg="addSp delSp modSp add mod">
        <pc:chgData name="chao liu" userId="40a037e14511812f" providerId="LiveId" clId="{70C358E7-EFBA-4121-BAE6-CBCC10236419}" dt="2023-11-30T11:43:38.056" v="5932" actId="20577"/>
        <pc:sldMkLst>
          <pc:docMk/>
          <pc:sldMk cId="810090310" sldId="312"/>
        </pc:sldMkLst>
        <pc:spChg chg="mod">
          <ac:chgData name="chao liu" userId="40a037e14511812f" providerId="LiveId" clId="{70C358E7-EFBA-4121-BAE6-CBCC10236419}" dt="2023-11-30T11:38:10.994" v="5842" actId="20577"/>
          <ac:spMkLst>
            <pc:docMk/>
            <pc:sldMk cId="810090310" sldId="312"/>
            <ac:spMk id="2" creationId="{16185AD4-4EC4-408F-A175-E3F6EA989330}"/>
          </ac:spMkLst>
        </pc:spChg>
        <pc:spChg chg="add del mod">
          <ac:chgData name="chao liu" userId="40a037e14511812f" providerId="LiveId" clId="{70C358E7-EFBA-4121-BAE6-CBCC10236419}" dt="2023-11-30T11:38:16.458" v="5845" actId="478"/>
          <ac:spMkLst>
            <pc:docMk/>
            <pc:sldMk cId="810090310" sldId="312"/>
            <ac:spMk id="4" creationId="{BBAD0974-C099-48EF-BF5D-E703E6169E49}"/>
          </ac:spMkLst>
        </pc:spChg>
        <pc:spChg chg="del">
          <ac:chgData name="chao liu" userId="40a037e14511812f" providerId="LiveId" clId="{70C358E7-EFBA-4121-BAE6-CBCC10236419}" dt="2023-11-30T11:38:13.885" v="5843" actId="478"/>
          <ac:spMkLst>
            <pc:docMk/>
            <pc:sldMk cId="810090310" sldId="312"/>
            <ac:spMk id="6" creationId="{D8888515-BB75-45BC-BCDA-FC37076BCCBF}"/>
          </ac:spMkLst>
        </pc:spChg>
        <pc:spChg chg="add mod">
          <ac:chgData name="chao liu" userId="40a037e14511812f" providerId="LiveId" clId="{70C358E7-EFBA-4121-BAE6-CBCC10236419}" dt="2023-11-30T11:43:38.056" v="5932" actId="20577"/>
          <ac:spMkLst>
            <pc:docMk/>
            <pc:sldMk cId="810090310" sldId="312"/>
            <ac:spMk id="9" creationId="{DA5EE82F-24E3-4781-9C77-7BB22F726DB2}"/>
          </ac:spMkLst>
        </pc:spChg>
        <pc:picChg chg="del">
          <ac:chgData name="chao liu" userId="40a037e14511812f" providerId="LiveId" clId="{70C358E7-EFBA-4121-BAE6-CBCC10236419}" dt="2023-11-30T11:38:14.432" v="5844" actId="478"/>
          <ac:picMkLst>
            <pc:docMk/>
            <pc:sldMk cId="810090310" sldId="312"/>
            <ac:picMk id="5" creationId="{2FC503E9-6DAD-443A-911F-E1852A44A1D8}"/>
          </ac:picMkLst>
        </pc:picChg>
        <pc:picChg chg="add">
          <ac:chgData name="chao liu" userId="40a037e14511812f" providerId="LiveId" clId="{70C358E7-EFBA-4121-BAE6-CBCC10236419}" dt="2023-11-30T11:38:26.389" v="5846" actId="22"/>
          <ac:picMkLst>
            <pc:docMk/>
            <pc:sldMk cId="810090310" sldId="312"/>
            <ac:picMk id="8" creationId="{C8FCC388-5459-4730-A53B-E3314AF50747}"/>
          </ac:picMkLst>
        </pc:picChg>
      </pc:sldChg>
      <pc:sldChg chg="addSp delSp modSp new mod">
        <pc:chgData name="chao liu" userId="40a037e14511812f" providerId="LiveId" clId="{70C358E7-EFBA-4121-BAE6-CBCC10236419}" dt="2023-12-01T04:18:45.918" v="10076" actId="478"/>
        <pc:sldMkLst>
          <pc:docMk/>
          <pc:sldMk cId="370220312" sldId="313"/>
        </pc:sldMkLst>
        <pc:spChg chg="mod">
          <ac:chgData name="chao liu" userId="40a037e14511812f" providerId="LiveId" clId="{70C358E7-EFBA-4121-BAE6-CBCC10236419}" dt="2023-11-30T11:44:44.706" v="5946" actId="20577"/>
          <ac:spMkLst>
            <pc:docMk/>
            <pc:sldMk cId="370220312" sldId="313"/>
            <ac:spMk id="2" creationId="{6FF86705-C82B-4FDB-BF19-82DCCFD90A20}"/>
          </ac:spMkLst>
        </pc:spChg>
        <pc:spChg chg="del mod">
          <ac:chgData name="chao liu" userId="40a037e14511812f" providerId="LiveId" clId="{70C358E7-EFBA-4121-BAE6-CBCC10236419}" dt="2023-11-30T18:39:05.737" v="9747" actId="478"/>
          <ac:spMkLst>
            <pc:docMk/>
            <pc:sldMk cId="370220312" sldId="313"/>
            <ac:spMk id="3" creationId="{09BE7C0C-CC88-4D88-9549-59944F8B4471}"/>
          </ac:spMkLst>
        </pc:spChg>
        <pc:spChg chg="add del mod">
          <ac:chgData name="chao liu" userId="40a037e14511812f" providerId="LiveId" clId="{70C358E7-EFBA-4121-BAE6-CBCC10236419}" dt="2023-12-01T04:18:45.918" v="10076" actId="478"/>
          <ac:spMkLst>
            <pc:docMk/>
            <pc:sldMk cId="370220312" sldId="313"/>
            <ac:spMk id="8" creationId="{F031FA72-9683-44C5-B9BC-583AAEBF1D9F}"/>
          </ac:spMkLst>
        </pc:spChg>
        <pc:spChg chg="add mod">
          <ac:chgData name="chao liu" userId="40a037e14511812f" providerId="LiveId" clId="{70C358E7-EFBA-4121-BAE6-CBCC10236419}" dt="2023-11-30T18:39:28.042" v="9763" actId="20577"/>
          <ac:spMkLst>
            <pc:docMk/>
            <pc:sldMk cId="370220312" sldId="313"/>
            <ac:spMk id="9" creationId="{3E8BB9B5-830D-4AF6-BDCC-4D81F68D6E4F}"/>
          </ac:spMkLst>
        </pc:spChg>
        <pc:spChg chg="add del mod">
          <ac:chgData name="chao liu" userId="40a037e14511812f" providerId="LiveId" clId="{70C358E7-EFBA-4121-BAE6-CBCC10236419}" dt="2023-11-30T18:39:09.839" v="9748" actId="478"/>
          <ac:spMkLst>
            <pc:docMk/>
            <pc:sldMk cId="370220312" sldId="313"/>
            <ac:spMk id="11" creationId="{C134DBC2-1B36-4516-BAE3-6F508D914DC1}"/>
          </ac:spMkLst>
        </pc:spChg>
        <pc:picChg chg="add mod">
          <ac:chgData name="chao liu" userId="40a037e14511812f" providerId="LiveId" clId="{70C358E7-EFBA-4121-BAE6-CBCC10236419}" dt="2023-11-30T11:47:29.059" v="6157" actId="1076"/>
          <ac:picMkLst>
            <pc:docMk/>
            <pc:sldMk cId="370220312" sldId="313"/>
            <ac:picMk id="5" creationId="{7E34DD11-A282-4922-B063-C233089D9445}"/>
          </ac:picMkLst>
        </pc:picChg>
        <pc:picChg chg="add mod">
          <ac:chgData name="chao liu" userId="40a037e14511812f" providerId="LiveId" clId="{70C358E7-EFBA-4121-BAE6-CBCC10236419}" dt="2023-12-01T04:16:44.782" v="9971" actId="1076"/>
          <ac:picMkLst>
            <pc:docMk/>
            <pc:sldMk cId="370220312" sldId="313"/>
            <ac:picMk id="7" creationId="{57D6C193-9A00-4CB2-A6A8-9672DF87E304}"/>
          </ac:picMkLst>
        </pc:picChg>
      </pc:sldChg>
      <pc:sldChg chg="addSp delSp modSp new mod">
        <pc:chgData name="chao liu" userId="40a037e14511812f" providerId="LiveId" clId="{70C358E7-EFBA-4121-BAE6-CBCC10236419}" dt="2023-11-30T18:40:30.552" v="9794" actId="20577"/>
        <pc:sldMkLst>
          <pc:docMk/>
          <pc:sldMk cId="2096159026" sldId="314"/>
        </pc:sldMkLst>
        <pc:spChg chg="mod">
          <ac:chgData name="chao liu" userId="40a037e14511812f" providerId="LiveId" clId="{70C358E7-EFBA-4121-BAE6-CBCC10236419}" dt="2023-11-30T11:46:52.568" v="6148"/>
          <ac:spMkLst>
            <pc:docMk/>
            <pc:sldMk cId="2096159026" sldId="314"/>
            <ac:spMk id="2" creationId="{AB1AEC6D-7636-4C54-8614-8C225D529797}"/>
          </ac:spMkLst>
        </pc:spChg>
        <pc:spChg chg="del">
          <ac:chgData name="chao liu" userId="40a037e14511812f" providerId="LiveId" clId="{70C358E7-EFBA-4121-BAE6-CBCC10236419}" dt="2023-11-30T11:46:48.012" v="6147" actId="22"/>
          <ac:spMkLst>
            <pc:docMk/>
            <pc:sldMk cId="2096159026" sldId="314"/>
            <ac:spMk id="3" creationId="{FE9AEA77-FC31-4342-8C65-737D1A367A4F}"/>
          </ac:spMkLst>
        </pc:spChg>
        <pc:spChg chg="add mod">
          <ac:chgData name="chao liu" userId="40a037e14511812f" providerId="LiveId" clId="{70C358E7-EFBA-4121-BAE6-CBCC10236419}" dt="2023-11-30T18:40:30.552" v="9794" actId="20577"/>
          <ac:spMkLst>
            <pc:docMk/>
            <pc:sldMk cId="2096159026" sldId="314"/>
            <ac:spMk id="6" creationId="{53E302B5-0A75-4525-8E03-75A50CB8CD5B}"/>
          </ac:spMkLst>
        </pc:spChg>
        <pc:picChg chg="add mod ord">
          <ac:chgData name="chao liu" userId="40a037e14511812f" providerId="LiveId" clId="{70C358E7-EFBA-4121-BAE6-CBCC10236419}" dt="2023-11-30T11:46:48.012" v="6147" actId="22"/>
          <ac:picMkLst>
            <pc:docMk/>
            <pc:sldMk cId="2096159026" sldId="314"/>
            <ac:picMk id="5" creationId="{5018016B-6B9D-44F6-B157-A4DC56D4ED9B}"/>
          </ac:picMkLst>
        </pc:picChg>
      </pc:sldChg>
      <pc:sldChg chg="addSp delSp modSp new mod">
        <pc:chgData name="chao liu" userId="40a037e14511812f" providerId="LiveId" clId="{70C358E7-EFBA-4121-BAE6-CBCC10236419}" dt="2023-11-30T18:40:23.904" v="9785"/>
        <pc:sldMkLst>
          <pc:docMk/>
          <pc:sldMk cId="2273763966" sldId="315"/>
        </pc:sldMkLst>
        <pc:spChg chg="mod">
          <ac:chgData name="chao liu" userId="40a037e14511812f" providerId="LiveId" clId="{70C358E7-EFBA-4121-BAE6-CBCC10236419}" dt="2023-11-30T11:46:56.548" v="6150"/>
          <ac:spMkLst>
            <pc:docMk/>
            <pc:sldMk cId="2273763966" sldId="315"/>
            <ac:spMk id="2" creationId="{DDC72FB1-E68F-493A-9984-A5FFAF04F9A7}"/>
          </ac:spMkLst>
        </pc:spChg>
        <pc:spChg chg="del">
          <ac:chgData name="chao liu" userId="40a037e14511812f" providerId="LiveId" clId="{70C358E7-EFBA-4121-BAE6-CBCC10236419}" dt="2023-11-30T18:39:56.220" v="9784" actId="478"/>
          <ac:spMkLst>
            <pc:docMk/>
            <pc:sldMk cId="2273763966" sldId="315"/>
            <ac:spMk id="3" creationId="{197873A2-0A07-4029-B0C7-F248558B0187}"/>
          </ac:spMkLst>
        </pc:spChg>
        <pc:spChg chg="add mod">
          <ac:chgData name="chao liu" userId="40a037e14511812f" providerId="LiveId" clId="{70C358E7-EFBA-4121-BAE6-CBCC10236419}" dt="2023-11-30T18:40:23.904" v="9785"/>
          <ac:spMkLst>
            <pc:docMk/>
            <pc:sldMk cId="2273763966" sldId="315"/>
            <ac:spMk id="6" creationId="{9BEAC02C-3938-463F-8E88-5F379D3123D8}"/>
          </ac:spMkLst>
        </pc:spChg>
        <pc:picChg chg="add">
          <ac:chgData name="chao liu" userId="40a037e14511812f" providerId="LiveId" clId="{70C358E7-EFBA-4121-BAE6-CBCC10236419}" dt="2023-11-30T11:47:01.340" v="6151" actId="22"/>
          <ac:picMkLst>
            <pc:docMk/>
            <pc:sldMk cId="2273763966" sldId="315"/>
            <ac:picMk id="5" creationId="{D2A6C6E4-3DB2-49AF-AC17-2F13A9AE3142}"/>
          </ac:picMkLst>
        </pc:picChg>
      </pc:sldChg>
      <pc:sldChg chg="addSp delSp modSp add mod">
        <pc:chgData name="chao liu" userId="40a037e14511812f" providerId="LiveId" clId="{70C358E7-EFBA-4121-BAE6-CBCC10236419}" dt="2023-11-30T18:43:24.456" v="9902"/>
        <pc:sldMkLst>
          <pc:docMk/>
          <pc:sldMk cId="1658065439" sldId="316"/>
        </pc:sldMkLst>
        <pc:spChg chg="mod">
          <ac:chgData name="chao liu" userId="40a037e14511812f" providerId="LiveId" clId="{70C358E7-EFBA-4121-BAE6-CBCC10236419}" dt="2023-11-30T18:43:24.456" v="9902"/>
          <ac:spMkLst>
            <pc:docMk/>
            <pc:sldMk cId="1658065439" sldId="316"/>
            <ac:spMk id="2" creationId="{DDC72FB1-E68F-493A-9984-A5FFAF04F9A7}"/>
          </ac:spMkLst>
        </pc:spChg>
        <pc:spChg chg="del">
          <ac:chgData name="chao liu" userId="40a037e14511812f" providerId="LiveId" clId="{70C358E7-EFBA-4121-BAE6-CBCC10236419}" dt="2023-11-30T11:51:21.919" v="6286" actId="478"/>
          <ac:spMkLst>
            <pc:docMk/>
            <pc:sldMk cId="1658065439" sldId="316"/>
            <ac:spMk id="3" creationId="{197873A2-0A07-4029-B0C7-F248558B0187}"/>
          </ac:spMkLst>
        </pc:spChg>
        <pc:spChg chg="add mod">
          <ac:chgData name="chao liu" userId="40a037e14511812f" providerId="LiveId" clId="{70C358E7-EFBA-4121-BAE6-CBCC10236419}" dt="2023-11-30T18:41:13.419" v="9813" actId="20577"/>
          <ac:spMkLst>
            <pc:docMk/>
            <pc:sldMk cId="1658065439" sldId="316"/>
            <ac:spMk id="8" creationId="{CD0FDC8C-25FD-4A44-A470-14A8A848D350}"/>
          </ac:spMkLst>
        </pc:spChg>
        <pc:picChg chg="del">
          <ac:chgData name="chao liu" userId="40a037e14511812f" providerId="LiveId" clId="{70C358E7-EFBA-4121-BAE6-CBCC10236419}" dt="2023-11-30T11:51:10.568" v="6282" actId="478"/>
          <ac:picMkLst>
            <pc:docMk/>
            <pc:sldMk cId="1658065439" sldId="316"/>
            <ac:picMk id="5" creationId="{D2A6C6E4-3DB2-49AF-AC17-2F13A9AE3142}"/>
          </ac:picMkLst>
        </pc:picChg>
        <pc:picChg chg="add mod">
          <ac:chgData name="chao liu" userId="40a037e14511812f" providerId="LiveId" clId="{70C358E7-EFBA-4121-BAE6-CBCC10236419}" dt="2023-11-30T18:41:05.890" v="9797" actId="1076"/>
          <ac:picMkLst>
            <pc:docMk/>
            <pc:sldMk cId="1658065439" sldId="316"/>
            <ac:picMk id="6" creationId="{37638E9C-CC20-4C7E-BCE0-FCEB4881DBC3}"/>
          </ac:picMkLst>
        </pc:picChg>
        <pc:picChg chg="add mod">
          <ac:chgData name="chao liu" userId="40a037e14511812f" providerId="LiveId" clId="{70C358E7-EFBA-4121-BAE6-CBCC10236419}" dt="2023-11-30T18:38:41.291" v="9745" actId="571"/>
          <ac:picMkLst>
            <pc:docMk/>
            <pc:sldMk cId="1658065439" sldId="316"/>
            <ac:picMk id="7" creationId="{0773F454-1A84-4CF9-B113-5854ADEA17EE}"/>
          </ac:picMkLst>
        </pc:picChg>
      </pc:sldChg>
      <pc:sldChg chg="addSp delSp modSp new mod">
        <pc:chgData name="chao liu" userId="40a037e14511812f" providerId="LiveId" clId="{70C358E7-EFBA-4121-BAE6-CBCC10236419}" dt="2023-11-30T18:43:22.530" v="9901"/>
        <pc:sldMkLst>
          <pc:docMk/>
          <pc:sldMk cId="458662526" sldId="317"/>
        </pc:sldMkLst>
        <pc:spChg chg="mod">
          <ac:chgData name="chao liu" userId="40a037e14511812f" providerId="LiveId" clId="{70C358E7-EFBA-4121-BAE6-CBCC10236419}" dt="2023-11-30T18:43:22.530" v="9901"/>
          <ac:spMkLst>
            <pc:docMk/>
            <pc:sldMk cId="458662526" sldId="317"/>
            <ac:spMk id="2" creationId="{264D7077-0F3A-440A-97E3-6EF58F940E69}"/>
          </ac:spMkLst>
        </pc:spChg>
        <pc:spChg chg="del">
          <ac:chgData name="chao liu" userId="40a037e14511812f" providerId="LiveId" clId="{70C358E7-EFBA-4121-BAE6-CBCC10236419}" dt="2023-11-30T12:11:00.035" v="6290" actId="22"/>
          <ac:spMkLst>
            <pc:docMk/>
            <pc:sldMk cId="458662526" sldId="317"/>
            <ac:spMk id="3" creationId="{EF67DA78-3534-4AD1-A1A1-F1D85BBA279F}"/>
          </ac:spMkLst>
        </pc:spChg>
        <pc:spChg chg="add mod">
          <ac:chgData name="chao liu" userId="40a037e14511812f" providerId="LiveId" clId="{70C358E7-EFBA-4121-BAE6-CBCC10236419}" dt="2023-11-30T18:41:22.108" v="9815" actId="1076"/>
          <ac:spMkLst>
            <pc:docMk/>
            <pc:sldMk cId="458662526" sldId="317"/>
            <ac:spMk id="6" creationId="{357FF012-BB35-4304-A5FF-72292E1B914C}"/>
          </ac:spMkLst>
        </pc:spChg>
        <pc:spChg chg="add mod">
          <ac:chgData name="chao liu" userId="40a037e14511812f" providerId="LiveId" clId="{70C358E7-EFBA-4121-BAE6-CBCC10236419}" dt="2023-11-30T18:41:45.379" v="9830" actId="20577"/>
          <ac:spMkLst>
            <pc:docMk/>
            <pc:sldMk cId="458662526" sldId="317"/>
            <ac:spMk id="7" creationId="{EE1FE932-9C4D-4DD5-A077-4FD9D3A00075}"/>
          </ac:spMkLst>
        </pc:spChg>
        <pc:picChg chg="add mod ord">
          <ac:chgData name="chao liu" userId="40a037e14511812f" providerId="LiveId" clId="{70C358E7-EFBA-4121-BAE6-CBCC10236419}" dt="2023-11-30T18:41:19.039" v="9814" actId="1076"/>
          <ac:picMkLst>
            <pc:docMk/>
            <pc:sldMk cId="458662526" sldId="317"/>
            <ac:picMk id="5" creationId="{55AAFAF4-9B0C-48D1-9D19-904809BA64D0}"/>
          </ac:picMkLst>
        </pc:picChg>
      </pc:sldChg>
      <pc:sldChg chg="addSp delSp modSp new mod">
        <pc:chgData name="chao liu" userId="40a037e14511812f" providerId="LiveId" clId="{70C358E7-EFBA-4121-BAE6-CBCC10236419}" dt="2023-11-30T18:43:20.369" v="9900"/>
        <pc:sldMkLst>
          <pc:docMk/>
          <pc:sldMk cId="3445500584" sldId="318"/>
        </pc:sldMkLst>
        <pc:spChg chg="mod">
          <ac:chgData name="chao liu" userId="40a037e14511812f" providerId="LiveId" clId="{70C358E7-EFBA-4121-BAE6-CBCC10236419}" dt="2023-11-30T18:43:20.369" v="9900"/>
          <ac:spMkLst>
            <pc:docMk/>
            <pc:sldMk cId="3445500584" sldId="318"/>
            <ac:spMk id="2" creationId="{921ACBDF-5097-4B3C-9BFA-36027355F686}"/>
          </ac:spMkLst>
        </pc:spChg>
        <pc:spChg chg="del">
          <ac:chgData name="chao liu" userId="40a037e14511812f" providerId="LiveId" clId="{70C358E7-EFBA-4121-BAE6-CBCC10236419}" dt="2023-11-30T12:15:34.073" v="6588" actId="22"/>
          <ac:spMkLst>
            <pc:docMk/>
            <pc:sldMk cId="3445500584" sldId="318"/>
            <ac:spMk id="3" creationId="{59B2A71A-0B62-43BC-AF16-221349E0CBC5}"/>
          </ac:spMkLst>
        </pc:spChg>
        <pc:spChg chg="add mod">
          <ac:chgData name="chao liu" userId="40a037e14511812f" providerId="LiveId" clId="{70C358E7-EFBA-4121-BAE6-CBCC10236419}" dt="2023-11-30T18:42:33.154" v="9872" actId="20577"/>
          <ac:spMkLst>
            <pc:docMk/>
            <pc:sldMk cId="3445500584" sldId="318"/>
            <ac:spMk id="6" creationId="{80D15234-4D40-49BE-BA0D-5CDB090FF2E5}"/>
          </ac:spMkLst>
        </pc:spChg>
        <pc:picChg chg="add mod ord">
          <ac:chgData name="chao liu" userId="40a037e14511812f" providerId="LiveId" clId="{70C358E7-EFBA-4121-BAE6-CBCC10236419}" dt="2023-11-30T18:41:56.261" v="9834" actId="1076"/>
          <ac:picMkLst>
            <pc:docMk/>
            <pc:sldMk cId="3445500584" sldId="318"/>
            <ac:picMk id="5" creationId="{0C80A8BD-06E2-4C05-8794-692ED0579EBE}"/>
          </ac:picMkLst>
        </pc:picChg>
      </pc:sldChg>
      <pc:sldChg chg="addSp delSp modSp new mod">
        <pc:chgData name="chao liu" userId="40a037e14511812f" providerId="LiveId" clId="{70C358E7-EFBA-4121-BAE6-CBCC10236419}" dt="2023-11-30T18:42:52.139" v="9898" actId="20577"/>
        <pc:sldMkLst>
          <pc:docMk/>
          <pc:sldMk cId="145770270" sldId="319"/>
        </pc:sldMkLst>
        <pc:spChg chg="mod">
          <ac:chgData name="chao liu" userId="40a037e14511812f" providerId="LiveId" clId="{70C358E7-EFBA-4121-BAE6-CBCC10236419}" dt="2023-11-30T12:16:45.272" v="6606" actId="20577"/>
          <ac:spMkLst>
            <pc:docMk/>
            <pc:sldMk cId="145770270" sldId="319"/>
            <ac:spMk id="2" creationId="{71671B00-D2C2-4D06-8325-D04E20E15EBC}"/>
          </ac:spMkLst>
        </pc:spChg>
        <pc:spChg chg="del">
          <ac:chgData name="chao liu" userId="40a037e14511812f" providerId="LiveId" clId="{70C358E7-EFBA-4121-BAE6-CBCC10236419}" dt="2023-11-30T12:16:39.990" v="6599" actId="22"/>
          <ac:spMkLst>
            <pc:docMk/>
            <pc:sldMk cId="145770270" sldId="319"/>
            <ac:spMk id="3" creationId="{64843593-3100-4621-983E-F8833D6BC683}"/>
          </ac:spMkLst>
        </pc:spChg>
        <pc:spChg chg="add mod">
          <ac:chgData name="chao liu" userId="40a037e14511812f" providerId="LiveId" clId="{70C358E7-EFBA-4121-BAE6-CBCC10236419}" dt="2023-11-30T18:42:52.139" v="9898" actId="20577"/>
          <ac:spMkLst>
            <pc:docMk/>
            <pc:sldMk cId="145770270" sldId="319"/>
            <ac:spMk id="6" creationId="{02FE2365-B054-4680-8C25-908607D6C4BA}"/>
          </ac:spMkLst>
        </pc:spChg>
        <pc:picChg chg="add mod ord">
          <ac:chgData name="chao liu" userId="40a037e14511812f" providerId="LiveId" clId="{70C358E7-EFBA-4121-BAE6-CBCC10236419}" dt="2023-11-30T12:16:39.990" v="6599" actId="22"/>
          <ac:picMkLst>
            <pc:docMk/>
            <pc:sldMk cId="145770270" sldId="319"/>
            <ac:picMk id="5" creationId="{99E9172A-6AB8-4E50-9004-4E6A318C1E70}"/>
          </ac:picMkLst>
        </pc:picChg>
      </pc:sldChg>
      <pc:sldChg chg="addSp delSp modSp add mod">
        <pc:chgData name="chao liu" userId="40a037e14511812f" providerId="LiveId" clId="{70C358E7-EFBA-4121-BAE6-CBCC10236419}" dt="2023-11-30T17:45:14.609" v="7726" actId="2711"/>
        <pc:sldMkLst>
          <pc:docMk/>
          <pc:sldMk cId="3733618213" sldId="320"/>
        </pc:sldMkLst>
        <pc:spChg chg="mod">
          <ac:chgData name="chao liu" userId="40a037e14511812f" providerId="LiveId" clId="{70C358E7-EFBA-4121-BAE6-CBCC10236419}" dt="2023-11-30T17:45:14.609" v="7726" actId="2711"/>
          <ac:spMkLst>
            <pc:docMk/>
            <pc:sldMk cId="3733618213" sldId="320"/>
            <ac:spMk id="4" creationId="{50831B9D-856B-4AF9-9970-11F2584580B2}"/>
          </ac:spMkLst>
        </pc:spChg>
        <pc:spChg chg="mod">
          <ac:chgData name="chao liu" userId="40a037e14511812f" providerId="LiveId" clId="{70C358E7-EFBA-4121-BAE6-CBCC10236419}" dt="2023-11-30T15:37:07.999" v="6712" actId="207"/>
          <ac:spMkLst>
            <pc:docMk/>
            <pc:sldMk cId="3733618213" sldId="320"/>
            <ac:spMk id="5" creationId="{A36F78FA-9A69-454E-8EE9-5B53C91A6EC6}"/>
          </ac:spMkLst>
        </pc:spChg>
        <pc:spChg chg="del mod">
          <ac:chgData name="chao liu" userId="40a037e14511812f" providerId="LiveId" clId="{70C358E7-EFBA-4121-BAE6-CBCC10236419}" dt="2023-11-30T15:37:51.289" v="6741" actId="478"/>
          <ac:spMkLst>
            <pc:docMk/>
            <pc:sldMk cId="3733618213" sldId="320"/>
            <ac:spMk id="6" creationId="{821A367F-9A2A-4B65-AE09-4879DC34B5E1}"/>
          </ac:spMkLst>
        </pc:spChg>
        <pc:spChg chg="add mod">
          <ac:chgData name="chao liu" userId="40a037e14511812f" providerId="LiveId" clId="{70C358E7-EFBA-4121-BAE6-CBCC10236419}" dt="2023-11-30T15:37:43.302" v="6740" actId="20577"/>
          <ac:spMkLst>
            <pc:docMk/>
            <pc:sldMk cId="3733618213" sldId="320"/>
            <ac:spMk id="7" creationId="{26737254-14A6-43CF-ACC4-DAF3F359EBDF}"/>
          </ac:spMkLst>
        </pc:spChg>
      </pc:sldChg>
      <pc:sldChg chg="addSp delSp modSp add mod">
        <pc:chgData name="chao liu" userId="40a037e14511812f" providerId="LiveId" clId="{70C358E7-EFBA-4121-BAE6-CBCC10236419}" dt="2023-11-30T17:45:22.785" v="7728" actId="108"/>
        <pc:sldMkLst>
          <pc:docMk/>
          <pc:sldMk cId="3562860322" sldId="321"/>
        </pc:sldMkLst>
        <pc:spChg chg="mod">
          <ac:chgData name="chao liu" userId="40a037e14511812f" providerId="LiveId" clId="{70C358E7-EFBA-4121-BAE6-CBCC10236419}" dt="2023-11-30T17:45:22.785" v="7728" actId="108"/>
          <ac:spMkLst>
            <pc:docMk/>
            <pc:sldMk cId="3562860322" sldId="321"/>
            <ac:spMk id="4" creationId="{50831B9D-856B-4AF9-9970-11F2584580B2}"/>
          </ac:spMkLst>
        </pc:spChg>
        <pc:spChg chg="mod">
          <ac:chgData name="chao liu" userId="40a037e14511812f" providerId="LiveId" clId="{70C358E7-EFBA-4121-BAE6-CBCC10236419}" dt="2023-11-30T15:43:38.469" v="7006" actId="207"/>
          <ac:spMkLst>
            <pc:docMk/>
            <pc:sldMk cId="3562860322" sldId="321"/>
            <ac:spMk id="5" creationId="{A36F78FA-9A69-454E-8EE9-5B53C91A6EC6}"/>
          </ac:spMkLst>
        </pc:spChg>
        <pc:spChg chg="del">
          <ac:chgData name="chao liu" userId="40a037e14511812f" providerId="LiveId" clId="{70C358E7-EFBA-4121-BAE6-CBCC10236419}" dt="2023-11-30T15:42:22.881" v="6930" actId="478"/>
          <ac:spMkLst>
            <pc:docMk/>
            <pc:sldMk cId="3562860322" sldId="321"/>
            <ac:spMk id="6" creationId="{821A367F-9A2A-4B65-AE09-4879DC34B5E1}"/>
          </ac:spMkLst>
        </pc:spChg>
        <pc:spChg chg="add mod">
          <ac:chgData name="chao liu" userId="40a037e14511812f" providerId="LiveId" clId="{70C358E7-EFBA-4121-BAE6-CBCC10236419}" dt="2023-11-30T15:44:37.489" v="7033" actId="20577"/>
          <ac:spMkLst>
            <pc:docMk/>
            <pc:sldMk cId="3562860322" sldId="321"/>
            <ac:spMk id="7" creationId="{F05A52A4-8E1A-43B9-86F7-4D34F81B536D}"/>
          </ac:spMkLst>
        </pc:spChg>
        <pc:spChg chg="add mod">
          <ac:chgData name="chao liu" userId="40a037e14511812f" providerId="LiveId" clId="{70C358E7-EFBA-4121-BAE6-CBCC10236419}" dt="2023-11-30T15:42:31.470" v="6933" actId="571"/>
          <ac:spMkLst>
            <pc:docMk/>
            <pc:sldMk cId="3562860322" sldId="321"/>
            <ac:spMk id="8" creationId="{1B6425D7-F69D-4AF1-A847-B83DC1E29FA2}"/>
          </ac:spMkLst>
        </pc:spChg>
        <pc:spChg chg="add mod">
          <ac:chgData name="chao liu" userId="40a037e14511812f" providerId="LiveId" clId="{70C358E7-EFBA-4121-BAE6-CBCC10236419}" dt="2023-11-30T15:43:27.114" v="7005" actId="571"/>
          <ac:spMkLst>
            <pc:docMk/>
            <pc:sldMk cId="3562860322" sldId="321"/>
            <ac:spMk id="9" creationId="{B4D17D07-EC5B-4E30-BB17-6276101591F2}"/>
          </ac:spMkLst>
        </pc:spChg>
      </pc:sldChg>
      <pc:sldChg chg="addSp delSp modSp add mod">
        <pc:chgData name="chao liu" userId="40a037e14511812f" providerId="LiveId" clId="{70C358E7-EFBA-4121-BAE6-CBCC10236419}" dt="2023-11-30T15:42:01.406" v="6927" actId="20577"/>
        <pc:sldMkLst>
          <pc:docMk/>
          <pc:sldMk cId="2641657135" sldId="322"/>
        </pc:sldMkLst>
        <pc:spChg chg="mod">
          <ac:chgData name="chao liu" userId="40a037e14511812f" providerId="LiveId" clId="{70C358E7-EFBA-4121-BAE6-CBCC10236419}" dt="2023-11-30T15:38:14.630" v="6744" actId="207"/>
          <ac:spMkLst>
            <pc:docMk/>
            <pc:sldMk cId="2641657135" sldId="322"/>
            <ac:spMk id="5" creationId="{A36F78FA-9A69-454E-8EE9-5B53C91A6EC6}"/>
          </ac:spMkLst>
        </pc:spChg>
        <pc:spChg chg="add mod">
          <ac:chgData name="chao liu" userId="40a037e14511812f" providerId="LiveId" clId="{70C358E7-EFBA-4121-BAE6-CBCC10236419}" dt="2023-11-30T15:42:01.406" v="6927" actId="20577"/>
          <ac:spMkLst>
            <pc:docMk/>
            <pc:sldMk cId="2641657135" sldId="322"/>
            <ac:spMk id="6" creationId="{D9F70EF8-AB49-477D-BCDB-A09F81A01E9A}"/>
          </ac:spMkLst>
        </pc:spChg>
        <pc:spChg chg="del">
          <ac:chgData name="chao liu" userId="40a037e14511812f" providerId="LiveId" clId="{70C358E7-EFBA-4121-BAE6-CBCC10236419}" dt="2023-11-30T15:38:21.002" v="6746" actId="478"/>
          <ac:spMkLst>
            <pc:docMk/>
            <pc:sldMk cId="2641657135" sldId="322"/>
            <ac:spMk id="7" creationId="{26737254-14A6-43CF-ACC4-DAF3F359EBDF}"/>
          </ac:spMkLst>
        </pc:spChg>
        <pc:spChg chg="add mod">
          <ac:chgData name="chao liu" userId="40a037e14511812f" providerId="LiveId" clId="{70C358E7-EFBA-4121-BAE6-CBCC10236419}" dt="2023-11-30T15:38:48.310" v="6762" actId="571"/>
          <ac:spMkLst>
            <pc:docMk/>
            <pc:sldMk cId="2641657135" sldId="322"/>
            <ac:spMk id="8" creationId="{4753D15F-C41A-4A2A-B9CB-44C224765088}"/>
          </ac:spMkLst>
        </pc:spChg>
      </pc:sldChg>
      <pc:sldChg chg="modSp add mod">
        <pc:chgData name="chao liu" userId="40a037e14511812f" providerId="LiveId" clId="{70C358E7-EFBA-4121-BAE6-CBCC10236419}" dt="2023-11-30T17:45:21.394" v="7727" actId="108"/>
        <pc:sldMkLst>
          <pc:docMk/>
          <pc:sldMk cId="2485568531" sldId="323"/>
        </pc:sldMkLst>
        <pc:spChg chg="mod">
          <ac:chgData name="chao liu" userId="40a037e14511812f" providerId="LiveId" clId="{70C358E7-EFBA-4121-BAE6-CBCC10236419}" dt="2023-11-30T17:45:21.394" v="7727" actId="108"/>
          <ac:spMkLst>
            <pc:docMk/>
            <pc:sldMk cId="2485568531" sldId="323"/>
            <ac:spMk id="4" creationId="{50831B9D-856B-4AF9-9970-11F2584580B2}"/>
          </ac:spMkLst>
        </pc:spChg>
        <pc:spChg chg="mod">
          <ac:chgData name="chao liu" userId="40a037e14511812f" providerId="LiveId" clId="{70C358E7-EFBA-4121-BAE6-CBCC10236419}" dt="2023-11-30T15:41:15.394" v="6907" actId="207"/>
          <ac:spMkLst>
            <pc:docMk/>
            <pc:sldMk cId="2485568531" sldId="323"/>
            <ac:spMk id="5" creationId="{A36F78FA-9A69-454E-8EE9-5B53C91A6EC6}"/>
          </ac:spMkLst>
        </pc:spChg>
        <pc:spChg chg="mod">
          <ac:chgData name="chao liu" userId="40a037e14511812f" providerId="LiveId" clId="{70C358E7-EFBA-4121-BAE6-CBCC10236419}" dt="2023-11-30T15:42:03.688" v="6928" actId="20577"/>
          <ac:spMkLst>
            <pc:docMk/>
            <pc:sldMk cId="2485568531" sldId="323"/>
            <ac:spMk id="6" creationId="{D9F70EF8-AB49-477D-BCDB-A09F81A01E9A}"/>
          </ac:spMkLst>
        </pc:spChg>
      </pc:sldChg>
      <pc:sldChg chg="addSp delSp modSp add mod">
        <pc:chgData name="chao liu" userId="40a037e14511812f" providerId="LiveId" clId="{70C358E7-EFBA-4121-BAE6-CBCC10236419}" dt="2023-11-30T17:45:24.424" v="7729" actId="108"/>
        <pc:sldMkLst>
          <pc:docMk/>
          <pc:sldMk cId="2730112318" sldId="324"/>
        </pc:sldMkLst>
        <pc:spChg chg="mod">
          <ac:chgData name="chao liu" userId="40a037e14511812f" providerId="LiveId" clId="{70C358E7-EFBA-4121-BAE6-CBCC10236419}" dt="2023-11-30T17:45:24.424" v="7729" actId="108"/>
          <ac:spMkLst>
            <pc:docMk/>
            <pc:sldMk cId="2730112318" sldId="324"/>
            <ac:spMk id="4" creationId="{50831B9D-856B-4AF9-9970-11F2584580B2}"/>
          </ac:spMkLst>
        </pc:spChg>
        <pc:spChg chg="mod">
          <ac:chgData name="chao liu" userId="40a037e14511812f" providerId="LiveId" clId="{70C358E7-EFBA-4121-BAE6-CBCC10236419}" dt="2023-11-30T15:43:51.156" v="7009" actId="207"/>
          <ac:spMkLst>
            <pc:docMk/>
            <pc:sldMk cId="2730112318" sldId="324"/>
            <ac:spMk id="5" creationId="{A36F78FA-9A69-454E-8EE9-5B53C91A6EC6}"/>
          </ac:spMkLst>
        </pc:spChg>
        <pc:spChg chg="add mod">
          <ac:chgData name="chao liu" userId="40a037e14511812f" providerId="LiveId" clId="{70C358E7-EFBA-4121-BAE6-CBCC10236419}" dt="2023-11-30T15:45:55.787" v="7064" actId="20577"/>
          <ac:spMkLst>
            <pc:docMk/>
            <pc:sldMk cId="2730112318" sldId="324"/>
            <ac:spMk id="6" creationId="{7933CF8C-2364-47D3-806C-EFAC9C915F8F}"/>
          </ac:spMkLst>
        </pc:spChg>
        <pc:spChg chg="del">
          <ac:chgData name="chao liu" userId="40a037e14511812f" providerId="LiveId" clId="{70C358E7-EFBA-4121-BAE6-CBCC10236419}" dt="2023-11-30T15:43:56.071" v="7011" actId="478"/>
          <ac:spMkLst>
            <pc:docMk/>
            <pc:sldMk cId="2730112318" sldId="324"/>
            <ac:spMk id="7" creationId="{F05A52A4-8E1A-43B9-86F7-4D34F81B536D}"/>
          </ac:spMkLst>
        </pc:spChg>
        <pc:spChg chg="add mod">
          <ac:chgData name="chao liu" userId="40a037e14511812f" providerId="LiveId" clId="{70C358E7-EFBA-4121-BAE6-CBCC10236419}" dt="2023-11-30T15:44:40.533" v="7034"/>
          <ac:spMkLst>
            <pc:docMk/>
            <pc:sldMk cId="2730112318" sldId="324"/>
            <ac:spMk id="8" creationId="{FC082D66-8187-422C-B824-FA6E43D17531}"/>
          </ac:spMkLst>
        </pc:spChg>
        <pc:cxnChg chg="add mod">
          <ac:chgData name="chao liu" userId="40a037e14511812f" providerId="LiveId" clId="{70C358E7-EFBA-4121-BAE6-CBCC10236419}" dt="2023-11-30T15:46:50.698" v="7080" actId="14861"/>
          <ac:cxnSpMkLst>
            <pc:docMk/>
            <pc:sldMk cId="2730112318" sldId="324"/>
            <ac:cxnSpMk id="9" creationId="{EE3C8E12-A966-4B00-AEDB-26D9009322AE}"/>
          </ac:cxnSpMkLst>
        </pc:cxnChg>
      </pc:sldChg>
      <pc:sldChg chg="delSp modSp add del mod">
        <pc:chgData name="chao liu" userId="40a037e14511812f" providerId="LiveId" clId="{70C358E7-EFBA-4121-BAE6-CBCC10236419}" dt="2023-11-30T17:45:27.400" v="7731" actId="108"/>
        <pc:sldMkLst>
          <pc:docMk/>
          <pc:sldMk cId="3983414064" sldId="325"/>
        </pc:sldMkLst>
        <pc:spChg chg="mod">
          <ac:chgData name="chao liu" userId="40a037e14511812f" providerId="LiveId" clId="{70C358E7-EFBA-4121-BAE6-CBCC10236419}" dt="2023-11-30T17:45:27.400" v="7731" actId="108"/>
          <ac:spMkLst>
            <pc:docMk/>
            <pc:sldMk cId="3983414064" sldId="325"/>
            <ac:spMk id="4" creationId="{50831B9D-856B-4AF9-9970-11F2584580B2}"/>
          </ac:spMkLst>
        </pc:spChg>
        <pc:spChg chg="mod">
          <ac:chgData name="chao liu" userId="40a037e14511812f" providerId="LiveId" clId="{70C358E7-EFBA-4121-BAE6-CBCC10236419}" dt="2023-11-30T15:58:21.923" v="7353" actId="207"/>
          <ac:spMkLst>
            <pc:docMk/>
            <pc:sldMk cId="3983414064" sldId="325"/>
            <ac:spMk id="5" creationId="{A36F78FA-9A69-454E-8EE9-5B53C91A6EC6}"/>
          </ac:spMkLst>
        </pc:spChg>
        <pc:spChg chg="del">
          <ac:chgData name="chao liu" userId="40a037e14511812f" providerId="LiveId" clId="{70C358E7-EFBA-4121-BAE6-CBCC10236419}" dt="2023-11-30T15:58:16.228" v="7352" actId="478"/>
          <ac:spMkLst>
            <pc:docMk/>
            <pc:sldMk cId="3983414064" sldId="325"/>
            <ac:spMk id="6" creationId="{821A367F-9A2A-4B65-AE09-4879DC34B5E1}"/>
          </ac:spMkLst>
        </pc:spChg>
      </pc:sldChg>
      <pc:sldChg chg="addSp delSp modSp add mod">
        <pc:chgData name="chao liu" userId="40a037e14511812f" providerId="LiveId" clId="{70C358E7-EFBA-4121-BAE6-CBCC10236419}" dt="2023-11-30T17:47:34.966" v="7746" actId="14100"/>
        <pc:sldMkLst>
          <pc:docMk/>
          <pc:sldMk cId="2677298762" sldId="326"/>
        </pc:sldMkLst>
        <pc:spChg chg="del">
          <ac:chgData name="chao liu" userId="40a037e14511812f" providerId="LiveId" clId="{70C358E7-EFBA-4121-BAE6-CBCC10236419}" dt="2023-11-30T16:04:33.259" v="7389" actId="478"/>
          <ac:spMkLst>
            <pc:docMk/>
            <pc:sldMk cId="2677298762" sldId="326"/>
            <ac:spMk id="2" creationId="{40FF9C7B-4BAE-435F-A31F-ED441EC98E84}"/>
          </ac:spMkLst>
        </pc:spChg>
        <pc:spChg chg="mod">
          <ac:chgData name="chao liu" userId="40a037e14511812f" providerId="LiveId" clId="{70C358E7-EFBA-4121-BAE6-CBCC10236419}" dt="2023-11-30T16:08:31.960" v="7600" actId="12"/>
          <ac:spMkLst>
            <pc:docMk/>
            <pc:sldMk cId="2677298762" sldId="326"/>
            <ac:spMk id="8" creationId="{160E94E9-C8F9-4F30-8CEF-77D196C94D1E}"/>
          </ac:spMkLst>
        </pc:spChg>
        <pc:spChg chg="mod">
          <ac:chgData name="chao liu" userId="40a037e14511812f" providerId="LiveId" clId="{70C358E7-EFBA-4121-BAE6-CBCC10236419}" dt="2023-11-30T17:45:32.720" v="7734" actId="108"/>
          <ac:spMkLst>
            <pc:docMk/>
            <pc:sldMk cId="2677298762" sldId="326"/>
            <ac:spMk id="9" creationId="{9AE39EEA-E2C1-4A26-B357-E3A1D519D3F4}"/>
          </ac:spMkLst>
        </pc:spChg>
        <pc:picChg chg="add mod">
          <ac:chgData name="chao liu" userId="40a037e14511812f" providerId="LiveId" clId="{70C358E7-EFBA-4121-BAE6-CBCC10236419}" dt="2023-11-30T17:47:34.966" v="7746" actId="14100"/>
          <ac:picMkLst>
            <pc:docMk/>
            <pc:sldMk cId="2677298762" sldId="326"/>
            <ac:picMk id="5" creationId="{81B991CE-7E72-451C-A324-13FD11501447}"/>
          </ac:picMkLst>
        </pc:picChg>
      </pc:sldChg>
      <pc:sldChg chg="addSp delSp modSp add mod">
        <pc:chgData name="chao liu" userId="40a037e14511812f" providerId="LiveId" clId="{70C358E7-EFBA-4121-BAE6-CBCC10236419}" dt="2023-11-30T18:03:52.537" v="8192" actId="20577"/>
        <pc:sldMkLst>
          <pc:docMk/>
          <pc:sldMk cId="1501017972" sldId="328"/>
        </pc:sldMkLst>
        <pc:spChg chg="add del mod">
          <ac:chgData name="chao liu" userId="40a037e14511812f" providerId="LiveId" clId="{70C358E7-EFBA-4121-BAE6-CBCC10236419}" dt="2023-11-30T18:03:52.537" v="8192" actId="20577"/>
          <ac:spMkLst>
            <pc:docMk/>
            <pc:sldMk cId="1501017972" sldId="328"/>
            <ac:spMk id="8" creationId="{160E94E9-C8F9-4F30-8CEF-77D196C94D1E}"/>
          </ac:spMkLst>
        </pc:spChg>
        <pc:spChg chg="mod">
          <ac:chgData name="chao liu" userId="40a037e14511812f" providerId="LiveId" clId="{70C358E7-EFBA-4121-BAE6-CBCC10236419}" dt="2023-11-30T17:45:53.306" v="7735" actId="108"/>
          <ac:spMkLst>
            <pc:docMk/>
            <pc:sldMk cId="1501017972" sldId="328"/>
            <ac:spMk id="9" creationId="{9AE39EEA-E2C1-4A26-B357-E3A1D519D3F4}"/>
          </ac:spMkLst>
        </pc:spChg>
        <pc:spChg chg="add mod">
          <ac:chgData name="chao liu" userId="40a037e14511812f" providerId="LiveId" clId="{70C358E7-EFBA-4121-BAE6-CBCC10236419}" dt="2023-11-30T17:42:50.513" v="7678" actId="164"/>
          <ac:spMkLst>
            <pc:docMk/>
            <pc:sldMk cId="1501017972" sldId="328"/>
            <ac:spMk id="12" creationId="{D3020E5A-B58B-4E60-A3D9-347486E47480}"/>
          </ac:spMkLst>
        </pc:spChg>
        <pc:spChg chg="add mod">
          <ac:chgData name="chao liu" userId="40a037e14511812f" providerId="LiveId" clId="{70C358E7-EFBA-4121-BAE6-CBCC10236419}" dt="2023-11-30T18:03:44.229" v="8188" actId="164"/>
          <ac:spMkLst>
            <pc:docMk/>
            <pc:sldMk cId="1501017972" sldId="328"/>
            <ac:spMk id="17" creationId="{B6F55A7F-69B8-4333-B97D-5DD4B3903286}"/>
          </ac:spMkLst>
        </pc:spChg>
        <pc:grpChg chg="add mod">
          <ac:chgData name="chao liu" userId="40a037e14511812f" providerId="LiveId" clId="{70C358E7-EFBA-4121-BAE6-CBCC10236419}" dt="2023-11-30T17:42:48.604" v="7677" actId="164"/>
          <ac:grpSpMkLst>
            <pc:docMk/>
            <pc:sldMk cId="1501017972" sldId="328"/>
            <ac:grpSpMk id="13" creationId="{39CA0CDC-6FA7-4135-9222-41D40090641F}"/>
          </ac:grpSpMkLst>
        </pc:grpChg>
        <pc:grpChg chg="add mod">
          <ac:chgData name="chao liu" userId="40a037e14511812f" providerId="LiveId" clId="{70C358E7-EFBA-4121-BAE6-CBCC10236419}" dt="2023-11-30T18:03:44.229" v="8188" actId="164"/>
          <ac:grpSpMkLst>
            <pc:docMk/>
            <pc:sldMk cId="1501017972" sldId="328"/>
            <ac:grpSpMk id="14" creationId="{40DBCE00-8285-4E5B-AAED-2A7988DD147C}"/>
          </ac:grpSpMkLst>
        </pc:grpChg>
        <pc:grpChg chg="add mod">
          <ac:chgData name="chao liu" userId="40a037e14511812f" providerId="LiveId" clId="{70C358E7-EFBA-4121-BAE6-CBCC10236419}" dt="2023-11-30T18:03:47.788" v="8189" actId="1076"/>
          <ac:grpSpMkLst>
            <pc:docMk/>
            <pc:sldMk cId="1501017972" sldId="328"/>
            <ac:grpSpMk id="18" creationId="{5183587C-2F61-40C1-A760-31CBA82D233E}"/>
          </ac:grpSpMkLst>
        </pc:grpChg>
        <pc:picChg chg="add mod">
          <ac:chgData name="chao liu" userId="40a037e14511812f" providerId="LiveId" clId="{70C358E7-EFBA-4121-BAE6-CBCC10236419}" dt="2023-11-30T17:42:50.513" v="7678" actId="164"/>
          <ac:picMkLst>
            <pc:docMk/>
            <pc:sldMk cId="1501017972" sldId="328"/>
            <ac:picMk id="4" creationId="{25430662-FDF2-4F78-BDCD-45A82FA05892}"/>
          </ac:picMkLst>
        </pc:picChg>
        <pc:picChg chg="del">
          <ac:chgData name="chao liu" userId="40a037e14511812f" providerId="LiveId" clId="{70C358E7-EFBA-4121-BAE6-CBCC10236419}" dt="2023-11-30T17:39:43.656" v="7630" actId="478"/>
          <ac:picMkLst>
            <pc:docMk/>
            <pc:sldMk cId="1501017972" sldId="328"/>
            <ac:picMk id="5" creationId="{81B991CE-7E72-451C-A324-13FD11501447}"/>
          </ac:picMkLst>
        </pc:picChg>
        <pc:picChg chg="add del mod">
          <ac:chgData name="chao liu" userId="40a037e14511812f" providerId="LiveId" clId="{70C358E7-EFBA-4121-BAE6-CBCC10236419}" dt="2023-11-30T18:03:17.853" v="8178" actId="478"/>
          <ac:picMkLst>
            <pc:docMk/>
            <pc:sldMk cId="1501017972" sldId="328"/>
            <ac:picMk id="7" creationId="{D8BE9BA8-20FB-4441-BFD1-F592019160F8}"/>
          </ac:picMkLst>
        </pc:picChg>
        <pc:picChg chg="add del mod">
          <ac:chgData name="chao liu" userId="40a037e14511812f" providerId="LiveId" clId="{70C358E7-EFBA-4121-BAE6-CBCC10236419}" dt="2023-11-30T17:41:23.445" v="7651" actId="478"/>
          <ac:picMkLst>
            <pc:docMk/>
            <pc:sldMk cId="1501017972" sldId="328"/>
            <ac:picMk id="11" creationId="{379C018A-B414-4AB8-A234-FD6F1A6EAF83}"/>
          </ac:picMkLst>
        </pc:picChg>
        <pc:picChg chg="add mod">
          <ac:chgData name="chao liu" userId="40a037e14511812f" providerId="LiveId" clId="{70C358E7-EFBA-4121-BAE6-CBCC10236419}" dt="2023-11-30T18:03:44.229" v="8188" actId="164"/>
          <ac:picMkLst>
            <pc:docMk/>
            <pc:sldMk cId="1501017972" sldId="328"/>
            <ac:picMk id="16" creationId="{8F69680C-B007-4A2A-9D52-94D7C61058E9}"/>
          </ac:picMkLst>
        </pc:picChg>
      </pc:sldChg>
      <pc:sldChg chg="addSp delSp modSp add mod">
        <pc:chgData name="chao liu" userId="40a037e14511812f" providerId="LiveId" clId="{70C358E7-EFBA-4121-BAE6-CBCC10236419}" dt="2023-11-30T18:05:36.473" v="8321" actId="20577"/>
        <pc:sldMkLst>
          <pc:docMk/>
          <pc:sldMk cId="44116380" sldId="330"/>
        </pc:sldMkLst>
        <pc:spChg chg="add del mod">
          <ac:chgData name="chao liu" userId="40a037e14511812f" providerId="LiveId" clId="{70C358E7-EFBA-4121-BAE6-CBCC10236419}" dt="2023-11-30T18:05:36.473" v="8321" actId="20577"/>
          <ac:spMkLst>
            <pc:docMk/>
            <pc:sldMk cId="44116380" sldId="330"/>
            <ac:spMk id="8" creationId="{160E94E9-C8F9-4F30-8CEF-77D196C94D1E}"/>
          </ac:spMkLst>
        </pc:spChg>
        <pc:spChg chg="mod">
          <ac:chgData name="chao liu" userId="40a037e14511812f" providerId="LiveId" clId="{70C358E7-EFBA-4121-BAE6-CBCC10236419}" dt="2023-11-30T17:45:55.731" v="7736" actId="108"/>
          <ac:spMkLst>
            <pc:docMk/>
            <pc:sldMk cId="44116380" sldId="330"/>
            <ac:spMk id="9" creationId="{9AE39EEA-E2C1-4A26-B357-E3A1D519D3F4}"/>
          </ac:spMkLst>
        </pc:spChg>
        <pc:spChg chg="add mod">
          <ac:chgData name="chao liu" userId="40a037e14511812f" providerId="LiveId" clId="{70C358E7-EFBA-4121-BAE6-CBCC10236419}" dt="2023-11-30T18:02:10.653" v="8173" actId="164"/>
          <ac:spMkLst>
            <pc:docMk/>
            <pc:sldMk cId="44116380" sldId="330"/>
            <ac:spMk id="15" creationId="{E0171E81-96CA-4756-906F-D55A8C3DEACE}"/>
          </ac:spMkLst>
        </pc:spChg>
        <pc:grpChg chg="mod">
          <ac:chgData name="chao liu" userId="40a037e14511812f" providerId="LiveId" clId="{70C358E7-EFBA-4121-BAE6-CBCC10236419}" dt="2023-11-30T17:44:20.097" v="7716" actId="164"/>
          <ac:grpSpMkLst>
            <pc:docMk/>
            <pc:sldMk cId="44116380" sldId="330"/>
            <ac:grpSpMk id="6" creationId="{676B0034-0573-48D2-89C7-F01E599D29B4}"/>
          </ac:grpSpMkLst>
        </pc:grpChg>
        <pc:grpChg chg="add del mod">
          <ac:chgData name="chao liu" userId="40a037e14511812f" providerId="LiveId" clId="{70C358E7-EFBA-4121-BAE6-CBCC10236419}" dt="2023-11-30T18:01:10.045" v="8150" actId="478"/>
          <ac:grpSpMkLst>
            <pc:docMk/>
            <pc:sldMk cId="44116380" sldId="330"/>
            <ac:grpSpMk id="7" creationId="{3B59BA98-1F1A-47FE-9BDF-845A9F33A8B1}"/>
          </ac:grpSpMkLst>
        </pc:grpChg>
        <pc:grpChg chg="add mod">
          <ac:chgData name="chao liu" userId="40a037e14511812f" providerId="LiveId" clId="{70C358E7-EFBA-4121-BAE6-CBCC10236419}" dt="2023-11-30T18:02:19.663" v="8177" actId="1076"/>
          <ac:grpSpMkLst>
            <pc:docMk/>
            <pc:sldMk cId="44116380" sldId="330"/>
            <ac:grpSpMk id="16" creationId="{059330CD-9376-406D-930C-A38F641BF105}"/>
          </ac:grpSpMkLst>
        </pc:grpChg>
        <pc:picChg chg="add mod">
          <ac:chgData name="chao liu" userId="40a037e14511812f" providerId="LiveId" clId="{70C358E7-EFBA-4121-BAE6-CBCC10236419}" dt="2023-11-30T17:44:20.097" v="7716" actId="164"/>
          <ac:picMkLst>
            <pc:docMk/>
            <pc:sldMk cId="44116380" sldId="330"/>
            <ac:picMk id="4" creationId="{D0594CA5-8DF2-4BE6-B497-431A58DFDD44}"/>
          </ac:picMkLst>
        </pc:picChg>
        <pc:picChg chg="add mod">
          <ac:chgData name="chao liu" userId="40a037e14511812f" providerId="LiveId" clId="{70C358E7-EFBA-4121-BAE6-CBCC10236419}" dt="2023-11-30T18:02:10.653" v="8173" actId="164"/>
          <ac:picMkLst>
            <pc:docMk/>
            <pc:sldMk cId="44116380" sldId="330"/>
            <ac:picMk id="12" creationId="{0D02DA04-84DE-470A-8BA8-4314AE36B958}"/>
          </ac:picMkLst>
        </pc:picChg>
        <pc:picChg chg="add mod">
          <ac:chgData name="chao liu" userId="40a037e14511812f" providerId="LiveId" clId="{70C358E7-EFBA-4121-BAE6-CBCC10236419}" dt="2023-11-30T18:02:10.653" v="8173" actId="164"/>
          <ac:picMkLst>
            <pc:docMk/>
            <pc:sldMk cId="44116380" sldId="330"/>
            <ac:picMk id="14" creationId="{E37DBD6F-4881-4161-A2FD-6BA7852F7538}"/>
          </ac:picMkLst>
        </pc:picChg>
      </pc:sldChg>
      <pc:sldChg chg="addSp delSp modSp add mod">
        <pc:chgData name="chao liu" userId="40a037e14511812f" providerId="LiveId" clId="{70C358E7-EFBA-4121-BAE6-CBCC10236419}" dt="2023-11-30T18:11:20.849" v="8718" actId="20577"/>
        <pc:sldMkLst>
          <pc:docMk/>
          <pc:sldMk cId="3806999202" sldId="331"/>
        </pc:sldMkLst>
        <pc:spChg chg="del">
          <ac:chgData name="chao liu" userId="40a037e14511812f" providerId="LiveId" clId="{70C358E7-EFBA-4121-BAE6-CBCC10236419}" dt="2023-11-30T17:53:57.882" v="7833" actId="478"/>
          <ac:spMkLst>
            <pc:docMk/>
            <pc:sldMk cId="3806999202" sldId="331"/>
            <ac:spMk id="8" creationId="{160E94E9-C8F9-4F30-8CEF-77D196C94D1E}"/>
          </ac:spMkLst>
        </pc:spChg>
        <pc:spChg chg="mod">
          <ac:chgData name="chao liu" userId="40a037e14511812f" providerId="LiveId" clId="{70C358E7-EFBA-4121-BAE6-CBCC10236419}" dt="2023-11-30T17:46:06.363" v="7740" actId="20577"/>
          <ac:spMkLst>
            <pc:docMk/>
            <pc:sldMk cId="3806999202" sldId="331"/>
            <ac:spMk id="9" creationId="{9AE39EEA-E2C1-4A26-B357-E3A1D519D3F4}"/>
          </ac:spMkLst>
        </pc:spChg>
        <pc:spChg chg="add mod">
          <ac:chgData name="chao liu" userId="40a037e14511812f" providerId="LiveId" clId="{70C358E7-EFBA-4121-BAE6-CBCC10236419}" dt="2023-11-30T18:11:20.849" v="8718" actId="20577"/>
          <ac:spMkLst>
            <pc:docMk/>
            <pc:sldMk cId="3806999202" sldId="331"/>
            <ac:spMk id="12" creationId="{0E3F34BA-3ED1-4A8F-812A-A23888317EB3}"/>
          </ac:spMkLst>
        </pc:spChg>
        <pc:spChg chg="add del mod">
          <ac:chgData name="chao liu" userId="40a037e14511812f" providerId="LiveId" clId="{70C358E7-EFBA-4121-BAE6-CBCC10236419}" dt="2023-11-30T17:54:02.579" v="7838"/>
          <ac:spMkLst>
            <pc:docMk/>
            <pc:sldMk cId="3806999202" sldId="331"/>
            <ac:spMk id="13" creationId="{981269CC-687C-42F6-9162-3400A4DA6A31}"/>
          </ac:spMkLst>
        </pc:spChg>
        <pc:grpChg chg="del">
          <ac:chgData name="chao liu" userId="40a037e14511812f" providerId="LiveId" clId="{70C358E7-EFBA-4121-BAE6-CBCC10236419}" dt="2023-11-30T17:47:13.751" v="7741" actId="478"/>
          <ac:grpSpMkLst>
            <pc:docMk/>
            <pc:sldMk cId="3806999202" sldId="331"/>
            <ac:grpSpMk id="7" creationId="{3B59BA98-1F1A-47FE-9BDF-845A9F33A8B1}"/>
          </ac:grpSpMkLst>
        </pc:grpChg>
        <pc:picChg chg="add del mod">
          <ac:chgData name="chao liu" userId="40a037e14511812f" providerId="LiveId" clId="{70C358E7-EFBA-4121-BAE6-CBCC10236419}" dt="2023-11-30T18:09:11.169" v="8460" actId="478"/>
          <ac:picMkLst>
            <pc:docMk/>
            <pc:sldMk cId="3806999202" sldId="331"/>
            <ac:picMk id="10" creationId="{3AD44B45-C1DA-40DF-8BEE-AE2E4D9E317D}"/>
          </ac:picMkLst>
        </pc:picChg>
        <pc:picChg chg="add mod">
          <ac:chgData name="chao liu" userId="40a037e14511812f" providerId="LiveId" clId="{70C358E7-EFBA-4121-BAE6-CBCC10236419}" dt="2023-11-30T18:09:14.848" v="8463" actId="1076"/>
          <ac:picMkLst>
            <pc:docMk/>
            <pc:sldMk cId="3806999202" sldId="331"/>
            <ac:picMk id="15" creationId="{C9C83D9A-5561-4861-A969-4B276EDFAF65}"/>
          </ac:picMkLst>
        </pc:picChg>
      </pc:sldChg>
      <pc:sldChg chg="addSp delSp modSp add mod">
        <pc:chgData name="chao liu" userId="40a037e14511812f" providerId="LiveId" clId="{70C358E7-EFBA-4121-BAE6-CBCC10236419}" dt="2023-11-30T18:15:43.488" v="9060" actId="20577"/>
        <pc:sldMkLst>
          <pc:docMk/>
          <pc:sldMk cId="586055927" sldId="332"/>
        </pc:sldMkLst>
        <pc:spChg chg="add mod">
          <ac:chgData name="chao liu" userId="40a037e14511812f" providerId="LiveId" clId="{70C358E7-EFBA-4121-BAE6-CBCC10236419}" dt="2023-11-30T17:51:09.381" v="7787" actId="164"/>
          <ac:spMkLst>
            <pc:docMk/>
            <pc:sldMk cId="586055927" sldId="332"/>
            <ac:spMk id="7" creationId="{BEBB2436-7B5E-414D-84CF-FC86B9DA0E1D}"/>
          </ac:spMkLst>
        </pc:spChg>
        <pc:spChg chg="del">
          <ac:chgData name="chao liu" userId="40a037e14511812f" providerId="LiveId" clId="{70C358E7-EFBA-4121-BAE6-CBCC10236419}" dt="2023-11-30T17:53:48.487" v="7831" actId="478"/>
          <ac:spMkLst>
            <pc:docMk/>
            <pc:sldMk cId="586055927" sldId="332"/>
            <ac:spMk id="8" creationId="{160E94E9-C8F9-4F30-8CEF-77D196C94D1E}"/>
          </ac:spMkLst>
        </pc:spChg>
        <pc:spChg chg="mod">
          <ac:chgData name="chao liu" userId="40a037e14511812f" providerId="LiveId" clId="{70C358E7-EFBA-4121-BAE6-CBCC10236419}" dt="2023-11-30T17:49:35.361" v="7753" actId="20577"/>
          <ac:spMkLst>
            <pc:docMk/>
            <pc:sldMk cId="586055927" sldId="332"/>
            <ac:spMk id="9" creationId="{9AE39EEA-E2C1-4A26-B357-E3A1D519D3F4}"/>
          </ac:spMkLst>
        </pc:spChg>
        <pc:spChg chg="add mod">
          <ac:chgData name="chao liu" userId="40a037e14511812f" providerId="LiveId" clId="{70C358E7-EFBA-4121-BAE6-CBCC10236419}" dt="2023-11-30T18:15:43.488" v="9060" actId="20577"/>
          <ac:spMkLst>
            <pc:docMk/>
            <pc:sldMk cId="586055927" sldId="332"/>
            <ac:spMk id="12" creationId="{18781509-4947-472D-B911-2ECA334BE5C2}"/>
          </ac:spMkLst>
        </pc:spChg>
        <pc:grpChg chg="add mod">
          <ac:chgData name="chao liu" userId="40a037e14511812f" providerId="LiveId" clId="{70C358E7-EFBA-4121-BAE6-CBCC10236419}" dt="2023-11-30T17:51:16.520" v="7789" actId="1076"/>
          <ac:grpSpMkLst>
            <pc:docMk/>
            <pc:sldMk cId="586055927" sldId="332"/>
            <ac:grpSpMk id="11" creationId="{3D345A4A-2BF7-4EDC-AAE2-AA28F7F78C88}"/>
          </ac:grpSpMkLst>
        </pc:grpChg>
        <pc:picChg chg="add mod">
          <ac:chgData name="chao liu" userId="40a037e14511812f" providerId="LiveId" clId="{70C358E7-EFBA-4121-BAE6-CBCC10236419}" dt="2023-11-30T17:51:09.381" v="7787" actId="164"/>
          <ac:picMkLst>
            <pc:docMk/>
            <pc:sldMk cId="586055927" sldId="332"/>
            <ac:picMk id="4" creationId="{6B1559AA-1FE3-478D-A1E8-C159DF4FB15D}"/>
          </ac:picMkLst>
        </pc:picChg>
        <pc:picChg chg="add mod ord">
          <ac:chgData name="chao liu" userId="40a037e14511812f" providerId="LiveId" clId="{70C358E7-EFBA-4121-BAE6-CBCC10236419}" dt="2023-11-30T17:51:09.381" v="7787" actId="164"/>
          <ac:picMkLst>
            <pc:docMk/>
            <pc:sldMk cId="586055927" sldId="332"/>
            <ac:picMk id="6" creationId="{21A824AF-3DA7-4254-897E-631A70AD0C5C}"/>
          </ac:picMkLst>
        </pc:picChg>
        <pc:picChg chg="del">
          <ac:chgData name="chao liu" userId="40a037e14511812f" providerId="LiveId" clId="{70C358E7-EFBA-4121-BAE6-CBCC10236419}" dt="2023-11-30T17:49:36.679" v="7754" actId="478"/>
          <ac:picMkLst>
            <pc:docMk/>
            <pc:sldMk cId="586055927" sldId="332"/>
            <ac:picMk id="10" creationId="{3AD44B45-C1DA-40DF-8BEE-AE2E4D9E317D}"/>
          </ac:picMkLst>
        </pc:picChg>
      </pc:sldChg>
      <pc:sldChg chg="addSp delSp modSp add mod">
        <pc:chgData name="chao liu" userId="40a037e14511812f" providerId="LiveId" clId="{70C358E7-EFBA-4121-BAE6-CBCC10236419}" dt="2023-11-30T18:19:31.283" v="9317" actId="20577"/>
        <pc:sldMkLst>
          <pc:docMk/>
          <pc:sldMk cId="439738901" sldId="333"/>
        </pc:sldMkLst>
        <pc:spChg chg="mod">
          <ac:chgData name="chao liu" userId="40a037e14511812f" providerId="LiveId" clId="{70C358E7-EFBA-4121-BAE6-CBCC10236419}" dt="2023-11-30T18:19:31.283" v="9317" actId="20577"/>
          <ac:spMkLst>
            <pc:docMk/>
            <pc:sldMk cId="439738901" sldId="333"/>
            <ac:spMk id="8" creationId="{160E94E9-C8F9-4F30-8CEF-77D196C94D1E}"/>
          </ac:spMkLst>
        </pc:spChg>
        <pc:spChg chg="add mod">
          <ac:chgData name="chao liu" userId="40a037e14511812f" providerId="LiveId" clId="{70C358E7-EFBA-4121-BAE6-CBCC10236419}" dt="2023-11-30T17:52:35.892" v="7802" actId="164"/>
          <ac:spMkLst>
            <pc:docMk/>
            <pc:sldMk cId="439738901" sldId="333"/>
            <ac:spMk id="10" creationId="{CA02669F-9314-49A7-B9E7-2B6A7E93CC13}"/>
          </ac:spMkLst>
        </pc:spChg>
        <pc:spChg chg="add mod">
          <ac:chgData name="chao liu" userId="40a037e14511812f" providerId="LiveId" clId="{70C358E7-EFBA-4121-BAE6-CBCC10236419}" dt="2023-11-30T18:17:24.906" v="9072" actId="164"/>
          <ac:spMkLst>
            <pc:docMk/>
            <pc:sldMk cId="439738901" sldId="333"/>
            <ac:spMk id="15" creationId="{9915FAB8-C542-439A-A5F0-1FB175FFE8AF}"/>
          </ac:spMkLst>
        </pc:spChg>
        <pc:spChg chg="add mod">
          <ac:chgData name="chao liu" userId="40a037e14511812f" providerId="LiveId" clId="{70C358E7-EFBA-4121-BAE6-CBCC10236419}" dt="2023-11-30T18:19:13.608" v="9302" actId="571"/>
          <ac:spMkLst>
            <pc:docMk/>
            <pc:sldMk cId="439738901" sldId="333"/>
            <ac:spMk id="17" creationId="{B2145F44-CCA8-4074-A2D9-F74160AE2F8C}"/>
          </ac:spMkLst>
        </pc:spChg>
        <pc:grpChg chg="del">
          <ac:chgData name="chao liu" userId="40a037e14511812f" providerId="LiveId" clId="{70C358E7-EFBA-4121-BAE6-CBCC10236419}" dt="2023-11-30T17:52:12.971" v="7791" actId="478"/>
          <ac:grpSpMkLst>
            <pc:docMk/>
            <pc:sldMk cId="439738901" sldId="333"/>
            <ac:grpSpMk id="11" creationId="{3D345A4A-2BF7-4EDC-AAE2-AA28F7F78C88}"/>
          </ac:grpSpMkLst>
        </pc:grpChg>
        <pc:grpChg chg="add del mod">
          <ac:chgData name="chao liu" userId="40a037e14511812f" providerId="LiveId" clId="{70C358E7-EFBA-4121-BAE6-CBCC10236419}" dt="2023-11-30T18:17:04.623" v="9063" actId="478"/>
          <ac:grpSpMkLst>
            <pc:docMk/>
            <pc:sldMk cId="439738901" sldId="333"/>
            <ac:grpSpMk id="12" creationId="{80CCD75A-E22D-4C0D-825A-89E131A0D975}"/>
          </ac:grpSpMkLst>
        </pc:grpChg>
        <pc:grpChg chg="add mod">
          <ac:chgData name="chao liu" userId="40a037e14511812f" providerId="LiveId" clId="{70C358E7-EFBA-4121-BAE6-CBCC10236419}" dt="2023-11-30T18:17:26.103" v="9073" actId="1076"/>
          <ac:grpSpMkLst>
            <pc:docMk/>
            <pc:sldMk cId="439738901" sldId="333"/>
            <ac:grpSpMk id="16" creationId="{E0A4ED51-9C1F-4F17-A1D3-D8C71C8C556A}"/>
          </ac:grpSpMkLst>
        </pc:grpChg>
        <pc:picChg chg="add mod">
          <ac:chgData name="chao liu" userId="40a037e14511812f" providerId="LiveId" clId="{70C358E7-EFBA-4121-BAE6-CBCC10236419}" dt="2023-11-30T17:52:35.892" v="7802" actId="164"/>
          <ac:picMkLst>
            <pc:docMk/>
            <pc:sldMk cId="439738901" sldId="333"/>
            <ac:picMk id="5" creationId="{61218494-BA08-47C6-8081-ED96020CA5FD}"/>
          </ac:picMkLst>
        </pc:picChg>
        <pc:picChg chg="add mod">
          <ac:chgData name="chao liu" userId="40a037e14511812f" providerId="LiveId" clId="{70C358E7-EFBA-4121-BAE6-CBCC10236419}" dt="2023-11-30T18:17:24.906" v="9072" actId="164"/>
          <ac:picMkLst>
            <pc:docMk/>
            <pc:sldMk cId="439738901" sldId="333"/>
            <ac:picMk id="14" creationId="{A86EBACD-26A0-4ED7-B95D-47B661EB6BAF}"/>
          </ac:picMkLst>
        </pc:picChg>
      </pc:sldChg>
      <pc:sldChg chg="modSp add mod">
        <pc:chgData name="chao liu" userId="40a037e14511812f" providerId="LiveId" clId="{70C358E7-EFBA-4121-BAE6-CBCC10236419}" dt="2023-11-30T18:21:30.243" v="9483" actId="20577"/>
        <pc:sldMkLst>
          <pc:docMk/>
          <pc:sldMk cId="3168436851" sldId="334"/>
        </pc:sldMkLst>
        <pc:spChg chg="mod">
          <ac:chgData name="chao liu" userId="40a037e14511812f" providerId="LiveId" clId="{70C358E7-EFBA-4121-BAE6-CBCC10236419}" dt="2023-11-30T18:21:30.243" v="9483" actId="20577"/>
          <ac:spMkLst>
            <pc:docMk/>
            <pc:sldMk cId="3168436851" sldId="334"/>
            <ac:spMk id="5" creationId="{A36F78FA-9A69-454E-8EE9-5B53C91A6EC6}"/>
          </ac:spMkLst>
        </pc:spChg>
      </pc:sldChg>
      <pc:sldChg chg="modSp add mod ord">
        <pc:chgData name="chao liu" userId="40a037e14511812f" providerId="LiveId" clId="{70C358E7-EFBA-4121-BAE6-CBCC10236419}" dt="2023-11-30T18:28:36.111" v="9697" actId="20577"/>
        <pc:sldMkLst>
          <pc:docMk/>
          <pc:sldMk cId="4276895995" sldId="335"/>
        </pc:sldMkLst>
        <pc:spChg chg="mod">
          <ac:chgData name="chao liu" userId="40a037e14511812f" providerId="LiveId" clId="{70C358E7-EFBA-4121-BAE6-CBCC10236419}" dt="2023-11-30T18:28:36.111" v="9697" actId="20577"/>
          <ac:spMkLst>
            <pc:docMk/>
            <pc:sldMk cId="4276895995" sldId="335"/>
            <ac:spMk id="3" creationId="{BED6F662-DAF2-4777-93C6-F67F9B82FBDE}"/>
          </ac:spMkLst>
        </pc:spChg>
      </pc:sldChg>
    </pc:docChg>
  </pc:docChgLst>
  <pc:docChgLst>
    <pc:chgData userId="40a037e14511812f" providerId="LiveId" clId="{B124D873-1B85-487A-98A4-C7F528C4928E}"/>
    <pc:docChg chg="undo custSel addSld delSld modSld">
      <pc:chgData name="" userId="40a037e14511812f" providerId="LiveId" clId="{B124D873-1B85-487A-98A4-C7F528C4928E}" dt="2023-12-04T13:17:55.009" v="15718" actId="478"/>
      <pc:docMkLst>
        <pc:docMk/>
      </pc:docMkLst>
      <pc:sldChg chg="modNotes modNotesTx">
        <pc:chgData name="" userId="40a037e14511812f" providerId="LiveId" clId="{B124D873-1B85-487A-98A4-C7F528C4928E}" dt="2023-12-04T13:17:29.768" v="15646" actId="368"/>
        <pc:sldMkLst>
          <pc:docMk/>
          <pc:sldMk cId="1696890717" sldId="256"/>
        </pc:sldMkLst>
      </pc:sldChg>
      <pc:sldChg chg="modNotes modNotesTx">
        <pc:chgData name="" userId="40a037e14511812f" providerId="LiveId" clId="{B124D873-1B85-487A-98A4-C7F528C4928E}" dt="2023-12-04T13:17:29.776" v="15654" actId="368"/>
        <pc:sldMkLst>
          <pc:docMk/>
          <pc:sldMk cId="3244037718" sldId="262"/>
        </pc:sldMkLst>
      </pc:sldChg>
      <pc:sldChg chg="modNotes modNotesTx">
        <pc:chgData name="" userId="40a037e14511812f" providerId="LiveId" clId="{B124D873-1B85-487A-98A4-C7F528C4928E}" dt="2023-12-04T13:17:29.778" v="15656" actId="368"/>
        <pc:sldMkLst>
          <pc:docMk/>
          <pc:sldMk cId="2903988818" sldId="263"/>
        </pc:sldMkLst>
      </pc:sldChg>
      <pc:sldChg chg="modSp modNotes modNotesTx">
        <pc:chgData name="" userId="40a037e14511812f" providerId="LiveId" clId="{B124D873-1B85-487A-98A4-C7F528C4928E}" dt="2023-12-04T13:17:29.804" v="15686" actId="368"/>
        <pc:sldMkLst>
          <pc:docMk/>
          <pc:sldMk cId="3672469476" sldId="273"/>
        </pc:sldMkLst>
        <pc:spChg chg="mod">
          <ac:chgData name="" userId="40a037e14511812f" providerId="LiveId" clId="{B124D873-1B85-487A-98A4-C7F528C4928E}" dt="2023-12-01T01:42:16.845" v="15143" actId="20577"/>
          <ac:spMkLst>
            <pc:docMk/>
            <pc:sldMk cId="3672469476" sldId="273"/>
            <ac:spMk id="3" creationId="{BB8E190B-0816-40DF-B97D-680E4D563E5D}"/>
          </ac:spMkLst>
        </pc:spChg>
      </pc:sldChg>
      <pc:sldChg chg="modNotes">
        <pc:chgData name="" userId="40a037e14511812f" providerId="LiveId" clId="{B124D873-1B85-487A-98A4-C7F528C4928E}" dt="2023-12-04T13:17:29.807" v="15688" actId="368"/>
        <pc:sldMkLst>
          <pc:docMk/>
          <pc:sldMk cId="3066151389" sldId="276"/>
        </pc:sldMkLst>
      </pc:sldChg>
      <pc:sldChg chg="modNotes">
        <pc:chgData name="" userId="40a037e14511812f" providerId="LiveId" clId="{B124D873-1B85-487A-98A4-C7F528C4928E}" dt="2023-12-04T13:17:29.822" v="15700" actId="368"/>
        <pc:sldMkLst>
          <pc:docMk/>
          <pc:sldMk cId="4059573533" sldId="283"/>
        </pc:sldMkLst>
      </pc:sldChg>
      <pc:sldChg chg="modNotes modNotesTx">
        <pc:chgData name="" userId="40a037e14511812f" providerId="LiveId" clId="{B124D873-1B85-487A-98A4-C7F528C4928E}" dt="2023-12-04T13:17:29.772" v="15650" actId="368"/>
        <pc:sldMkLst>
          <pc:docMk/>
          <pc:sldMk cId="3744783378" sldId="301"/>
        </pc:sldMkLst>
      </pc:sldChg>
      <pc:sldChg chg="modNotes modNotesTx">
        <pc:chgData name="" userId="40a037e14511812f" providerId="LiveId" clId="{B124D873-1B85-487A-98A4-C7F528C4928E}" dt="2023-12-04T13:17:29.774" v="15652" actId="368"/>
        <pc:sldMkLst>
          <pc:docMk/>
          <pc:sldMk cId="307044280" sldId="302"/>
        </pc:sldMkLst>
      </pc:sldChg>
      <pc:sldChg chg="modNotes modNotesTx">
        <pc:chgData name="" userId="40a037e14511812f" providerId="LiveId" clId="{B124D873-1B85-487A-98A4-C7F528C4928E}" dt="2023-12-04T13:17:29.780" v="15658" actId="368"/>
        <pc:sldMkLst>
          <pc:docMk/>
          <pc:sldMk cId="3102201923" sldId="306"/>
        </pc:sldMkLst>
      </pc:sldChg>
      <pc:sldChg chg="del modNotes modNotesTx">
        <pc:chgData name="" userId="40a037e14511812f" providerId="LiveId" clId="{B124D873-1B85-487A-98A4-C7F528C4928E}" dt="2023-12-04T13:17:45.003" v="15717" actId="2696"/>
        <pc:sldMkLst>
          <pc:docMk/>
          <pc:sldMk cId="118498731" sldId="309"/>
        </pc:sldMkLst>
      </pc:sldChg>
      <pc:sldChg chg="addSp modSp modNotes modNotesTx">
        <pc:chgData name="" userId="40a037e14511812f" providerId="LiveId" clId="{B124D873-1B85-487A-98A4-C7F528C4928E}" dt="2023-12-04T13:17:29.787" v="15666" actId="368"/>
        <pc:sldMkLst>
          <pc:docMk/>
          <pc:sldMk cId="3371234253" sldId="310"/>
        </pc:sldMkLst>
        <pc:spChg chg="mod">
          <ac:chgData name="" userId="40a037e14511812f" providerId="LiveId" clId="{B124D873-1B85-487A-98A4-C7F528C4928E}" dt="2023-12-01T00:59:50.898" v="11846"/>
          <ac:spMkLst>
            <pc:docMk/>
            <pc:sldMk cId="3371234253" sldId="310"/>
            <ac:spMk id="2" creationId="{5B03ACEC-6AE7-4764-B4CD-43A19C335B35}"/>
          </ac:spMkLst>
        </pc:spChg>
        <pc:picChg chg="add mod">
          <ac:chgData name="" userId="40a037e14511812f" providerId="LiveId" clId="{B124D873-1B85-487A-98A4-C7F528C4928E}" dt="2023-12-01T00:49:13.502" v="10966" actId="1076"/>
          <ac:picMkLst>
            <pc:docMk/>
            <pc:sldMk cId="3371234253" sldId="310"/>
            <ac:picMk id="6" creationId="{7B72DE96-BA20-495C-ABF7-253F9732F0A0}"/>
          </ac:picMkLst>
        </pc:picChg>
      </pc:sldChg>
      <pc:sldChg chg="delSp modSp modNotes modNotesTx">
        <pc:chgData name="" userId="40a037e14511812f" providerId="LiveId" clId="{B124D873-1B85-487A-98A4-C7F528C4928E}" dt="2023-12-04T13:17:29.789" v="15668" actId="368"/>
        <pc:sldMkLst>
          <pc:docMk/>
          <pc:sldMk cId="810090310" sldId="312"/>
        </pc:sldMkLst>
        <pc:spChg chg="mod">
          <ac:chgData name="" userId="40a037e14511812f" providerId="LiveId" clId="{B124D873-1B85-487A-98A4-C7F528C4928E}" dt="2023-12-01T00:59:22.190" v="11844" actId="20577"/>
          <ac:spMkLst>
            <pc:docMk/>
            <pc:sldMk cId="810090310" sldId="312"/>
            <ac:spMk id="2" creationId="{16185AD4-4EC4-408F-A175-E3F6EA989330}"/>
          </ac:spMkLst>
        </pc:spChg>
        <pc:spChg chg="del">
          <ac:chgData name="" userId="40a037e14511812f" providerId="LiveId" clId="{B124D873-1B85-487A-98A4-C7F528C4928E}" dt="2023-12-01T01:00:43.644" v="11892" actId="478"/>
          <ac:spMkLst>
            <pc:docMk/>
            <pc:sldMk cId="810090310" sldId="312"/>
            <ac:spMk id="9" creationId="{DA5EE82F-24E3-4781-9C77-7BB22F726DB2}"/>
          </ac:spMkLst>
        </pc:spChg>
      </pc:sldChg>
      <pc:sldChg chg="modNotes modNotesTx">
        <pc:chgData name="" userId="40a037e14511812f" providerId="LiveId" clId="{B124D873-1B85-487A-98A4-C7F528C4928E}" dt="2023-12-04T13:17:29.791" v="15670" actId="368"/>
        <pc:sldMkLst>
          <pc:docMk/>
          <pc:sldMk cId="370220312" sldId="313"/>
        </pc:sldMkLst>
      </pc:sldChg>
      <pc:sldChg chg="modNotes modNotesTx">
        <pc:chgData name="" userId="40a037e14511812f" providerId="LiveId" clId="{B124D873-1B85-487A-98A4-C7F528C4928E}" dt="2023-12-04T13:17:29.792" v="15672" actId="368"/>
        <pc:sldMkLst>
          <pc:docMk/>
          <pc:sldMk cId="2096159026" sldId="314"/>
        </pc:sldMkLst>
      </pc:sldChg>
      <pc:sldChg chg="modNotes modNotesTx">
        <pc:chgData name="" userId="40a037e14511812f" providerId="LiveId" clId="{B124D873-1B85-487A-98A4-C7F528C4928E}" dt="2023-12-04T13:17:29.794" v="15674" actId="368"/>
        <pc:sldMkLst>
          <pc:docMk/>
          <pc:sldMk cId="2273763966" sldId="315"/>
        </pc:sldMkLst>
      </pc:sldChg>
      <pc:sldChg chg="modNotes modNotesTx">
        <pc:chgData name="" userId="40a037e14511812f" providerId="LiveId" clId="{B124D873-1B85-487A-98A4-C7F528C4928E}" dt="2023-12-04T13:17:29.797" v="15678" actId="368"/>
        <pc:sldMkLst>
          <pc:docMk/>
          <pc:sldMk cId="1658065439" sldId="316"/>
        </pc:sldMkLst>
      </pc:sldChg>
      <pc:sldChg chg="delSp modNotes modNotesTx">
        <pc:chgData name="" userId="40a037e14511812f" providerId="LiveId" clId="{B124D873-1B85-487A-98A4-C7F528C4928E}" dt="2023-12-04T13:17:55.009" v="15718" actId="478"/>
        <pc:sldMkLst>
          <pc:docMk/>
          <pc:sldMk cId="458662526" sldId="317"/>
        </pc:sldMkLst>
        <pc:spChg chg="del">
          <ac:chgData name="" userId="40a037e14511812f" providerId="LiveId" clId="{B124D873-1B85-487A-98A4-C7F528C4928E}" dt="2023-12-04T13:17:55.009" v="15718" actId="478"/>
          <ac:spMkLst>
            <pc:docMk/>
            <pc:sldMk cId="458662526" sldId="317"/>
            <ac:spMk id="6" creationId="{357FF012-BB35-4304-A5FF-72292E1B914C}"/>
          </ac:spMkLst>
        </pc:spChg>
      </pc:sldChg>
      <pc:sldChg chg="modNotes modNotesTx">
        <pc:chgData name="" userId="40a037e14511812f" providerId="LiveId" clId="{B124D873-1B85-487A-98A4-C7F528C4928E}" dt="2023-12-04T13:17:29.801" v="15682" actId="368"/>
        <pc:sldMkLst>
          <pc:docMk/>
          <pc:sldMk cId="3445500584" sldId="318"/>
        </pc:sldMkLst>
      </pc:sldChg>
      <pc:sldChg chg="modNotes modNotesTx">
        <pc:chgData name="" userId="40a037e14511812f" providerId="LiveId" clId="{B124D873-1B85-487A-98A4-C7F528C4928E}" dt="2023-12-04T13:17:29.803" v="15684" actId="368"/>
        <pc:sldMkLst>
          <pc:docMk/>
          <pc:sldMk cId="145770270" sldId="319"/>
        </pc:sldMkLst>
      </pc:sldChg>
      <pc:sldChg chg="modNotes">
        <pc:chgData name="" userId="40a037e14511812f" providerId="LiveId" clId="{B124D873-1B85-487A-98A4-C7F528C4928E}" dt="2023-12-04T13:17:29.810" v="15690" actId="368"/>
        <pc:sldMkLst>
          <pc:docMk/>
          <pc:sldMk cId="3733618213" sldId="320"/>
        </pc:sldMkLst>
      </pc:sldChg>
      <pc:sldChg chg="modNotes">
        <pc:chgData name="" userId="40a037e14511812f" providerId="LiveId" clId="{B124D873-1B85-487A-98A4-C7F528C4928E}" dt="2023-12-04T13:17:29.817" v="15696" actId="368"/>
        <pc:sldMkLst>
          <pc:docMk/>
          <pc:sldMk cId="3562860322" sldId="321"/>
        </pc:sldMkLst>
      </pc:sldChg>
      <pc:sldChg chg="modNotes">
        <pc:chgData name="" userId="40a037e14511812f" providerId="LiveId" clId="{B124D873-1B85-487A-98A4-C7F528C4928E}" dt="2023-12-04T13:17:29.812" v="15692" actId="368"/>
        <pc:sldMkLst>
          <pc:docMk/>
          <pc:sldMk cId="2641657135" sldId="322"/>
        </pc:sldMkLst>
      </pc:sldChg>
      <pc:sldChg chg="modNotes">
        <pc:chgData name="" userId="40a037e14511812f" providerId="LiveId" clId="{B124D873-1B85-487A-98A4-C7F528C4928E}" dt="2023-12-04T13:17:29.814" v="15694" actId="368"/>
        <pc:sldMkLst>
          <pc:docMk/>
          <pc:sldMk cId="2485568531" sldId="323"/>
        </pc:sldMkLst>
      </pc:sldChg>
      <pc:sldChg chg="modNotes">
        <pc:chgData name="" userId="40a037e14511812f" providerId="LiveId" clId="{B124D873-1B85-487A-98A4-C7F528C4928E}" dt="2023-12-04T13:17:29.820" v="15698" actId="368"/>
        <pc:sldMkLst>
          <pc:docMk/>
          <pc:sldMk cId="2730112318" sldId="324"/>
        </pc:sldMkLst>
      </pc:sldChg>
      <pc:sldChg chg="modNotes">
        <pc:chgData name="" userId="40a037e14511812f" providerId="LiveId" clId="{B124D873-1B85-487A-98A4-C7F528C4928E}" dt="2023-12-04T13:17:29.825" v="15702" actId="368"/>
        <pc:sldMkLst>
          <pc:docMk/>
          <pc:sldMk cId="3983414064" sldId="325"/>
        </pc:sldMkLst>
      </pc:sldChg>
      <pc:sldChg chg="modNotes">
        <pc:chgData name="" userId="40a037e14511812f" providerId="LiveId" clId="{B124D873-1B85-487A-98A4-C7F528C4928E}" dt="2023-12-04T13:17:29.827" v="15704" actId="368"/>
        <pc:sldMkLst>
          <pc:docMk/>
          <pc:sldMk cId="2677298762" sldId="326"/>
        </pc:sldMkLst>
      </pc:sldChg>
      <pc:sldChg chg="modNotes">
        <pc:chgData name="" userId="40a037e14511812f" providerId="LiveId" clId="{B124D873-1B85-487A-98A4-C7F528C4928E}" dt="2023-12-04T13:17:29.830" v="15706" actId="368"/>
        <pc:sldMkLst>
          <pc:docMk/>
          <pc:sldMk cId="1501017972" sldId="328"/>
        </pc:sldMkLst>
      </pc:sldChg>
      <pc:sldChg chg="modNotes">
        <pc:chgData name="" userId="40a037e14511812f" providerId="LiveId" clId="{B124D873-1B85-487A-98A4-C7F528C4928E}" dt="2023-12-04T13:17:29.832" v="15708" actId="368"/>
        <pc:sldMkLst>
          <pc:docMk/>
          <pc:sldMk cId="44116380" sldId="330"/>
        </pc:sldMkLst>
      </pc:sldChg>
      <pc:sldChg chg="modNotes">
        <pc:chgData name="" userId="40a037e14511812f" providerId="LiveId" clId="{B124D873-1B85-487A-98A4-C7F528C4928E}" dt="2023-12-04T13:17:29.833" v="15710" actId="368"/>
        <pc:sldMkLst>
          <pc:docMk/>
          <pc:sldMk cId="3806999202" sldId="331"/>
        </pc:sldMkLst>
      </pc:sldChg>
      <pc:sldChg chg="modNotes">
        <pc:chgData name="" userId="40a037e14511812f" providerId="LiveId" clId="{B124D873-1B85-487A-98A4-C7F528C4928E}" dt="2023-12-04T13:17:29.836" v="15712" actId="368"/>
        <pc:sldMkLst>
          <pc:docMk/>
          <pc:sldMk cId="586055927" sldId="332"/>
        </pc:sldMkLst>
      </pc:sldChg>
      <pc:sldChg chg="modNotes">
        <pc:chgData name="" userId="40a037e14511812f" providerId="LiveId" clId="{B124D873-1B85-487A-98A4-C7F528C4928E}" dt="2023-12-04T13:17:29.838" v="15714" actId="368"/>
        <pc:sldMkLst>
          <pc:docMk/>
          <pc:sldMk cId="439738901" sldId="333"/>
        </pc:sldMkLst>
      </pc:sldChg>
      <pc:sldChg chg="modSp modNotes">
        <pc:chgData name="" userId="40a037e14511812f" providerId="LiveId" clId="{B124D873-1B85-487A-98A4-C7F528C4928E}" dt="2023-12-04T13:17:29.840" v="15716" actId="368"/>
        <pc:sldMkLst>
          <pc:docMk/>
          <pc:sldMk cId="3168436851" sldId="334"/>
        </pc:sldMkLst>
        <pc:spChg chg="mod">
          <ac:chgData name="" userId="40a037e14511812f" providerId="LiveId" clId="{B124D873-1B85-487A-98A4-C7F528C4928E}" dt="2023-11-30T20:35:15.277" v="4" actId="20577"/>
          <ac:spMkLst>
            <pc:docMk/>
            <pc:sldMk cId="3168436851" sldId="334"/>
            <ac:spMk id="4" creationId="{50831B9D-856B-4AF9-9970-11F2584580B2}"/>
          </ac:spMkLst>
        </pc:spChg>
      </pc:sldChg>
      <pc:sldChg chg="modSp modNotes modNotesTx">
        <pc:chgData name="" userId="40a037e14511812f" providerId="LiveId" clId="{B124D873-1B85-487A-98A4-C7F528C4928E}" dt="2023-12-04T13:17:29.770" v="15648" actId="368"/>
        <pc:sldMkLst>
          <pc:docMk/>
          <pc:sldMk cId="4276895995" sldId="335"/>
        </pc:sldMkLst>
        <pc:spChg chg="mod">
          <ac:chgData name="" userId="40a037e14511812f" providerId="LiveId" clId="{B124D873-1B85-487A-98A4-C7F528C4928E}" dt="2023-11-30T21:38:55.610" v="280" actId="5793"/>
          <ac:spMkLst>
            <pc:docMk/>
            <pc:sldMk cId="4276895995" sldId="335"/>
            <ac:spMk id="3" creationId="{BED6F662-DAF2-4777-93C6-F67F9B82FBDE}"/>
          </ac:spMkLst>
        </pc:spChg>
      </pc:sldChg>
      <pc:sldChg chg="addSp delSp modSp add modNotes modNotesTx">
        <pc:chgData name="" userId="40a037e14511812f" providerId="LiveId" clId="{B124D873-1B85-487A-98A4-C7F528C4928E}" dt="2023-12-04T13:17:29.796" v="15676" actId="368"/>
        <pc:sldMkLst>
          <pc:docMk/>
          <pc:sldMk cId="2411620567" sldId="336"/>
        </pc:sldMkLst>
        <pc:spChg chg="mod">
          <ac:chgData name="" userId="40a037e14511812f" providerId="LiveId" clId="{B124D873-1B85-487A-98A4-C7F528C4928E}" dt="2023-12-01T01:33:14.176" v="14677" actId="20577"/>
          <ac:spMkLst>
            <pc:docMk/>
            <pc:sldMk cId="2411620567" sldId="336"/>
            <ac:spMk id="2" creationId="{A41C10FF-42C0-4CA6-A025-8395E0E994D7}"/>
          </ac:spMkLst>
        </pc:spChg>
        <pc:spChg chg="del">
          <ac:chgData name="" userId="40a037e14511812f" providerId="LiveId" clId="{B124D873-1B85-487A-98A4-C7F528C4928E}" dt="2023-12-01T01:34:40.642" v="14678" actId="478"/>
          <ac:spMkLst>
            <pc:docMk/>
            <pc:sldMk cId="2411620567" sldId="336"/>
            <ac:spMk id="3" creationId="{4C98CFE6-3C26-49C5-AF1F-F02CAB7C6624}"/>
          </ac:spMkLst>
        </pc:spChg>
        <pc:picChg chg="add mod">
          <ac:chgData name="" userId="40a037e14511812f" providerId="LiveId" clId="{B124D873-1B85-487A-98A4-C7F528C4928E}" dt="2023-12-01T01:34:50.734" v="14684" actId="1076"/>
          <ac:picMkLst>
            <pc:docMk/>
            <pc:sldMk cId="2411620567" sldId="336"/>
            <ac:picMk id="4" creationId="{5A7BE307-B837-4E5B-A796-2769C36DDE59}"/>
          </ac:picMkLst>
        </pc:picChg>
        <pc:picChg chg="add mod">
          <ac:chgData name="" userId="40a037e14511812f" providerId="LiveId" clId="{B124D873-1B85-487A-98A4-C7F528C4928E}" dt="2023-12-01T01:35:16.507" v="14688" actId="14100"/>
          <ac:picMkLst>
            <pc:docMk/>
            <pc:sldMk cId="2411620567" sldId="336"/>
            <ac:picMk id="5" creationId="{DD99FA45-2784-4F59-A1DB-52448D53A218}"/>
          </ac:picMkLst>
        </pc:picChg>
      </pc:sldChg>
      <pc:sldChg chg="modNotes">
        <pc:chgData name="" userId="40a037e14511812f" providerId="LiveId" clId="{B124D873-1B85-487A-98A4-C7F528C4928E}" dt="2023-12-04T13:17:29.781" v="15660" actId="368"/>
        <pc:sldMkLst>
          <pc:docMk/>
          <pc:sldMk cId="1054285889" sldId="337"/>
        </pc:sldMkLst>
      </pc:sldChg>
      <pc:sldChg chg="modNotes">
        <pc:chgData name="" userId="40a037e14511812f" providerId="LiveId" clId="{B124D873-1B85-487A-98A4-C7F528C4928E}" dt="2023-12-04T13:17:29.785" v="15664" actId="368"/>
        <pc:sldMkLst>
          <pc:docMk/>
          <pc:sldMk cId="984679484" sldId="33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27F436-422F-4632-9BC1-A116DF5720D9}" type="datetimeFigureOut">
              <a:rPr lang="zh-CN" altLang="en-US" smtClean="0"/>
              <a:t>2023/12/4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83AEB-CFE5-4081-8AC6-FF1821C8FCED}" type="slidenum">
              <a:rPr lang="zh-CN" altLang="en-US" smtClean="0"/>
              <a:t>‹#›</a:t>
            </a:fld>
            <a:endParaRPr lang="zh-CN" altLang="en-US"/>
          </a:p>
        </p:txBody>
      </p:sp>
    </p:spTree>
    <p:extLst>
      <p:ext uri="{BB962C8B-B14F-4D97-AF65-F5344CB8AC3E}">
        <p14:creationId xmlns:p14="http://schemas.microsoft.com/office/powerpoint/2010/main" val="185349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a:t>
            </a:fld>
            <a:endParaRPr lang="zh-CN" altLang="en-US"/>
          </a:p>
        </p:txBody>
      </p:sp>
    </p:spTree>
    <p:extLst>
      <p:ext uri="{BB962C8B-B14F-4D97-AF65-F5344CB8AC3E}">
        <p14:creationId xmlns:p14="http://schemas.microsoft.com/office/powerpoint/2010/main" val="2087281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2</a:t>
            </a:fld>
            <a:endParaRPr lang="zh-CN" altLang="en-US"/>
          </a:p>
        </p:txBody>
      </p:sp>
    </p:spTree>
    <p:extLst>
      <p:ext uri="{BB962C8B-B14F-4D97-AF65-F5344CB8AC3E}">
        <p14:creationId xmlns:p14="http://schemas.microsoft.com/office/powerpoint/2010/main" val="1110836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3</a:t>
            </a:fld>
            <a:endParaRPr lang="zh-CN" altLang="en-US"/>
          </a:p>
        </p:txBody>
      </p:sp>
    </p:spTree>
    <p:extLst>
      <p:ext uri="{BB962C8B-B14F-4D97-AF65-F5344CB8AC3E}">
        <p14:creationId xmlns:p14="http://schemas.microsoft.com/office/powerpoint/2010/main" val="156214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4</a:t>
            </a:fld>
            <a:endParaRPr lang="zh-CN" altLang="en-US"/>
          </a:p>
        </p:txBody>
      </p:sp>
    </p:spTree>
    <p:extLst>
      <p:ext uri="{BB962C8B-B14F-4D97-AF65-F5344CB8AC3E}">
        <p14:creationId xmlns:p14="http://schemas.microsoft.com/office/powerpoint/2010/main" val="4102933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5</a:t>
            </a:fld>
            <a:endParaRPr lang="zh-CN" altLang="en-US"/>
          </a:p>
        </p:txBody>
      </p:sp>
    </p:spTree>
    <p:extLst>
      <p:ext uri="{BB962C8B-B14F-4D97-AF65-F5344CB8AC3E}">
        <p14:creationId xmlns:p14="http://schemas.microsoft.com/office/powerpoint/2010/main" val="3538538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6</a:t>
            </a:fld>
            <a:endParaRPr lang="zh-CN" altLang="en-US"/>
          </a:p>
        </p:txBody>
      </p:sp>
    </p:spTree>
    <p:extLst>
      <p:ext uri="{BB962C8B-B14F-4D97-AF65-F5344CB8AC3E}">
        <p14:creationId xmlns:p14="http://schemas.microsoft.com/office/powerpoint/2010/main" val="2271213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7</a:t>
            </a:fld>
            <a:endParaRPr lang="zh-CN" altLang="en-US"/>
          </a:p>
        </p:txBody>
      </p:sp>
    </p:spTree>
    <p:extLst>
      <p:ext uri="{BB962C8B-B14F-4D97-AF65-F5344CB8AC3E}">
        <p14:creationId xmlns:p14="http://schemas.microsoft.com/office/powerpoint/2010/main" val="3358456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8</a:t>
            </a:fld>
            <a:endParaRPr lang="zh-CN" altLang="en-US"/>
          </a:p>
        </p:txBody>
      </p:sp>
    </p:spTree>
    <p:extLst>
      <p:ext uri="{BB962C8B-B14F-4D97-AF65-F5344CB8AC3E}">
        <p14:creationId xmlns:p14="http://schemas.microsoft.com/office/powerpoint/2010/main" val="3361108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9</a:t>
            </a:fld>
            <a:endParaRPr lang="zh-CN" altLang="en-US"/>
          </a:p>
        </p:txBody>
      </p:sp>
    </p:spTree>
    <p:extLst>
      <p:ext uri="{BB962C8B-B14F-4D97-AF65-F5344CB8AC3E}">
        <p14:creationId xmlns:p14="http://schemas.microsoft.com/office/powerpoint/2010/main" val="341963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10</a:t>
            </a:fld>
            <a:endParaRPr lang="zh-CN" altLang="en-US"/>
          </a:p>
        </p:txBody>
      </p:sp>
    </p:spTree>
    <p:extLst>
      <p:ext uri="{BB962C8B-B14F-4D97-AF65-F5344CB8AC3E}">
        <p14:creationId xmlns:p14="http://schemas.microsoft.com/office/powerpoint/2010/main" val="464309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11</a:t>
            </a:fld>
            <a:endParaRPr lang="zh-CN" altLang="en-US"/>
          </a:p>
        </p:txBody>
      </p:sp>
    </p:spTree>
    <p:extLst>
      <p:ext uri="{BB962C8B-B14F-4D97-AF65-F5344CB8AC3E}">
        <p14:creationId xmlns:p14="http://schemas.microsoft.com/office/powerpoint/2010/main" val="1739741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12</a:t>
            </a:fld>
            <a:endParaRPr lang="zh-CN" altLang="en-US"/>
          </a:p>
        </p:txBody>
      </p:sp>
    </p:spTree>
    <p:extLst>
      <p:ext uri="{BB962C8B-B14F-4D97-AF65-F5344CB8AC3E}">
        <p14:creationId xmlns:p14="http://schemas.microsoft.com/office/powerpoint/2010/main" val="469943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13</a:t>
            </a:fld>
            <a:endParaRPr lang="zh-CN" altLang="en-US"/>
          </a:p>
        </p:txBody>
      </p:sp>
    </p:spTree>
    <p:extLst>
      <p:ext uri="{BB962C8B-B14F-4D97-AF65-F5344CB8AC3E}">
        <p14:creationId xmlns:p14="http://schemas.microsoft.com/office/powerpoint/2010/main" val="2974608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14</a:t>
            </a:fld>
            <a:endParaRPr lang="zh-CN" altLang="en-US"/>
          </a:p>
        </p:txBody>
      </p:sp>
    </p:spTree>
    <p:extLst>
      <p:ext uri="{BB962C8B-B14F-4D97-AF65-F5344CB8AC3E}">
        <p14:creationId xmlns:p14="http://schemas.microsoft.com/office/powerpoint/2010/main" val="3060822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15</a:t>
            </a:fld>
            <a:endParaRPr lang="zh-CN" altLang="en-US"/>
          </a:p>
        </p:txBody>
      </p:sp>
    </p:spTree>
    <p:extLst>
      <p:ext uri="{BB962C8B-B14F-4D97-AF65-F5344CB8AC3E}">
        <p14:creationId xmlns:p14="http://schemas.microsoft.com/office/powerpoint/2010/main" val="2008021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16</a:t>
            </a:fld>
            <a:endParaRPr lang="zh-CN" altLang="en-US"/>
          </a:p>
        </p:txBody>
      </p:sp>
    </p:spTree>
    <p:extLst>
      <p:ext uri="{BB962C8B-B14F-4D97-AF65-F5344CB8AC3E}">
        <p14:creationId xmlns:p14="http://schemas.microsoft.com/office/powerpoint/2010/main" val="2042740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17</a:t>
            </a:fld>
            <a:endParaRPr lang="zh-CN" altLang="en-US"/>
          </a:p>
        </p:txBody>
      </p:sp>
    </p:spTree>
    <p:extLst>
      <p:ext uri="{BB962C8B-B14F-4D97-AF65-F5344CB8AC3E}">
        <p14:creationId xmlns:p14="http://schemas.microsoft.com/office/powerpoint/2010/main" val="708778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18</a:t>
            </a:fld>
            <a:endParaRPr lang="zh-CN" altLang="en-US"/>
          </a:p>
        </p:txBody>
      </p:sp>
    </p:spTree>
    <p:extLst>
      <p:ext uri="{BB962C8B-B14F-4D97-AF65-F5344CB8AC3E}">
        <p14:creationId xmlns:p14="http://schemas.microsoft.com/office/powerpoint/2010/main" val="1633399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D83AEB-CFE5-4081-8AC6-FF1821C8FCED}" type="slidenum">
              <a:rPr lang="zh-CN" altLang="en-US" smtClean="0"/>
              <a:t>19</a:t>
            </a:fld>
            <a:endParaRPr lang="zh-CN" altLang="en-US"/>
          </a:p>
        </p:txBody>
      </p:sp>
    </p:spTree>
    <p:extLst>
      <p:ext uri="{BB962C8B-B14F-4D97-AF65-F5344CB8AC3E}">
        <p14:creationId xmlns:p14="http://schemas.microsoft.com/office/powerpoint/2010/main" val="26140672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C1B2AE25-80AF-4843-B25C-6A6598B51BA7}" type="slidenum">
              <a:rPr lang="zh-CN" altLang="en-US" smtClean="0"/>
              <a:t>20</a:t>
            </a:fld>
            <a:endParaRPr lang="zh-CN" altLang="en-US"/>
          </a:p>
        </p:txBody>
      </p:sp>
    </p:spTree>
    <p:extLst>
      <p:ext uri="{BB962C8B-B14F-4D97-AF65-F5344CB8AC3E}">
        <p14:creationId xmlns:p14="http://schemas.microsoft.com/office/powerpoint/2010/main" val="4046736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21</a:t>
            </a:fld>
            <a:endParaRPr lang="zh-CN" altLang="en-US"/>
          </a:p>
        </p:txBody>
      </p:sp>
    </p:spTree>
    <p:extLst>
      <p:ext uri="{BB962C8B-B14F-4D97-AF65-F5344CB8AC3E}">
        <p14:creationId xmlns:p14="http://schemas.microsoft.com/office/powerpoint/2010/main" val="1342165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22</a:t>
            </a:fld>
            <a:endParaRPr lang="zh-CN" altLang="en-US"/>
          </a:p>
        </p:txBody>
      </p:sp>
    </p:spTree>
    <p:extLst>
      <p:ext uri="{BB962C8B-B14F-4D97-AF65-F5344CB8AC3E}">
        <p14:creationId xmlns:p14="http://schemas.microsoft.com/office/powerpoint/2010/main" val="37737377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23</a:t>
            </a:fld>
            <a:endParaRPr lang="zh-CN" altLang="en-US"/>
          </a:p>
        </p:txBody>
      </p:sp>
    </p:spTree>
    <p:extLst>
      <p:ext uri="{BB962C8B-B14F-4D97-AF65-F5344CB8AC3E}">
        <p14:creationId xmlns:p14="http://schemas.microsoft.com/office/powerpoint/2010/main" val="3325010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24</a:t>
            </a:fld>
            <a:endParaRPr lang="zh-CN" altLang="en-US"/>
          </a:p>
        </p:txBody>
      </p:sp>
    </p:spTree>
    <p:extLst>
      <p:ext uri="{BB962C8B-B14F-4D97-AF65-F5344CB8AC3E}">
        <p14:creationId xmlns:p14="http://schemas.microsoft.com/office/powerpoint/2010/main" val="102090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25</a:t>
            </a:fld>
            <a:endParaRPr lang="zh-CN" altLang="en-US"/>
          </a:p>
        </p:txBody>
      </p:sp>
    </p:spTree>
    <p:extLst>
      <p:ext uri="{BB962C8B-B14F-4D97-AF65-F5344CB8AC3E}">
        <p14:creationId xmlns:p14="http://schemas.microsoft.com/office/powerpoint/2010/main" val="14677103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26</a:t>
            </a:fld>
            <a:endParaRPr lang="zh-CN" altLang="en-US"/>
          </a:p>
        </p:txBody>
      </p:sp>
    </p:spTree>
    <p:extLst>
      <p:ext uri="{BB962C8B-B14F-4D97-AF65-F5344CB8AC3E}">
        <p14:creationId xmlns:p14="http://schemas.microsoft.com/office/powerpoint/2010/main" val="2191479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27</a:t>
            </a:fld>
            <a:endParaRPr lang="zh-CN" altLang="en-US"/>
          </a:p>
        </p:txBody>
      </p:sp>
    </p:spTree>
    <p:extLst>
      <p:ext uri="{BB962C8B-B14F-4D97-AF65-F5344CB8AC3E}">
        <p14:creationId xmlns:p14="http://schemas.microsoft.com/office/powerpoint/2010/main" val="1531768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28</a:t>
            </a:fld>
            <a:endParaRPr lang="zh-CN" altLang="en-US"/>
          </a:p>
        </p:txBody>
      </p:sp>
    </p:spTree>
    <p:extLst>
      <p:ext uri="{BB962C8B-B14F-4D97-AF65-F5344CB8AC3E}">
        <p14:creationId xmlns:p14="http://schemas.microsoft.com/office/powerpoint/2010/main" val="1941022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29</a:t>
            </a:fld>
            <a:endParaRPr lang="zh-CN" altLang="en-US"/>
          </a:p>
        </p:txBody>
      </p:sp>
    </p:spTree>
    <p:extLst>
      <p:ext uri="{BB962C8B-B14F-4D97-AF65-F5344CB8AC3E}">
        <p14:creationId xmlns:p14="http://schemas.microsoft.com/office/powerpoint/2010/main" val="1666946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30</a:t>
            </a:fld>
            <a:endParaRPr lang="zh-CN" altLang="en-US"/>
          </a:p>
        </p:txBody>
      </p:sp>
    </p:spTree>
    <p:extLst>
      <p:ext uri="{BB962C8B-B14F-4D97-AF65-F5344CB8AC3E}">
        <p14:creationId xmlns:p14="http://schemas.microsoft.com/office/powerpoint/2010/main" val="2221828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31</a:t>
            </a:fld>
            <a:endParaRPr lang="zh-CN" altLang="en-US"/>
          </a:p>
        </p:txBody>
      </p:sp>
    </p:spTree>
    <p:extLst>
      <p:ext uri="{BB962C8B-B14F-4D97-AF65-F5344CB8AC3E}">
        <p14:creationId xmlns:p14="http://schemas.microsoft.com/office/powerpoint/2010/main" val="759738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32</a:t>
            </a:fld>
            <a:endParaRPr lang="zh-CN" altLang="en-US"/>
          </a:p>
        </p:txBody>
      </p:sp>
    </p:spTree>
    <p:extLst>
      <p:ext uri="{BB962C8B-B14F-4D97-AF65-F5344CB8AC3E}">
        <p14:creationId xmlns:p14="http://schemas.microsoft.com/office/powerpoint/2010/main" val="17591494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33</a:t>
            </a:fld>
            <a:endParaRPr lang="zh-CN" altLang="en-US"/>
          </a:p>
        </p:txBody>
      </p:sp>
    </p:spTree>
    <p:extLst>
      <p:ext uri="{BB962C8B-B14F-4D97-AF65-F5344CB8AC3E}">
        <p14:creationId xmlns:p14="http://schemas.microsoft.com/office/powerpoint/2010/main" val="1508240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34</a:t>
            </a:fld>
            <a:endParaRPr lang="zh-CN" altLang="en-US"/>
          </a:p>
        </p:txBody>
      </p:sp>
    </p:spTree>
    <p:extLst>
      <p:ext uri="{BB962C8B-B14F-4D97-AF65-F5344CB8AC3E}">
        <p14:creationId xmlns:p14="http://schemas.microsoft.com/office/powerpoint/2010/main" val="884653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35</a:t>
            </a:fld>
            <a:endParaRPr lang="zh-CN" altLang="en-US"/>
          </a:p>
        </p:txBody>
      </p:sp>
    </p:spTree>
    <p:extLst>
      <p:ext uri="{BB962C8B-B14F-4D97-AF65-F5344CB8AC3E}">
        <p14:creationId xmlns:p14="http://schemas.microsoft.com/office/powerpoint/2010/main" val="2892839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C8EA84-52B3-4491-B015-756B52E5F068}" type="slidenum">
              <a:rPr lang="zh-CN" altLang="en-US" smtClean="0"/>
              <a:t>36</a:t>
            </a:fld>
            <a:endParaRPr lang="zh-CN" altLang="en-US"/>
          </a:p>
        </p:txBody>
      </p:sp>
    </p:spTree>
    <p:extLst>
      <p:ext uri="{BB962C8B-B14F-4D97-AF65-F5344CB8AC3E}">
        <p14:creationId xmlns:p14="http://schemas.microsoft.com/office/powerpoint/2010/main" val="3671248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80C79E-1B31-4E5C-A566-A13F136ECB3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A7FB217-CB9B-4B17-A6CB-AB84A35B7B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7B9E640-4BF0-420A-84E8-7E4536030094}"/>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5" name="页脚占位符 4">
            <a:extLst>
              <a:ext uri="{FF2B5EF4-FFF2-40B4-BE49-F238E27FC236}">
                <a16:creationId xmlns:a16="http://schemas.microsoft.com/office/drawing/2014/main" id="{51E50542-D775-4A48-BCC9-09F497A6D99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03CF4CC-BEBC-4DE8-A5FC-7B25D7EDEAE5}"/>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212980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7FB84F-9E8E-4E6A-9B7F-7D6C552E13CB}"/>
              </a:ext>
            </a:extLst>
          </p:cNvPr>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A943E5DA-8BF9-4A33-B32F-82B791988AF5}"/>
              </a:ext>
            </a:extLst>
          </p:cNvPr>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E7E03198-43B7-479E-A05A-BDD8CF009921}"/>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5" name="页脚占位符 4">
            <a:extLst>
              <a:ext uri="{FF2B5EF4-FFF2-40B4-BE49-F238E27FC236}">
                <a16:creationId xmlns:a16="http://schemas.microsoft.com/office/drawing/2014/main" id="{1245E73A-168B-4612-B38F-3D12825350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9F3A3F-2A06-426F-8459-C3D13115408E}"/>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4032054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6CFDE-6156-4ECD-8FEE-9BE60DC48BC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8C6FF0D-2E23-454E-BA85-A17A2DE1DD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F53A749-37C2-4727-A934-636109539E00}"/>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5" name="页脚占位符 4">
            <a:extLst>
              <a:ext uri="{FF2B5EF4-FFF2-40B4-BE49-F238E27FC236}">
                <a16:creationId xmlns:a16="http://schemas.microsoft.com/office/drawing/2014/main" id="{C3E6FA4A-3C8B-48D6-89E3-5EF3C0AEAD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5867D3-EEBA-4431-9069-A3D1821C299F}"/>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3725727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251BD-F28B-4636-996C-DBDDD24B49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CA79F59-4F94-43A0-810A-332ADBE4354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C864D37-33DF-4069-8E15-41D8386086B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B7DF003-9E45-4882-8FC3-84F870E6B497}"/>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6" name="页脚占位符 5">
            <a:extLst>
              <a:ext uri="{FF2B5EF4-FFF2-40B4-BE49-F238E27FC236}">
                <a16:creationId xmlns:a16="http://schemas.microsoft.com/office/drawing/2014/main" id="{147B267F-3C0A-4B22-AE2F-130E26D97A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5AD090A-175C-4110-BB75-4BA27737EF29}"/>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2016130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B773AF-9D1A-482F-85B9-DC40DA30FE3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37D4145-1D81-4EB1-BA54-0A3EE41BE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F676D85-A2BB-4612-AC07-137D5BEB72B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F744802-FB9A-4F07-BE8A-A1A3708467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044942F-8F8E-422C-901E-75A4774EAF1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02EC44D-B789-4845-B7FD-3291CEDE8037}"/>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8" name="页脚占位符 7">
            <a:extLst>
              <a:ext uri="{FF2B5EF4-FFF2-40B4-BE49-F238E27FC236}">
                <a16:creationId xmlns:a16="http://schemas.microsoft.com/office/drawing/2014/main" id="{1163DB76-9B93-4132-9889-D10C6384131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7C34E1-4408-45AA-B512-187760ACC48F}"/>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448799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8B3299-C7C0-478B-AF13-89CE52DE8B8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4350857-3C01-4F29-806B-3C4AC65382BC}"/>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4" name="页脚占位符 3">
            <a:extLst>
              <a:ext uri="{FF2B5EF4-FFF2-40B4-BE49-F238E27FC236}">
                <a16:creationId xmlns:a16="http://schemas.microsoft.com/office/drawing/2014/main" id="{5DED6A12-9F8A-4843-9811-90EE369CDE5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87AF19E-E0E5-4E2A-AD1F-E65A0723ACCB}"/>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127731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1D54BC-CFCF-488D-9F37-A4DBB8E8BF70}"/>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3" name="页脚占位符 2">
            <a:extLst>
              <a:ext uri="{FF2B5EF4-FFF2-40B4-BE49-F238E27FC236}">
                <a16:creationId xmlns:a16="http://schemas.microsoft.com/office/drawing/2014/main" id="{F99E1B6B-69A2-461E-B421-F8BBDF6124A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964E9EA-F448-4873-BA4C-69776576800A}"/>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2666317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42B15-AB11-4993-8FDC-82824DF486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9A0CAF8-87F0-4807-BA22-88D2A425D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8D4CA4D-19E7-4C04-87C6-01A1C4FD3D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5DF88FF-4A71-43EA-8815-7A80CAAE56E3}"/>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6" name="页脚占位符 5">
            <a:extLst>
              <a:ext uri="{FF2B5EF4-FFF2-40B4-BE49-F238E27FC236}">
                <a16:creationId xmlns:a16="http://schemas.microsoft.com/office/drawing/2014/main" id="{C1A5D470-AAA9-476E-A093-0D171BDD1BD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EB9474-BACA-42F8-A517-4FBFCCD48DD1}"/>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2083670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096AFD-BF33-496E-AF7D-E3A8A4C548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965F8B8-AF76-49A9-A148-FD59908499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AF6D4E-05E5-406D-BBD9-0E16566BCB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D9A2821-3281-45CA-B118-6B7E833876DE}"/>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6" name="页脚占位符 5">
            <a:extLst>
              <a:ext uri="{FF2B5EF4-FFF2-40B4-BE49-F238E27FC236}">
                <a16:creationId xmlns:a16="http://schemas.microsoft.com/office/drawing/2014/main" id="{BECAE897-6EE1-4DB4-B6EC-63441A9CCE8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D9FAB4-E63E-40C7-AD20-4D73216D28E4}"/>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249759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90800-8807-4176-BFB6-7F9BF019659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705332A-1CE8-40B0-A3EB-294579637C0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A7B6ED-E04B-4999-81B8-65A716033CBA}"/>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5" name="页脚占位符 4">
            <a:extLst>
              <a:ext uri="{FF2B5EF4-FFF2-40B4-BE49-F238E27FC236}">
                <a16:creationId xmlns:a16="http://schemas.microsoft.com/office/drawing/2014/main" id="{83F916FC-67AE-4C92-944B-5F924E1A70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6996EC-FCF1-4B73-A80B-5424A7B41BF5}"/>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19844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1F6E09D-8128-4A39-931A-9EC8305C9BD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DE623EB-00BD-40F1-8D38-5AB5888A78D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76B0E28-629C-4320-BF34-4B196E9668A6}"/>
              </a:ext>
            </a:extLst>
          </p:cNvPr>
          <p:cNvSpPr>
            <a:spLocks noGrp="1"/>
          </p:cNvSpPr>
          <p:nvPr>
            <p:ph type="dt" sz="half" idx="10"/>
          </p:nvPr>
        </p:nvSpPr>
        <p:spPr/>
        <p:txBody>
          <a:bodyPr/>
          <a:lstStyle/>
          <a:p>
            <a:fld id="{AD248680-D3E5-4FE7-80ED-1D7E3C75469D}" type="datetimeFigureOut">
              <a:rPr lang="zh-CN" altLang="en-US" smtClean="0"/>
              <a:t>2023/12/4</a:t>
            </a:fld>
            <a:endParaRPr lang="zh-CN" altLang="en-US"/>
          </a:p>
        </p:txBody>
      </p:sp>
      <p:sp>
        <p:nvSpPr>
          <p:cNvPr id="5" name="页脚占位符 4">
            <a:extLst>
              <a:ext uri="{FF2B5EF4-FFF2-40B4-BE49-F238E27FC236}">
                <a16:creationId xmlns:a16="http://schemas.microsoft.com/office/drawing/2014/main" id="{9C4F7281-84D9-4D40-9FD2-38C46268CF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9E8C30-9B01-413F-951C-4CE3951571ED}"/>
              </a:ext>
            </a:extLst>
          </p:cNvPr>
          <p:cNvSpPr>
            <a:spLocks noGrp="1"/>
          </p:cNvSpPr>
          <p:nvPr>
            <p:ph type="sldNum" sz="quarter" idx="12"/>
          </p:nvPr>
        </p:nvSpPr>
        <p:spPr/>
        <p:txBody>
          <a:body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477235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803EF8C-C070-4060-91E8-D5078AA2AE77}"/>
              </a:ext>
            </a:extLst>
          </p:cNvPr>
          <p:cNvSpPr>
            <a:spLocks noGrp="1"/>
          </p:cNvSpPr>
          <p:nvPr>
            <p:ph type="title"/>
          </p:nvPr>
        </p:nvSpPr>
        <p:spPr>
          <a:xfrm>
            <a:off x="154378" y="204808"/>
            <a:ext cx="11116294" cy="721467"/>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83E5EA11-AFE2-4969-85C1-0BE569AD467C}"/>
              </a:ext>
            </a:extLst>
          </p:cNvPr>
          <p:cNvSpPr>
            <a:spLocks noGrp="1"/>
          </p:cNvSpPr>
          <p:nvPr>
            <p:ph type="body" idx="1"/>
          </p:nvPr>
        </p:nvSpPr>
        <p:spPr>
          <a:xfrm>
            <a:off x="154377" y="1009404"/>
            <a:ext cx="11851575" cy="516756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05B2E99F-C521-4469-B152-FEE0E88D29B1}"/>
              </a:ext>
            </a:extLst>
          </p:cNvPr>
          <p:cNvSpPr>
            <a:spLocks noGrp="1"/>
          </p:cNvSpPr>
          <p:nvPr>
            <p:ph type="dt" sz="half" idx="2"/>
          </p:nvPr>
        </p:nvSpPr>
        <p:spPr>
          <a:xfrm>
            <a:off x="154377" y="635634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248680-D3E5-4FE7-80ED-1D7E3C75469D}" type="datetimeFigureOut">
              <a:rPr lang="zh-CN" altLang="en-US" smtClean="0"/>
              <a:t>2023/12/4</a:t>
            </a:fld>
            <a:endParaRPr lang="zh-CN" altLang="en-US"/>
          </a:p>
        </p:txBody>
      </p:sp>
      <p:sp>
        <p:nvSpPr>
          <p:cNvPr id="5" name="页脚占位符 4">
            <a:extLst>
              <a:ext uri="{FF2B5EF4-FFF2-40B4-BE49-F238E27FC236}">
                <a16:creationId xmlns:a16="http://schemas.microsoft.com/office/drawing/2014/main" id="{ED035B79-81DA-444F-87C0-E7974FB049AE}"/>
              </a:ext>
            </a:extLst>
          </p:cNvPr>
          <p:cNvSpPr>
            <a:spLocks noGrp="1"/>
          </p:cNvSpPr>
          <p:nvPr>
            <p:ph type="ftr" sz="quarter" idx="3"/>
          </p:nvPr>
        </p:nvSpPr>
        <p:spPr>
          <a:xfrm>
            <a:off x="4022764" y="635939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a:extLst>
              <a:ext uri="{FF2B5EF4-FFF2-40B4-BE49-F238E27FC236}">
                <a16:creationId xmlns:a16="http://schemas.microsoft.com/office/drawing/2014/main" id="{FC1A4299-56E7-4098-9B4C-769005D98B09}"/>
              </a:ext>
            </a:extLst>
          </p:cNvPr>
          <p:cNvSpPr>
            <a:spLocks noGrp="1"/>
          </p:cNvSpPr>
          <p:nvPr>
            <p:ph type="sldNum" sz="quarter" idx="4"/>
          </p:nvPr>
        </p:nvSpPr>
        <p:spPr>
          <a:xfrm>
            <a:off x="9262752"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992F7-1F00-4BB3-9945-4D6B8B28E91A}" type="slidenum">
              <a:rPr lang="zh-CN" altLang="en-US" smtClean="0"/>
              <a:t>‹#›</a:t>
            </a:fld>
            <a:endParaRPr lang="zh-CN" altLang="en-US"/>
          </a:p>
        </p:txBody>
      </p:sp>
    </p:spTree>
    <p:extLst>
      <p:ext uri="{BB962C8B-B14F-4D97-AF65-F5344CB8AC3E}">
        <p14:creationId xmlns:p14="http://schemas.microsoft.com/office/powerpoint/2010/main" val="3396893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E406809B-905C-43E2-9A7E-A68A3E86BE51}"/>
              </a:ext>
            </a:extLst>
          </p:cNvPr>
          <p:cNvPicPr>
            <a:picLocks noChangeAspect="1"/>
          </p:cNvPicPr>
          <p:nvPr/>
        </p:nvPicPr>
        <p:blipFill>
          <a:blip r:embed="rId3"/>
          <a:stretch>
            <a:fillRect/>
          </a:stretch>
        </p:blipFill>
        <p:spPr>
          <a:xfrm>
            <a:off x="793667" y="2464671"/>
            <a:ext cx="10604665" cy="1928657"/>
          </a:xfrm>
          <a:prstGeom prst="rect">
            <a:avLst/>
          </a:prstGeom>
        </p:spPr>
      </p:pic>
      <p:sp>
        <p:nvSpPr>
          <p:cNvPr id="2" name="文本框 1">
            <a:extLst>
              <a:ext uri="{FF2B5EF4-FFF2-40B4-BE49-F238E27FC236}">
                <a16:creationId xmlns:a16="http://schemas.microsoft.com/office/drawing/2014/main" id="{6C2FCBCB-9DDA-4FAE-87C8-BE1D4D4B488F}"/>
              </a:ext>
            </a:extLst>
          </p:cNvPr>
          <p:cNvSpPr txBox="1"/>
          <p:nvPr/>
        </p:nvSpPr>
        <p:spPr>
          <a:xfrm>
            <a:off x="1" y="5989313"/>
            <a:ext cx="12191999" cy="369332"/>
          </a:xfrm>
          <a:prstGeom prst="rect">
            <a:avLst/>
          </a:prstGeom>
          <a:noFill/>
        </p:spPr>
        <p:txBody>
          <a:bodyPr wrap="square" rtlCol="0">
            <a:spAutoFit/>
          </a:bodyPr>
          <a:lstStyle/>
          <a:p>
            <a:pPr algn="ctr"/>
            <a:r>
              <a:rPr lang="en-US" altLang="zh-CN" dirty="0">
                <a:latin typeface="Cambria" panose="02040503050406030204" pitchFamily="18" charset="0"/>
                <a:ea typeface="Cambria" panose="02040503050406030204" pitchFamily="18" charset="0"/>
              </a:rPr>
              <a:t>ICCV-2023</a:t>
            </a:r>
            <a:endParaRPr lang="zh-CN" altLang="en-US" dirty="0">
              <a:latin typeface="Cambria" panose="02040503050406030204" pitchFamily="18" charset="0"/>
            </a:endParaRPr>
          </a:p>
        </p:txBody>
      </p:sp>
    </p:spTree>
    <p:extLst>
      <p:ext uri="{BB962C8B-B14F-4D97-AF65-F5344CB8AC3E}">
        <p14:creationId xmlns:p14="http://schemas.microsoft.com/office/powerpoint/2010/main" val="1696890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1B0DB4-71E5-47C6-80B7-8D44347300A0}"/>
              </a:ext>
            </a:extLst>
          </p:cNvPr>
          <p:cNvSpPr>
            <a:spLocks noGrp="1"/>
          </p:cNvSpPr>
          <p:nvPr>
            <p:ph type="title"/>
          </p:nvPr>
        </p:nvSpPr>
        <p:spPr/>
        <p:txBody>
          <a:bodyPr/>
          <a:lstStyle/>
          <a:p>
            <a:r>
              <a:rPr lang="en-US" altLang="zh-CN" dirty="0"/>
              <a:t>Background</a:t>
            </a:r>
            <a:endParaRPr lang="zh-CN" altLang="en-US" dirty="0"/>
          </a:p>
        </p:txBody>
      </p:sp>
      <p:sp>
        <p:nvSpPr>
          <p:cNvPr id="3" name="内容占位符 2">
            <a:extLst>
              <a:ext uri="{FF2B5EF4-FFF2-40B4-BE49-F238E27FC236}">
                <a16:creationId xmlns:a16="http://schemas.microsoft.com/office/drawing/2014/main" id="{BED6F662-DAF2-4777-93C6-F67F9B82FBDE}"/>
              </a:ext>
            </a:extLst>
          </p:cNvPr>
          <p:cNvSpPr>
            <a:spLocks noGrp="1"/>
          </p:cNvSpPr>
          <p:nvPr>
            <p:ph idx="1"/>
          </p:nvPr>
        </p:nvSpPr>
        <p:spPr/>
        <p:txBody>
          <a:bodyPr>
            <a:normAutofit/>
          </a:bodyPr>
          <a:lstStyle/>
          <a:p>
            <a:r>
              <a:rPr lang="en-US" altLang="zh-CN" sz="2000" dirty="0">
                <a:latin typeface="微软雅黑" panose="020B0503020204020204" pitchFamily="34" charset="-122"/>
                <a:ea typeface="微软雅黑" panose="020B0503020204020204" pitchFamily="34" charset="-122"/>
              </a:rPr>
              <a:t>Form</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depth image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voxel</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mesh</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pointcloud</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Knotty problem</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irregular &amp; unstructured data</a:t>
            </a:r>
          </a:p>
          <a:p>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projecting point clouds to depth images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voxelization</a:t>
            </a:r>
          </a:p>
          <a:p>
            <a:endParaRPr lang="en-US" altLang="zh-CN" sz="2000" dirty="0">
              <a:latin typeface="微软雅黑" panose="020B0503020204020204" pitchFamily="34" charset="-122"/>
              <a:ea typeface="微软雅黑" panose="020B0503020204020204" pitchFamily="34" charset="-122"/>
            </a:endParaRPr>
          </a:p>
          <a:p>
            <a:r>
              <a:rPr lang="en-US" altLang="zh-CN" sz="2000" dirty="0" err="1">
                <a:latin typeface="微软雅黑" panose="020B0503020204020204" pitchFamily="34" charset="-122"/>
                <a:ea typeface="微软雅黑" panose="020B0503020204020204" pitchFamily="34" charset="-122"/>
              </a:rPr>
              <a:t>PointNet</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PointNet</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etc.</a:t>
            </a:r>
          </a:p>
          <a:p>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The way to sample point cloud matters</a:t>
            </a:r>
          </a:p>
        </p:txBody>
      </p:sp>
    </p:spTree>
    <p:extLst>
      <p:ext uri="{BB962C8B-B14F-4D97-AF65-F5344CB8AC3E}">
        <p14:creationId xmlns:p14="http://schemas.microsoft.com/office/powerpoint/2010/main" val="4276895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26EBA-A37B-4C35-BDE8-55652EEFA4DA}"/>
              </a:ext>
            </a:extLst>
          </p:cNvPr>
          <p:cNvSpPr>
            <a:spLocks noGrp="1"/>
          </p:cNvSpPr>
          <p:nvPr>
            <p:ph type="title"/>
          </p:nvPr>
        </p:nvSpPr>
        <p:spPr/>
        <p:txBody>
          <a:bodyPr/>
          <a:lstStyle/>
          <a:p>
            <a:r>
              <a:rPr lang="en-US" altLang="zh-CN" dirty="0"/>
              <a:t>Motivation</a:t>
            </a:r>
            <a:endParaRPr lang="zh-CN" altLang="en-US" dirty="0"/>
          </a:p>
        </p:txBody>
      </p:sp>
      <p:sp>
        <p:nvSpPr>
          <p:cNvPr id="4" name="灯片编号占位符 3">
            <a:extLst>
              <a:ext uri="{FF2B5EF4-FFF2-40B4-BE49-F238E27FC236}">
                <a16:creationId xmlns:a16="http://schemas.microsoft.com/office/drawing/2014/main" id="{EE606268-1139-41DF-9C89-83EAECC06974}"/>
              </a:ext>
            </a:extLst>
          </p:cNvPr>
          <p:cNvSpPr>
            <a:spLocks noGrp="1"/>
          </p:cNvSpPr>
          <p:nvPr>
            <p:ph type="sldNum" sz="quarter" idx="12"/>
          </p:nvPr>
        </p:nvSpPr>
        <p:spPr/>
        <p:txBody>
          <a:bodyPr/>
          <a:lstStyle/>
          <a:p>
            <a:fld id="{09F8E241-5604-4C64-8DA9-A54BC134EE44}" type="slidenum">
              <a:rPr lang="zh-CN" altLang="en-US" smtClean="0"/>
              <a:t>3</a:t>
            </a:fld>
            <a:endParaRPr lang="zh-CN" altLang="en-US"/>
          </a:p>
        </p:txBody>
      </p:sp>
      <p:sp>
        <p:nvSpPr>
          <p:cNvPr id="7" name="文本框 6">
            <a:extLst>
              <a:ext uri="{FF2B5EF4-FFF2-40B4-BE49-F238E27FC236}">
                <a16:creationId xmlns:a16="http://schemas.microsoft.com/office/drawing/2014/main" id="{06BF9FD0-2D42-474A-911D-E59C2C7BC285}"/>
              </a:ext>
            </a:extLst>
          </p:cNvPr>
          <p:cNvSpPr txBox="1"/>
          <p:nvPr/>
        </p:nvSpPr>
        <p:spPr>
          <a:xfrm>
            <a:off x="335477" y="2775581"/>
            <a:ext cx="4379193" cy="1754326"/>
          </a:xfrm>
          <a:prstGeom prst="rect">
            <a:avLst/>
          </a:prstGeom>
          <a:noFill/>
        </p:spPr>
        <p:txBody>
          <a:bodyPr wrap="square">
            <a:spAutoFit/>
          </a:bodyPr>
          <a:lstStyle/>
          <a:p>
            <a:pPr marL="285750" indent="-285750">
              <a:buFont typeface="Arial" panose="020B0604020202020204" pitchFamily="34" charset="0"/>
              <a:buChar char="•"/>
            </a:pPr>
            <a:endParaRPr lang="en-US" altLang="zh-CN" dirty="0">
              <a:solidFill>
                <a:srgbClr val="00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a:solidFill>
                  <a:srgbClr val="000000"/>
                </a:solidFill>
                <a:latin typeface="微软雅黑" panose="020B0503020204020204" pitchFamily="34" charset="-122"/>
                <a:ea typeface="微软雅黑" panose="020B0503020204020204" pitchFamily="34" charset="-122"/>
              </a:rPr>
              <a:t>Better representation with accurate semantic information</a:t>
            </a:r>
          </a:p>
          <a:p>
            <a:pPr marL="285750" indent="-285750">
              <a:buFont typeface="Arial" panose="020B0604020202020204" pitchFamily="34" charset="0"/>
              <a:buChar char="•"/>
            </a:pPr>
            <a:endParaRPr lang="en-US" altLang="zh-CN" dirty="0">
              <a:solidFill>
                <a:srgbClr val="00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800" b="0" i="1" dirty="0">
                <a:solidFill>
                  <a:srgbClr val="000000"/>
                </a:solidFill>
                <a:effectLst/>
                <a:latin typeface="微软雅黑" panose="020B0503020204020204" pitchFamily="34" charset="-122"/>
                <a:ea typeface="微软雅黑" panose="020B0503020204020204" pitchFamily="34" charset="-122"/>
              </a:rPr>
              <a:t>structure-aware </a:t>
            </a:r>
            <a:r>
              <a:rPr lang="en-US" altLang="zh-CN" sz="1800" b="0" i="0" dirty="0">
                <a:solidFill>
                  <a:srgbClr val="000000"/>
                </a:solidFill>
                <a:effectLst/>
                <a:latin typeface="微软雅黑" panose="020B0503020204020204" pitchFamily="34" charset="-122"/>
                <a:ea typeface="微软雅黑" panose="020B0503020204020204" pitchFamily="34" charset="-122"/>
              </a:rPr>
              <a:t>point cloud sampling</a:t>
            </a:r>
          </a:p>
        </p:txBody>
      </p:sp>
      <p:pic>
        <p:nvPicPr>
          <p:cNvPr id="8" name="图片 7">
            <a:extLst>
              <a:ext uri="{FF2B5EF4-FFF2-40B4-BE49-F238E27FC236}">
                <a16:creationId xmlns:a16="http://schemas.microsoft.com/office/drawing/2014/main" id="{17717C00-CC32-4300-BC4D-3224E9D9DC30}"/>
              </a:ext>
            </a:extLst>
          </p:cNvPr>
          <p:cNvPicPr>
            <a:picLocks noChangeAspect="1"/>
          </p:cNvPicPr>
          <p:nvPr/>
        </p:nvPicPr>
        <p:blipFill>
          <a:blip r:embed="rId3"/>
          <a:stretch>
            <a:fillRect/>
          </a:stretch>
        </p:blipFill>
        <p:spPr>
          <a:xfrm>
            <a:off x="4903434" y="1181664"/>
            <a:ext cx="6514691" cy="4103444"/>
          </a:xfrm>
          <a:prstGeom prst="rect">
            <a:avLst/>
          </a:prstGeom>
        </p:spPr>
      </p:pic>
      <p:sp>
        <p:nvSpPr>
          <p:cNvPr id="11" name="文本框 10">
            <a:extLst>
              <a:ext uri="{FF2B5EF4-FFF2-40B4-BE49-F238E27FC236}">
                <a16:creationId xmlns:a16="http://schemas.microsoft.com/office/drawing/2014/main" id="{81A07BA5-50F4-4BD4-9C7B-4810938D3937}"/>
              </a:ext>
            </a:extLst>
          </p:cNvPr>
          <p:cNvSpPr txBox="1"/>
          <p:nvPr/>
        </p:nvSpPr>
        <p:spPr>
          <a:xfrm>
            <a:off x="335478" y="1482919"/>
            <a:ext cx="4379194" cy="1477328"/>
          </a:xfrm>
          <a:prstGeom prst="rect">
            <a:avLst/>
          </a:prstGeom>
          <a:noFill/>
        </p:spPr>
        <p:txBody>
          <a:bodyPr wrap="square">
            <a:spAutoFit/>
          </a:bodyPr>
          <a:lstStyle/>
          <a:p>
            <a:pPr marL="285750" indent="-285750">
              <a:buFont typeface="Arial" panose="020B0604020202020204" pitchFamily="34" charset="0"/>
              <a:buChar char="•"/>
            </a:pPr>
            <a:r>
              <a:rPr lang="en-US" altLang="zh-CN" sz="1800" i="1" dirty="0">
                <a:solidFill>
                  <a:srgbClr val="000000"/>
                </a:solidFill>
                <a:effectLst/>
                <a:latin typeface="微软雅黑" panose="020B0503020204020204" pitchFamily="34" charset="-122"/>
                <a:ea typeface="微软雅黑" panose="020B0503020204020204" pitchFamily="34" charset="-122"/>
              </a:rPr>
              <a:t>Point cloud sampling </a:t>
            </a:r>
            <a:r>
              <a:rPr lang="en-US" altLang="zh-CN" sz="1800" b="0" i="0" dirty="0">
                <a:solidFill>
                  <a:srgbClr val="000000"/>
                </a:solidFill>
                <a:effectLst/>
                <a:latin typeface="微软雅黑" panose="020B0503020204020204" pitchFamily="34" charset="-122"/>
                <a:ea typeface="微软雅黑" panose="020B0503020204020204" pitchFamily="34" charset="-122"/>
              </a:rPr>
              <a:t>is an essential step for designing practical solutions to the respective 3-D computer vision applications</a:t>
            </a:r>
            <a:r>
              <a:rPr lang="en-US" altLang="zh-CN" dirty="0">
                <a:latin typeface="微软雅黑" panose="020B0503020204020204" pitchFamily="34" charset="-122"/>
                <a:ea typeface="微软雅黑" panose="020B0503020204020204" pitchFamily="34" charset="-122"/>
              </a:rPr>
              <a:t> </a:t>
            </a:r>
            <a:br>
              <a:rPr lang="en-US" altLang="zh-CN"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4783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B20F34-4095-4EDE-90FE-4A975DD5C774}"/>
              </a:ext>
            </a:extLst>
          </p:cNvPr>
          <p:cNvSpPr>
            <a:spLocks noGrp="1"/>
          </p:cNvSpPr>
          <p:nvPr>
            <p:ph type="title"/>
          </p:nvPr>
        </p:nvSpPr>
        <p:spPr/>
        <p:txBody>
          <a:bodyPr/>
          <a:lstStyle/>
          <a:p>
            <a:r>
              <a:rPr lang="en-US" altLang="zh-CN" dirty="0"/>
              <a:t>Method</a:t>
            </a:r>
            <a:endParaRPr lang="zh-CN" altLang="en-US" dirty="0"/>
          </a:p>
        </p:txBody>
      </p:sp>
      <p:sp>
        <p:nvSpPr>
          <p:cNvPr id="8" name="灯片编号占位符 7">
            <a:extLst>
              <a:ext uri="{FF2B5EF4-FFF2-40B4-BE49-F238E27FC236}">
                <a16:creationId xmlns:a16="http://schemas.microsoft.com/office/drawing/2014/main" id="{1159EE41-E706-42B7-A252-5D608B7DB04F}"/>
              </a:ext>
            </a:extLst>
          </p:cNvPr>
          <p:cNvSpPr>
            <a:spLocks noGrp="1"/>
          </p:cNvSpPr>
          <p:nvPr>
            <p:ph type="sldNum" sz="quarter" idx="12"/>
          </p:nvPr>
        </p:nvSpPr>
        <p:spPr/>
        <p:txBody>
          <a:bodyPr/>
          <a:lstStyle/>
          <a:p>
            <a:fld id="{09F8E241-5604-4C64-8DA9-A54BC134EE44}" type="slidenum">
              <a:rPr lang="zh-CN" altLang="en-US" smtClean="0"/>
              <a:t>4</a:t>
            </a:fld>
            <a:endParaRPr lang="zh-CN" altLang="en-US"/>
          </a:p>
        </p:txBody>
      </p:sp>
      <p:pic>
        <p:nvPicPr>
          <p:cNvPr id="4" name="图片 3">
            <a:extLst>
              <a:ext uri="{FF2B5EF4-FFF2-40B4-BE49-F238E27FC236}">
                <a16:creationId xmlns:a16="http://schemas.microsoft.com/office/drawing/2014/main" id="{64A4772F-D252-4DFF-93B5-F90638670FF8}"/>
              </a:ext>
            </a:extLst>
          </p:cNvPr>
          <p:cNvPicPr>
            <a:picLocks noChangeAspect="1"/>
          </p:cNvPicPr>
          <p:nvPr/>
        </p:nvPicPr>
        <p:blipFill>
          <a:blip r:embed="rId3"/>
          <a:stretch>
            <a:fillRect/>
          </a:stretch>
        </p:blipFill>
        <p:spPr>
          <a:xfrm>
            <a:off x="276569" y="1240794"/>
            <a:ext cx="7850763" cy="2597562"/>
          </a:xfrm>
          <a:prstGeom prst="rect">
            <a:avLst/>
          </a:prstGeom>
        </p:spPr>
      </p:pic>
      <p:pic>
        <p:nvPicPr>
          <p:cNvPr id="7" name="图片 6">
            <a:extLst>
              <a:ext uri="{FF2B5EF4-FFF2-40B4-BE49-F238E27FC236}">
                <a16:creationId xmlns:a16="http://schemas.microsoft.com/office/drawing/2014/main" id="{99B7660A-E3E1-4021-869A-30077BCFB896}"/>
              </a:ext>
            </a:extLst>
          </p:cNvPr>
          <p:cNvPicPr>
            <a:picLocks noChangeAspect="1"/>
          </p:cNvPicPr>
          <p:nvPr/>
        </p:nvPicPr>
        <p:blipFill>
          <a:blip r:embed="rId4"/>
          <a:stretch>
            <a:fillRect/>
          </a:stretch>
        </p:blipFill>
        <p:spPr>
          <a:xfrm>
            <a:off x="8349580" y="1273110"/>
            <a:ext cx="3451907" cy="2532930"/>
          </a:xfrm>
          <a:prstGeom prst="rect">
            <a:avLst/>
          </a:prstGeom>
        </p:spPr>
      </p:pic>
      <p:pic>
        <p:nvPicPr>
          <p:cNvPr id="10" name="图片 9">
            <a:extLst>
              <a:ext uri="{FF2B5EF4-FFF2-40B4-BE49-F238E27FC236}">
                <a16:creationId xmlns:a16="http://schemas.microsoft.com/office/drawing/2014/main" id="{74A9184A-1626-4CBD-9B72-D4E9927A5CAE}"/>
              </a:ext>
            </a:extLst>
          </p:cNvPr>
          <p:cNvPicPr>
            <a:picLocks noChangeAspect="1"/>
          </p:cNvPicPr>
          <p:nvPr/>
        </p:nvPicPr>
        <p:blipFill>
          <a:blip r:embed="rId5"/>
          <a:stretch>
            <a:fillRect/>
          </a:stretch>
        </p:blipFill>
        <p:spPr>
          <a:xfrm>
            <a:off x="1809635" y="4673911"/>
            <a:ext cx="3029996" cy="413369"/>
          </a:xfrm>
          <a:prstGeom prst="rect">
            <a:avLst/>
          </a:prstGeom>
        </p:spPr>
      </p:pic>
      <p:pic>
        <p:nvPicPr>
          <p:cNvPr id="12" name="图片 11">
            <a:extLst>
              <a:ext uri="{FF2B5EF4-FFF2-40B4-BE49-F238E27FC236}">
                <a16:creationId xmlns:a16="http://schemas.microsoft.com/office/drawing/2014/main" id="{C0E3B074-2EF8-494D-9ECD-9AFF963B0E42}"/>
              </a:ext>
            </a:extLst>
          </p:cNvPr>
          <p:cNvPicPr>
            <a:picLocks noChangeAspect="1"/>
          </p:cNvPicPr>
          <p:nvPr/>
        </p:nvPicPr>
        <p:blipFill>
          <a:blip r:embed="rId6"/>
          <a:stretch>
            <a:fillRect/>
          </a:stretch>
        </p:blipFill>
        <p:spPr>
          <a:xfrm>
            <a:off x="6352338" y="4558393"/>
            <a:ext cx="3549987" cy="522801"/>
          </a:xfrm>
          <a:prstGeom prst="rect">
            <a:avLst/>
          </a:prstGeom>
        </p:spPr>
      </p:pic>
    </p:spTree>
    <p:extLst>
      <p:ext uri="{BB962C8B-B14F-4D97-AF65-F5344CB8AC3E}">
        <p14:creationId xmlns:p14="http://schemas.microsoft.com/office/powerpoint/2010/main" val="307044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16890A-245C-42D9-8E49-F54DD10828D1}"/>
              </a:ext>
            </a:extLst>
          </p:cNvPr>
          <p:cNvSpPr>
            <a:spLocks noGrp="1"/>
          </p:cNvSpPr>
          <p:nvPr>
            <p:ph type="title"/>
          </p:nvPr>
        </p:nvSpPr>
        <p:spPr/>
        <p:txBody>
          <a:bodyPr/>
          <a:lstStyle/>
          <a:p>
            <a:r>
              <a:rPr lang="en-US" altLang="zh-CN" dirty="0"/>
              <a:t>Cluster</a:t>
            </a:r>
            <a:endParaRPr lang="zh-CN" altLang="en-US" dirty="0"/>
          </a:p>
        </p:txBody>
      </p:sp>
      <p:sp>
        <p:nvSpPr>
          <p:cNvPr id="8" name="灯片编号占位符 7">
            <a:extLst>
              <a:ext uri="{FF2B5EF4-FFF2-40B4-BE49-F238E27FC236}">
                <a16:creationId xmlns:a16="http://schemas.microsoft.com/office/drawing/2014/main" id="{3DB01417-BA5A-4103-B950-ADD31E01911B}"/>
              </a:ext>
            </a:extLst>
          </p:cNvPr>
          <p:cNvSpPr>
            <a:spLocks noGrp="1"/>
          </p:cNvSpPr>
          <p:nvPr>
            <p:ph type="sldNum" sz="quarter" idx="12"/>
          </p:nvPr>
        </p:nvSpPr>
        <p:spPr/>
        <p:txBody>
          <a:bodyPr/>
          <a:lstStyle/>
          <a:p>
            <a:fld id="{09F8E241-5604-4C64-8DA9-A54BC134EE44}" type="slidenum">
              <a:rPr lang="zh-CN" altLang="en-US" smtClean="0"/>
              <a:t>5</a:t>
            </a:fld>
            <a:endParaRPr lang="zh-CN" altLang="en-US"/>
          </a:p>
        </p:txBody>
      </p:sp>
      <p:grpSp>
        <p:nvGrpSpPr>
          <p:cNvPr id="19" name="组合 18">
            <a:extLst>
              <a:ext uri="{FF2B5EF4-FFF2-40B4-BE49-F238E27FC236}">
                <a16:creationId xmlns:a16="http://schemas.microsoft.com/office/drawing/2014/main" id="{57465106-4956-46DD-A762-45091375DAF3}"/>
              </a:ext>
            </a:extLst>
          </p:cNvPr>
          <p:cNvGrpSpPr/>
          <p:nvPr/>
        </p:nvGrpSpPr>
        <p:grpSpPr>
          <a:xfrm>
            <a:off x="6018396" y="1149906"/>
            <a:ext cx="4972373" cy="2798955"/>
            <a:chOff x="792191" y="1013561"/>
            <a:chExt cx="4972373" cy="2798955"/>
          </a:xfrm>
        </p:grpSpPr>
        <p:pic>
          <p:nvPicPr>
            <p:cNvPr id="6" name="图片 5">
              <a:extLst>
                <a:ext uri="{FF2B5EF4-FFF2-40B4-BE49-F238E27FC236}">
                  <a16:creationId xmlns:a16="http://schemas.microsoft.com/office/drawing/2014/main" id="{2A590F49-BDA2-4EAE-876E-83DCC2E72FB3}"/>
                </a:ext>
              </a:extLst>
            </p:cNvPr>
            <p:cNvPicPr>
              <a:picLocks noChangeAspect="1"/>
            </p:cNvPicPr>
            <p:nvPr/>
          </p:nvPicPr>
          <p:blipFill>
            <a:blip r:embed="rId3"/>
            <a:stretch>
              <a:fillRect/>
            </a:stretch>
          </p:blipFill>
          <p:spPr>
            <a:xfrm>
              <a:off x="792191" y="1531525"/>
              <a:ext cx="1500187" cy="2109787"/>
            </a:xfrm>
            <a:prstGeom prst="rect">
              <a:avLst/>
            </a:prstGeom>
          </p:spPr>
        </p:pic>
        <p:grpSp>
          <p:nvGrpSpPr>
            <p:cNvPr id="15" name="组合 14">
              <a:extLst>
                <a:ext uri="{FF2B5EF4-FFF2-40B4-BE49-F238E27FC236}">
                  <a16:creationId xmlns:a16="http://schemas.microsoft.com/office/drawing/2014/main" id="{23FACE60-20A5-48E8-B434-8E7BFD5C35A2}"/>
                </a:ext>
              </a:extLst>
            </p:cNvPr>
            <p:cNvGrpSpPr/>
            <p:nvPr/>
          </p:nvGrpSpPr>
          <p:grpSpPr>
            <a:xfrm>
              <a:off x="3516795" y="1013561"/>
              <a:ext cx="2247769" cy="2798955"/>
              <a:chOff x="3379981" y="996176"/>
              <a:chExt cx="2247769" cy="2798955"/>
            </a:xfrm>
          </p:grpSpPr>
          <p:pic>
            <p:nvPicPr>
              <p:cNvPr id="10" name="图片 9">
                <a:extLst>
                  <a:ext uri="{FF2B5EF4-FFF2-40B4-BE49-F238E27FC236}">
                    <a16:creationId xmlns:a16="http://schemas.microsoft.com/office/drawing/2014/main" id="{0E33CF75-E3C5-402D-93D6-79B5A509493E}"/>
                  </a:ext>
                </a:extLst>
              </p:cNvPr>
              <p:cNvPicPr>
                <a:picLocks noChangeAspect="1"/>
              </p:cNvPicPr>
              <p:nvPr/>
            </p:nvPicPr>
            <p:blipFill>
              <a:blip r:embed="rId4"/>
              <a:stretch>
                <a:fillRect/>
              </a:stretch>
            </p:blipFill>
            <p:spPr>
              <a:xfrm>
                <a:off x="3379981" y="1149510"/>
                <a:ext cx="2041234" cy="2645621"/>
              </a:xfrm>
              <a:prstGeom prst="rect">
                <a:avLst/>
              </a:prstGeom>
            </p:spPr>
          </p:pic>
          <p:sp>
            <p:nvSpPr>
              <p:cNvPr id="13" name="任意多边形: 形状 12">
                <a:extLst>
                  <a:ext uri="{FF2B5EF4-FFF2-40B4-BE49-F238E27FC236}">
                    <a16:creationId xmlns:a16="http://schemas.microsoft.com/office/drawing/2014/main" id="{EDA401EF-C978-448C-94A8-E19CE9D78917}"/>
                  </a:ext>
                </a:extLst>
              </p:cNvPr>
              <p:cNvSpPr/>
              <p:nvPr/>
            </p:nvSpPr>
            <p:spPr>
              <a:xfrm>
                <a:off x="3407111" y="996176"/>
                <a:ext cx="2220639" cy="2007219"/>
              </a:xfrm>
              <a:custGeom>
                <a:avLst/>
                <a:gdLst>
                  <a:gd name="connsiteX0" fmla="*/ 443777 w 2220639"/>
                  <a:gd name="connsiteY0" fmla="*/ 1419922 h 2007219"/>
                  <a:gd name="connsiteX1" fmla="*/ 428909 w 2220639"/>
                  <a:gd name="connsiteY1" fmla="*/ 1360448 h 2007219"/>
                  <a:gd name="connsiteX2" fmla="*/ 414040 w 2220639"/>
                  <a:gd name="connsiteY2" fmla="*/ 1345580 h 2007219"/>
                  <a:gd name="connsiteX3" fmla="*/ 399172 w 2220639"/>
                  <a:gd name="connsiteY3" fmla="*/ 1323278 h 2007219"/>
                  <a:gd name="connsiteX4" fmla="*/ 391738 w 2220639"/>
                  <a:gd name="connsiteY4" fmla="*/ 1300975 h 2007219"/>
                  <a:gd name="connsiteX5" fmla="*/ 384304 w 2220639"/>
                  <a:gd name="connsiteY5" fmla="*/ 1271239 h 2007219"/>
                  <a:gd name="connsiteX6" fmla="*/ 347133 w 2220639"/>
                  <a:gd name="connsiteY6" fmla="*/ 1241502 h 2007219"/>
                  <a:gd name="connsiteX7" fmla="*/ 324830 w 2220639"/>
                  <a:gd name="connsiteY7" fmla="*/ 1204331 h 2007219"/>
                  <a:gd name="connsiteX8" fmla="*/ 302528 w 2220639"/>
                  <a:gd name="connsiteY8" fmla="*/ 1182029 h 2007219"/>
                  <a:gd name="connsiteX9" fmla="*/ 295094 w 2220639"/>
                  <a:gd name="connsiteY9" fmla="*/ 1152292 h 2007219"/>
                  <a:gd name="connsiteX10" fmla="*/ 250489 w 2220639"/>
                  <a:gd name="connsiteY10" fmla="*/ 1100253 h 2007219"/>
                  <a:gd name="connsiteX11" fmla="*/ 213318 w 2220639"/>
                  <a:gd name="connsiteY11" fmla="*/ 1025912 h 2007219"/>
                  <a:gd name="connsiteX12" fmla="*/ 191016 w 2220639"/>
                  <a:gd name="connsiteY12" fmla="*/ 832624 h 2007219"/>
                  <a:gd name="connsiteX13" fmla="*/ 183582 w 2220639"/>
                  <a:gd name="connsiteY13" fmla="*/ 788019 h 2007219"/>
                  <a:gd name="connsiteX14" fmla="*/ 235621 w 2220639"/>
                  <a:gd name="connsiteY14" fmla="*/ 706244 h 2007219"/>
                  <a:gd name="connsiteX15" fmla="*/ 243055 w 2220639"/>
                  <a:gd name="connsiteY15" fmla="*/ 646770 h 2007219"/>
                  <a:gd name="connsiteX16" fmla="*/ 235621 w 2220639"/>
                  <a:gd name="connsiteY16" fmla="*/ 572429 h 2007219"/>
                  <a:gd name="connsiteX17" fmla="*/ 220752 w 2220639"/>
                  <a:gd name="connsiteY17" fmla="*/ 498087 h 2007219"/>
                  <a:gd name="connsiteX18" fmla="*/ 213318 w 2220639"/>
                  <a:gd name="connsiteY18" fmla="*/ 431180 h 2007219"/>
                  <a:gd name="connsiteX19" fmla="*/ 220752 w 2220639"/>
                  <a:gd name="connsiteY19" fmla="*/ 237892 h 2007219"/>
                  <a:gd name="connsiteX20" fmla="*/ 228187 w 2220639"/>
                  <a:gd name="connsiteY20" fmla="*/ 215590 h 2007219"/>
                  <a:gd name="connsiteX21" fmla="*/ 243055 w 2220639"/>
                  <a:gd name="connsiteY21" fmla="*/ 193287 h 2007219"/>
                  <a:gd name="connsiteX22" fmla="*/ 250489 w 2220639"/>
                  <a:gd name="connsiteY22" fmla="*/ 170985 h 2007219"/>
                  <a:gd name="connsiteX23" fmla="*/ 295094 w 2220639"/>
                  <a:gd name="connsiteY23" fmla="*/ 133814 h 2007219"/>
                  <a:gd name="connsiteX24" fmla="*/ 369435 w 2220639"/>
                  <a:gd name="connsiteY24" fmla="*/ 126380 h 2007219"/>
                  <a:gd name="connsiteX25" fmla="*/ 689104 w 2220639"/>
                  <a:gd name="connsiteY25" fmla="*/ 104078 h 2007219"/>
                  <a:gd name="connsiteX26" fmla="*/ 897260 w 2220639"/>
                  <a:gd name="connsiteY26" fmla="*/ 96644 h 2007219"/>
                  <a:gd name="connsiteX27" fmla="*/ 1097982 w 2220639"/>
                  <a:gd name="connsiteY27" fmla="*/ 81775 h 2007219"/>
                  <a:gd name="connsiteX28" fmla="*/ 1224362 w 2220639"/>
                  <a:gd name="connsiteY28" fmla="*/ 74341 h 2007219"/>
                  <a:gd name="connsiteX29" fmla="*/ 1447387 w 2220639"/>
                  <a:gd name="connsiteY29" fmla="*/ 81775 h 2007219"/>
                  <a:gd name="connsiteX30" fmla="*/ 1477123 w 2220639"/>
                  <a:gd name="connsiteY30" fmla="*/ 96644 h 2007219"/>
                  <a:gd name="connsiteX31" fmla="*/ 1536596 w 2220639"/>
                  <a:gd name="connsiteY31" fmla="*/ 111512 h 2007219"/>
                  <a:gd name="connsiteX32" fmla="*/ 1573767 w 2220639"/>
                  <a:gd name="connsiteY32" fmla="*/ 133814 h 2007219"/>
                  <a:gd name="connsiteX33" fmla="*/ 1640674 w 2220639"/>
                  <a:gd name="connsiteY33" fmla="*/ 156117 h 2007219"/>
                  <a:gd name="connsiteX34" fmla="*/ 1781923 w 2220639"/>
                  <a:gd name="connsiteY34" fmla="*/ 163551 h 2007219"/>
                  <a:gd name="connsiteX35" fmla="*/ 1781923 w 2220639"/>
                  <a:gd name="connsiteY35" fmla="*/ 304800 h 2007219"/>
                  <a:gd name="connsiteX36" fmla="*/ 1767055 w 2220639"/>
                  <a:gd name="connsiteY36" fmla="*/ 327102 h 2007219"/>
                  <a:gd name="connsiteX37" fmla="*/ 1759621 w 2220639"/>
                  <a:gd name="connsiteY37" fmla="*/ 371707 h 2007219"/>
                  <a:gd name="connsiteX38" fmla="*/ 1774489 w 2220639"/>
                  <a:gd name="connsiteY38" fmla="*/ 512956 h 2007219"/>
                  <a:gd name="connsiteX39" fmla="*/ 1789357 w 2220639"/>
                  <a:gd name="connsiteY39" fmla="*/ 564995 h 2007219"/>
                  <a:gd name="connsiteX40" fmla="*/ 1796791 w 2220639"/>
                  <a:gd name="connsiteY40" fmla="*/ 594731 h 2007219"/>
                  <a:gd name="connsiteX41" fmla="*/ 1774489 w 2220639"/>
                  <a:gd name="connsiteY41" fmla="*/ 676507 h 2007219"/>
                  <a:gd name="connsiteX42" fmla="*/ 1744752 w 2220639"/>
                  <a:gd name="connsiteY42" fmla="*/ 691375 h 2007219"/>
                  <a:gd name="connsiteX43" fmla="*/ 1618372 w 2220639"/>
                  <a:gd name="connsiteY43" fmla="*/ 743414 h 2007219"/>
                  <a:gd name="connsiteX44" fmla="*/ 1566333 w 2220639"/>
                  <a:gd name="connsiteY44" fmla="*/ 758283 h 2007219"/>
                  <a:gd name="connsiteX45" fmla="*/ 1477123 w 2220639"/>
                  <a:gd name="connsiteY45" fmla="*/ 780585 h 2007219"/>
                  <a:gd name="connsiteX46" fmla="*/ 1432518 w 2220639"/>
                  <a:gd name="connsiteY46" fmla="*/ 795453 h 2007219"/>
                  <a:gd name="connsiteX47" fmla="*/ 1373045 w 2220639"/>
                  <a:gd name="connsiteY47" fmla="*/ 825190 h 2007219"/>
                  <a:gd name="connsiteX48" fmla="*/ 1321006 w 2220639"/>
                  <a:gd name="connsiteY48" fmla="*/ 892097 h 2007219"/>
                  <a:gd name="connsiteX49" fmla="*/ 1350743 w 2220639"/>
                  <a:gd name="connsiteY49" fmla="*/ 966439 h 2007219"/>
                  <a:gd name="connsiteX50" fmla="*/ 1373045 w 2220639"/>
                  <a:gd name="connsiteY50" fmla="*/ 973873 h 2007219"/>
                  <a:gd name="connsiteX51" fmla="*/ 1410216 w 2220639"/>
                  <a:gd name="connsiteY51" fmla="*/ 1003609 h 2007219"/>
                  <a:gd name="connsiteX52" fmla="*/ 1454821 w 2220639"/>
                  <a:gd name="connsiteY52" fmla="*/ 1033346 h 2007219"/>
                  <a:gd name="connsiteX53" fmla="*/ 1477123 w 2220639"/>
                  <a:gd name="connsiteY53" fmla="*/ 1048214 h 2007219"/>
                  <a:gd name="connsiteX54" fmla="*/ 1506860 w 2220639"/>
                  <a:gd name="connsiteY54" fmla="*/ 1063083 h 2007219"/>
                  <a:gd name="connsiteX55" fmla="*/ 1551465 w 2220639"/>
                  <a:gd name="connsiteY55" fmla="*/ 1107687 h 2007219"/>
                  <a:gd name="connsiteX56" fmla="*/ 1625806 w 2220639"/>
                  <a:gd name="connsiteY56" fmla="*/ 1174595 h 2007219"/>
                  <a:gd name="connsiteX57" fmla="*/ 1662977 w 2220639"/>
                  <a:gd name="connsiteY57" fmla="*/ 1219200 h 2007219"/>
                  <a:gd name="connsiteX58" fmla="*/ 1692713 w 2220639"/>
                  <a:gd name="connsiteY58" fmla="*/ 1286107 h 2007219"/>
                  <a:gd name="connsiteX59" fmla="*/ 1715016 w 2220639"/>
                  <a:gd name="connsiteY59" fmla="*/ 1308409 h 2007219"/>
                  <a:gd name="connsiteX60" fmla="*/ 1729884 w 2220639"/>
                  <a:gd name="connsiteY60" fmla="*/ 1338146 h 2007219"/>
                  <a:gd name="connsiteX61" fmla="*/ 1752187 w 2220639"/>
                  <a:gd name="connsiteY61" fmla="*/ 1367883 h 2007219"/>
                  <a:gd name="connsiteX62" fmla="*/ 1759621 w 2220639"/>
                  <a:gd name="connsiteY62" fmla="*/ 1405053 h 2007219"/>
                  <a:gd name="connsiteX63" fmla="*/ 1774489 w 2220639"/>
                  <a:gd name="connsiteY63" fmla="*/ 1449658 h 2007219"/>
                  <a:gd name="connsiteX64" fmla="*/ 1781923 w 2220639"/>
                  <a:gd name="connsiteY64" fmla="*/ 1479395 h 2007219"/>
                  <a:gd name="connsiteX65" fmla="*/ 1804226 w 2220639"/>
                  <a:gd name="connsiteY65" fmla="*/ 1538868 h 2007219"/>
                  <a:gd name="connsiteX66" fmla="*/ 1819094 w 2220639"/>
                  <a:gd name="connsiteY66" fmla="*/ 1568604 h 2007219"/>
                  <a:gd name="connsiteX67" fmla="*/ 1848830 w 2220639"/>
                  <a:gd name="connsiteY67" fmla="*/ 1635512 h 2007219"/>
                  <a:gd name="connsiteX68" fmla="*/ 1871133 w 2220639"/>
                  <a:gd name="connsiteY68" fmla="*/ 1694985 h 2007219"/>
                  <a:gd name="connsiteX69" fmla="*/ 1886001 w 2220639"/>
                  <a:gd name="connsiteY69" fmla="*/ 1769326 h 2007219"/>
                  <a:gd name="connsiteX70" fmla="*/ 1893435 w 2220639"/>
                  <a:gd name="connsiteY70" fmla="*/ 1799063 h 2007219"/>
                  <a:gd name="connsiteX71" fmla="*/ 1908304 w 2220639"/>
                  <a:gd name="connsiteY71" fmla="*/ 1828800 h 2007219"/>
                  <a:gd name="connsiteX72" fmla="*/ 1945474 w 2220639"/>
                  <a:gd name="connsiteY72" fmla="*/ 1918009 h 2007219"/>
                  <a:gd name="connsiteX73" fmla="*/ 1960343 w 2220639"/>
                  <a:gd name="connsiteY73" fmla="*/ 1947746 h 2007219"/>
                  <a:gd name="connsiteX74" fmla="*/ 1967777 w 2220639"/>
                  <a:gd name="connsiteY74" fmla="*/ 1970048 h 2007219"/>
                  <a:gd name="connsiteX75" fmla="*/ 2004948 w 2220639"/>
                  <a:gd name="connsiteY75" fmla="*/ 2007219 h 2007219"/>
                  <a:gd name="connsiteX76" fmla="*/ 2042118 w 2220639"/>
                  <a:gd name="connsiteY76" fmla="*/ 1992351 h 2007219"/>
                  <a:gd name="connsiteX77" fmla="*/ 2056987 w 2220639"/>
                  <a:gd name="connsiteY77" fmla="*/ 1970048 h 2007219"/>
                  <a:gd name="connsiteX78" fmla="*/ 2086723 w 2220639"/>
                  <a:gd name="connsiteY78" fmla="*/ 1895707 h 2007219"/>
                  <a:gd name="connsiteX79" fmla="*/ 2101591 w 2220639"/>
                  <a:gd name="connsiteY79" fmla="*/ 1865970 h 2007219"/>
                  <a:gd name="connsiteX80" fmla="*/ 2123894 w 2220639"/>
                  <a:gd name="connsiteY80" fmla="*/ 1813931 h 2007219"/>
                  <a:gd name="connsiteX81" fmla="*/ 2146196 w 2220639"/>
                  <a:gd name="connsiteY81" fmla="*/ 1784195 h 2007219"/>
                  <a:gd name="connsiteX82" fmla="*/ 2168499 w 2220639"/>
                  <a:gd name="connsiteY82" fmla="*/ 1724722 h 2007219"/>
                  <a:gd name="connsiteX83" fmla="*/ 2213104 w 2220639"/>
                  <a:gd name="connsiteY83" fmla="*/ 1538868 h 2007219"/>
                  <a:gd name="connsiteX84" fmla="*/ 2220538 w 2220639"/>
                  <a:gd name="connsiteY84" fmla="*/ 1449658 h 2007219"/>
                  <a:gd name="connsiteX85" fmla="*/ 2190801 w 2220639"/>
                  <a:gd name="connsiteY85" fmla="*/ 988741 h 2007219"/>
                  <a:gd name="connsiteX86" fmla="*/ 2168499 w 2220639"/>
                  <a:gd name="connsiteY86" fmla="*/ 535258 h 2007219"/>
                  <a:gd name="connsiteX87" fmla="*/ 2153630 w 2220639"/>
                  <a:gd name="connsiteY87" fmla="*/ 475785 h 2007219"/>
                  <a:gd name="connsiteX88" fmla="*/ 2116460 w 2220639"/>
                  <a:gd name="connsiteY88" fmla="*/ 356839 h 2007219"/>
                  <a:gd name="connsiteX89" fmla="*/ 2109026 w 2220639"/>
                  <a:gd name="connsiteY89" fmla="*/ 304800 h 2007219"/>
                  <a:gd name="connsiteX90" fmla="*/ 2086723 w 2220639"/>
                  <a:gd name="connsiteY90" fmla="*/ 275063 h 2007219"/>
                  <a:gd name="connsiteX91" fmla="*/ 1997513 w 2220639"/>
                  <a:gd name="connsiteY91" fmla="*/ 148683 h 2007219"/>
                  <a:gd name="connsiteX92" fmla="*/ 1878567 w 2220639"/>
                  <a:gd name="connsiteY92" fmla="*/ 37170 h 2007219"/>
                  <a:gd name="connsiteX93" fmla="*/ 1819094 w 2220639"/>
                  <a:gd name="connsiteY93" fmla="*/ 0 h 2007219"/>
                  <a:gd name="connsiteX94" fmla="*/ 897260 w 2220639"/>
                  <a:gd name="connsiteY94" fmla="*/ 7434 h 2007219"/>
                  <a:gd name="connsiteX95" fmla="*/ 689104 w 2220639"/>
                  <a:gd name="connsiteY95" fmla="*/ 29736 h 2007219"/>
                  <a:gd name="connsiteX96" fmla="*/ 622196 w 2220639"/>
                  <a:gd name="connsiteY96" fmla="*/ 37170 h 2007219"/>
                  <a:gd name="connsiteX97" fmla="*/ 562723 w 2220639"/>
                  <a:gd name="connsiteY97" fmla="*/ 52039 h 2007219"/>
                  <a:gd name="connsiteX98" fmla="*/ 495816 w 2220639"/>
                  <a:gd name="connsiteY98" fmla="*/ 74341 h 2007219"/>
                  <a:gd name="connsiteX99" fmla="*/ 428909 w 2220639"/>
                  <a:gd name="connsiteY99" fmla="*/ 89209 h 2007219"/>
                  <a:gd name="connsiteX100" fmla="*/ 295094 w 2220639"/>
                  <a:gd name="connsiteY100" fmla="*/ 126380 h 2007219"/>
                  <a:gd name="connsiteX101" fmla="*/ 213318 w 2220639"/>
                  <a:gd name="connsiteY101" fmla="*/ 148683 h 2007219"/>
                  <a:gd name="connsiteX102" fmla="*/ 183582 w 2220639"/>
                  <a:gd name="connsiteY102" fmla="*/ 170985 h 2007219"/>
                  <a:gd name="connsiteX103" fmla="*/ 161279 w 2220639"/>
                  <a:gd name="connsiteY103" fmla="*/ 178419 h 2007219"/>
                  <a:gd name="connsiteX104" fmla="*/ 124109 w 2220639"/>
                  <a:gd name="connsiteY104" fmla="*/ 223024 h 2007219"/>
                  <a:gd name="connsiteX105" fmla="*/ 101806 w 2220639"/>
                  <a:gd name="connsiteY105" fmla="*/ 245326 h 2007219"/>
                  <a:gd name="connsiteX106" fmla="*/ 86938 w 2220639"/>
                  <a:gd name="connsiteY106" fmla="*/ 275063 h 2007219"/>
                  <a:gd name="connsiteX107" fmla="*/ 64635 w 2220639"/>
                  <a:gd name="connsiteY107" fmla="*/ 312234 h 2007219"/>
                  <a:gd name="connsiteX108" fmla="*/ 49767 w 2220639"/>
                  <a:gd name="connsiteY108" fmla="*/ 349404 h 2007219"/>
                  <a:gd name="connsiteX109" fmla="*/ 34899 w 2220639"/>
                  <a:gd name="connsiteY109" fmla="*/ 379141 h 2007219"/>
                  <a:gd name="connsiteX110" fmla="*/ 27465 w 2220639"/>
                  <a:gd name="connsiteY110" fmla="*/ 431180 h 2007219"/>
                  <a:gd name="connsiteX111" fmla="*/ 20030 w 2220639"/>
                  <a:gd name="connsiteY111" fmla="*/ 468351 h 2007219"/>
                  <a:gd name="connsiteX112" fmla="*/ 12596 w 2220639"/>
                  <a:gd name="connsiteY112" fmla="*/ 520390 h 2007219"/>
                  <a:gd name="connsiteX113" fmla="*/ 12596 w 2220639"/>
                  <a:gd name="connsiteY113" fmla="*/ 1353014 h 2007219"/>
                  <a:gd name="connsiteX114" fmla="*/ 49767 w 2220639"/>
                  <a:gd name="connsiteY114" fmla="*/ 1524000 h 2007219"/>
                  <a:gd name="connsiteX115" fmla="*/ 72069 w 2220639"/>
                  <a:gd name="connsiteY115" fmla="*/ 1576039 h 2007219"/>
                  <a:gd name="connsiteX116" fmla="*/ 94372 w 2220639"/>
                  <a:gd name="connsiteY116" fmla="*/ 1598341 h 2007219"/>
                  <a:gd name="connsiteX117" fmla="*/ 138977 w 2220639"/>
                  <a:gd name="connsiteY117" fmla="*/ 1628078 h 2007219"/>
                  <a:gd name="connsiteX118" fmla="*/ 220752 w 2220639"/>
                  <a:gd name="connsiteY118" fmla="*/ 1620644 h 2007219"/>
                  <a:gd name="connsiteX119" fmla="*/ 257923 w 2220639"/>
                  <a:gd name="connsiteY119" fmla="*/ 1598341 h 2007219"/>
                  <a:gd name="connsiteX120" fmla="*/ 324830 w 2220639"/>
                  <a:gd name="connsiteY120" fmla="*/ 1583473 h 2007219"/>
                  <a:gd name="connsiteX121" fmla="*/ 369435 w 2220639"/>
                  <a:gd name="connsiteY121" fmla="*/ 1546302 h 2007219"/>
                  <a:gd name="connsiteX122" fmla="*/ 391738 w 2220639"/>
                  <a:gd name="connsiteY122" fmla="*/ 1531434 h 2007219"/>
                  <a:gd name="connsiteX123" fmla="*/ 406606 w 2220639"/>
                  <a:gd name="connsiteY123" fmla="*/ 1509131 h 2007219"/>
                  <a:gd name="connsiteX124" fmla="*/ 428909 w 2220639"/>
                  <a:gd name="connsiteY124" fmla="*/ 1494263 h 2007219"/>
                  <a:gd name="connsiteX125" fmla="*/ 443777 w 2220639"/>
                  <a:gd name="connsiteY125" fmla="*/ 1419922 h 2007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220639" h="2007219">
                    <a:moveTo>
                      <a:pt x="443777" y="1419922"/>
                    </a:moveTo>
                    <a:cubicBezTo>
                      <a:pt x="443777" y="1397620"/>
                      <a:pt x="435766" y="1371877"/>
                      <a:pt x="428909" y="1360448"/>
                    </a:cubicBezTo>
                    <a:cubicBezTo>
                      <a:pt x="425303" y="1354438"/>
                      <a:pt x="418419" y="1351053"/>
                      <a:pt x="414040" y="1345580"/>
                    </a:cubicBezTo>
                    <a:cubicBezTo>
                      <a:pt x="408459" y="1338603"/>
                      <a:pt x="404128" y="1330712"/>
                      <a:pt x="399172" y="1323278"/>
                    </a:cubicBezTo>
                    <a:cubicBezTo>
                      <a:pt x="396694" y="1315844"/>
                      <a:pt x="393891" y="1308510"/>
                      <a:pt x="391738" y="1300975"/>
                    </a:cubicBezTo>
                    <a:cubicBezTo>
                      <a:pt x="388931" y="1291151"/>
                      <a:pt x="390434" y="1279413"/>
                      <a:pt x="384304" y="1271239"/>
                    </a:cubicBezTo>
                    <a:cubicBezTo>
                      <a:pt x="374784" y="1258545"/>
                      <a:pt x="359523" y="1251414"/>
                      <a:pt x="347133" y="1241502"/>
                    </a:cubicBezTo>
                    <a:cubicBezTo>
                      <a:pt x="339699" y="1229112"/>
                      <a:pt x="333500" y="1215891"/>
                      <a:pt x="324830" y="1204331"/>
                    </a:cubicBezTo>
                    <a:cubicBezTo>
                      <a:pt x="318522" y="1195920"/>
                      <a:pt x="307744" y="1191157"/>
                      <a:pt x="302528" y="1182029"/>
                    </a:cubicBezTo>
                    <a:cubicBezTo>
                      <a:pt x="297459" y="1173158"/>
                      <a:pt x="299663" y="1161431"/>
                      <a:pt x="295094" y="1152292"/>
                    </a:cubicBezTo>
                    <a:cubicBezTo>
                      <a:pt x="276793" y="1115691"/>
                      <a:pt x="272803" y="1130006"/>
                      <a:pt x="250489" y="1100253"/>
                    </a:cubicBezTo>
                    <a:cubicBezTo>
                      <a:pt x="229655" y="1072474"/>
                      <a:pt x="225856" y="1057257"/>
                      <a:pt x="213318" y="1025912"/>
                    </a:cubicBezTo>
                    <a:cubicBezTo>
                      <a:pt x="193780" y="889142"/>
                      <a:pt x="222333" y="1093601"/>
                      <a:pt x="191016" y="832624"/>
                    </a:cubicBezTo>
                    <a:cubicBezTo>
                      <a:pt x="189220" y="817658"/>
                      <a:pt x="186060" y="802887"/>
                      <a:pt x="183582" y="788019"/>
                    </a:cubicBezTo>
                    <a:cubicBezTo>
                      <a:pt x="201180" y="764554"/>
                      <a:pt x="226650" y="733156"/>
                      <a:pt x="235621" y="706244"/>
                    </a:cubicBezTo>
                    <a:cubicBezTo>
                      <a:pt x="241939" y="687290"/>
                      <a:pt x="240577" y="666595"/>
                      <a:pt x="243055" y="646770"/>
                    </a:cubicBezTo>
                    <a:cubicBezTo>
                      <a:pt x="240577" y="621990"/>
                      <a:pt x="238710" y="597141"/>
                      <a:pt x="235621" y="572429"/>
                    </a:cubicBezTo>
                    <a:cubicBezTo>
                      <a:pt x="231064" y="535969"/>
                      <a:pt x="228755" y="530095"/>
                      <a:pt x="220752" y="498087"/>
                    </a:cubicBezTo>
                    <a:cubicBezTo>
                      <a:pt x="218274" y="475785"/>
                      <a:pt x="213318" y="453620"/>
                      <a:pt x="213318" y="431180"/>
                    </a:cubicBezTo>
                    <a:cubicBezTo>
                      <a:pt x="213318" y="366703"/>
                      <a:pt x="216316" y="302216"/>
                      <a:pt x="220752" y="237892"/>
                    </a:cubicBezTo>
                    <a:cubicBezTo>
                      <a:pt x="221291" y="230074"/>
                      <a:pt x="224682" y="222599"/>
                      <a:pt x="228187" y="215590"/>
                    </a:cubicBezTo>
                    <a:cubicBezTo>
                      <a:pt x="232183" y="207598"/>
                      <a:pt x="239059" y="201279"/>
                      <a:pt x="243055" y="193287"/>
                    </a:cubicBezTo>
                    <a:cubicBezTo>
                      <a:pt x="246559" y="186278"/>
                      <a:pt x="246142" y="177505"/>
                      <a:pt x="250489" y="170985"/>
                    </a:cubicBezTo>
                    <a:cubicBezTo>
                      <a:pt x="255287" y="163789"/>
                      <a:pt x="284290" y="136307"/>
                      <a:pt x="295094" y="133814"/>
                    </a:cubicBezTo>
                    <a:cubicBezTo>
                      <a:pt x="319360" y="128214"/>
                      <a:pt x="344602" y="128254"/>
                      <a:pt x="369435" y="126380"/>
                    </a:cubicBezTo>
                    <a:lnTo>
                      <a:pt x="689104" y="104078"/>
                    </a:lnTo>
                    <a:cubicBezTo>
                      <a:pt x="758424" y="100173"/>
                      <a:pt x="827899" y="99727"/>
                      <a:pt x="897260" y="96644"/>
                    </a:cubicBezTo>
                    <a:cubicBezTo>
                      <a:pt x="1147566" y="85519"/>
                      <a:pt x="923187" y="94723"/>
                      <a:pt x="1097982" y="81775"/>
                    </a:cubicBezTo>
                    <a:cubicBezTo>
                      <a:pt x="1140066" y="78658"/>
                      <a:pt x="1182235" y="76819"/>
                      <a:pt x="1224362" y="74341"/>
                    </a:cubicBezTo>
                    <a:cubicBezTo>
                      <a:pt x="1298704" y="76819"/>
                      <a:pt x="1373292" y="75237"/>
                      <a:pt x="1447387" y="81775"/>
                    </a:cubicBezTo>
                    <a:cubicBezTo>
                      <a:pt x="1458426" y="82749"/>
                      <a:pt x="1466610" y="93139"/>
                      <a:pt x="1477123" y="96644"/>
                    </a:cubicBezTo>
                    <a:cubicBezTo>
                      <a:pt x="1496509" y="103106"/>
                      <a:pt x="1516772" y="106556"/>
                      <a:pt x="1536596" y="111512"/>
                    </a:cubicBezTo>
                    <a:cubicBezTo>
                      <a:pt x="1548986" y="118946"/>
                      <a:pt x="1560843" y="127352"/>
                      <a:pt x="1573767" y="133814"/>
                    </a:cubicBezTo>
                    <a:cubicBezTo>
                      <a:pt x="1587124" y="140492"/>
                      <a:pt x="1623487" y="154622"/>
                      <a:pt x="1640674" y="156117"/>
                    </a:cubicBezTo>
                    <a:cubicBezTo>
                      <a:pt x="1687645" y="160201"/>
                      <a:pt x="1734840" y="161073"/>
                      <a:pt x="1781923" y="163551"/>
                    </a:cubicBezTo>
                    <a:cubicBezTo>
                      <a:pt x="1800301" y="218685"/>
                      <a:pt x="1798052" y="202650"/>
                      <a:pt x="1781923" y="304800"/>
                    </a:cubicBezTo>
                    <a:cubicBezTo>
                      <a:pt x="1780530" y="313625"/>
                      <a:pt x="1772011" y="319668"/>
                      <a:pt x="1767055" y="327102"/>
                    </a:cubicBezTo>
                    <a:cubicBezTo>
                      <a:pt x="1764577" y="341970"/>
                      <a:pt x="1759621" y="356634"/>
                      <a:pt x="1759621" y="371707"/>
                    </a:cubicBezTo>
                    <a:cubicBezTo>
                      <a:pt x="1759621" y="388250"/>
                      <a:pt x="1770407" y="488461"/>
                      <a:pt x="1774489" y="512956"/>
                    </a:cubicBezTo>
                    <a:cubicBezTo>
                      <a:pt x="1779136" y="540840"/>
                      <a:pt x="1782287" y="540251"/>
                      <a:pt x="1789357" y="564995"/>
                    </a:cubicBezTo>
                    <a:cubicBezTo>
                      <a:pt x="1792164" y="574819"/>
                      <a:pt x="1794313" y="584819"/>
                      <a:pt x="1796791" y="594731"/>
                    </a:cubicBezTo>
                    <a:cubicBezTo>
                      <a:pt x="1789357" y="621990"/>
                      <a:pt x="1787884" y="651630"/>
                      <a:pt x="1774489" y="676507"/>
                    </a:cubicBezTo>
                    <a:cubicBezTo>
                      <a:pt x="1769235" y="686265"/>
                      <a:pt x="1754938" y="687010"/>
                      <a:pt x="1744752" y="691375"/>
                    </a:cubicBezTo>
                    <a:cubicBezTo>
                      <a:pt x="1702877" y="709321"/>
                      <a:pt x="1662177" y="730898"/>
                      <a:pt x="1618372" y="743414"/>
                    </a:cubicBezTo>
                    <a:cubicBezTo>
                      <a:pt x="1601026" y="748370"/>
                      <a:pt x="1583780" y="753692"/>
                      <a:pt x="1566333" y="758283"/>
                    </a:cubicBezTo>
                    <a:cubicBezTo>
                      <a:pt x="1536690" y="766084"/>
                      <a:pt x="1506202" y="770892"/>
                      <a:pt x="1477123" y="780585"/>
                    </a:cubicBezTo>
                    <a:cubicBezTo>
                      <a:pt x="1462255" y="785541"/>
                      <a:pt x="1445957" y="787389"/>
                      <a:pt x="1432518" y="795453"/>
                    </a:cubicBezTo>
                    <a:cubicBezTo>
                      <a:pt x="1388628" y="821788"/>
                      <a:pt x="1409056" y="813187"/>
                      <a:pt x="1373045" y="825190"/>
                    </a:cubicBezTo>
                    <a:cubicBezTo>
                      <a:pt x="1317926" y="861935"/>
                      <a:pt x="1331944" y="837404"/>
                      <a:pt x="1321006" y="892097"/>
                    </a:cubicBezTo>
                    <a:cubicBezTo>
                      <a:pt x="1327519" y="918149"/>
                      <a:pt x="1324874" y="950917"/>
                      <a:pt x="1350743" y="966439"/>
                    </a:cubicBezTo>
                    <a:cubicBezTo>
                      <a:pt x="1357462" y="970471"/>
                      <a:pt x="1365611" y="971395"/>
                      <a:pt x="1373045" y="973873"/>
                    </a:cubicBezTo>
                    <a:cubicBezTo>
                      <a:pt x="1400517" y="1015081"/>
                      <a:pt x="1372194" y="982486"/>
                      <a:pt x="1410216" y="1003609"/>
                    </a:cubicBezTo>
                    <a:cubicBezTo>
                      <a:pt x="1425837" y="1012287"/>
                      <a:pt x="1439953" y="1023434"/>
                      <a:pt x="1454821" y="1033346"/>
                    </a:cubicBezTo>
                    <a:cubicBezTo>
                      <a:pt x="1462255" y="1038302"/>
                      <a:pt x="1469132" y="1044218"/>
                      <a:pt x="1477123" y="1048214"/>
                    </a:cubicBezTo>
                    <a:cubicBezTo>
                      <a:pt x="1487035" y="1053170"/>
                      <a:pt x="1498206" y="1056160"/>
                      <a:pt x="1506860" y="1063083"/>
                    </a:cubicBezTo>
                    <a:cubicBezTo>
                      <a:pt x="1523279" y="1076218"/>
                      <a:pt x="1533970" y="1096023"/>
                      <a:pt x="1551465" y="1107687"/>
                    </a:cubicBezTo>
                    <a:cubicBezTo>
                      <a:pt x="1583551" y="1129079"/>
                      <a:pt x="1596627" y="1135691"/>
                      <a:pt x="1625806" y="1174595"/>
                    </a:cubicBezTo>
                    <a:cubicBezTo>
                      <a:pt x="1652315" y="1209938"/>
                      <a:pt x="1639348" y="1195570"/>
                      <a:pt x="1662977" y="1219200"/>
                    </a:cubicBezTo>
                    <a:cubicBezTo>
                      <a:pt x="1673781" y="1251612"/>
                      <a:pt x="1673080" y="1262547"/>
                      <a:pt x="1692713" y="1286107"/>
                    </a:cubicBezTo>
                    <a:cubicBezTo>
                      <a:pt x="1699444" y="1294184"/>
                      <a:pt x="1707582" y="1300975"/>
                      <a:pt x="1715016" y="1308409"/>
                    </a:cubicBezTo>
                    <a:cubicBezTo>
                      <a:pt x="1719972" y="1318321"/>
                      <a:pt x="1724010" y="1328748"/>
                      <a:pt x="1729884" y="1338146"/>
                    </a:cubicBezTo>
                    <a:cubicBezTo>
                      <a:pt x="1736451" y="1348653"/>
                      <a:pt x="1747155" y="1356560"/>
                      <a:pt x="1752187" y="1367883"/>
                    </a:cubicBezTo>
                    <a:cubicBezTo>
                      <a:pt x="1757319" y="1379429"/>
                      <a:pt x="1756296" y="1392863"/>
                      <a:pt x="1759621" y="1405053"/>
                    </a:cubicBezTo>
                    <a:cubicBezTo>
                      <a:pt x="1763745" y="1420173"/>
                      <a:pt x="1770688" y="1434453"/>
                      <a:pt x="1774489" y="1449658"/>
                    </a:cubicBezTo>
                    <a:cubicBezTo>
                      <a:pt x="1776967" y="1459570"/>
                      <a:pt x="1779116" y="1469571"/>
                      <a:pt x="1781923" y="1479395"/>
                    </a:cubicBezTo>
                    <a:cubicBezTo>
                      <a:pt x="1786828" y="1496562"/>
                      <a:pt x="1797940" y="1524726"/>
                      <a:pt x="1804226" y="1538868"/>
                    </a:cubicBezTo>
                    <a:cubicBezTo>
                      <a:pt x="1808727" y="1548995"/>
                      <a:pt x="1814138" y="1558692"/>
                      <a:pt x="1819094" y="1568604"/>
                    </a:cubicBezTo>
                    <a:cubicBezTo>
                      <a:pt x="1840857" y="1655658"/>
                      <a:pt x="1805964" y="1528347"/>
                      <a:pt x="1848830" y="1635512"/>
                    </a:cubicBezTo>
                    <a:cubicBezTo>
                      <a:pt x="1880981" y="1715890"/>
                      <a:pt x="1833018" y="1637813"/>
                      <a:pt x="1871133" y="1694985"/>
                    </a:cubicBezTo>
                    <a:cubicBezTo>
                      <a:pt x="1876089" y="1719765"/>
                      <a:pt x="1879872" y="1744809"/>
                      <a:pt x="1886001" y="1769326"/>
                    </a:cubicBezTo>
                    <a:cubicBezTo>
                      <a:pt x="1888479" y="1779238"/>
                      <a:pt x="1889847" y="1789496"/>
                      <a:pt x="1893435" y="1799063"/>
                    </a:cubicBezTo>
                    <a:cubicBezTo>
                      <a:pt x="1897326" y="1809440"/>
                      <a:pt x="1903348" y="1818888"/>
                      <a:pt x="1908304" y="1828800"/>
                    </a:cubicBezTo>
                    <a:cubicBezTo>
                      <a:pt x="1921113" y="1880037"/>
                      <a:pt x="1911169" y="1849400"/>
                      <a:pt x="1945474" y="1918009"/>
                    </a:cubicBezTo>
                    <a:cubicBezTo>
                      <a:pt x="1950430" y="1927921"/>
                      <a:pt x="1956838" y="1937232"/>
                      <a:pt x="1960343" y="1947746"/>
                    </a:cubicBezTo>
                    <a:cubicBezTo>
                      <a:pt x="1962821" y="1955180"/>
                      <a:pt x="1963075" y="1963779"/>
                      <a:pt x="1967777" y="1970048"/>
                    </a:cubicBezTo>
                    <a:cubicBezTo>
                      <a:pt x="1978291" y="1984066"/>
                      <a:pt x="2004948" y="2007219"/>
                      <a:pt x="2004948" y="2007219"/>
                    </a:cubicBezTo>
                    <a:cubicBezTo>
                      <a:pt x="2017338" y="2002263"/>
                      <a:pt x="2031259" y="2000107"/>
                      <a:pt x="2042118" y="1992351"/>
                    </a:cubicBezTo>
                    <a:cubicBezTo>
                      <a:pt x="2049389" y="1987158"/>
                      <a:pt x="2053243" y="1978161"/>
                      <a:pt x="2056987" y="1970048"/>
                    </a:cubicBezTo>
                    <a:cubicBezTo>
                      <a:pt x="2068171" y="1945815"/>
                      <a:pt x="2074788" y="1919579"/>
                      <a:pt x="2086723" y="1895707"/>
                    </a:cubicBezTo>
                    <a:cubicBezTo>
                      <a:pt x="2091679" y="1885795"/>
                      <a:pt x="2097005" y="1876059"/>
                      <a:pt x="2101591" y="1865970"/>
                    </a:cubicBezTo>
                    <a:cubicBezTo>
                      <a:pt x="2109400" y="1848789"/>
                      <a:pt x="2114857" y="1830499"/>
                      <a:pt x="2123894" y="1813931"/>
                    </a:cubicBezTo>
                    <a:cubicBezTo>
                      <a:pt x="2129827" y="1803054"/>
                      <a:pt x="2140655" y="1795277"/>
                      <a:pt x="2146196" y="1784195"/>
                    </a:cubicBezTo>
                    <a:cubicBezTo>
                      <a:pt x="2155665" y="1765258"/>
                      <a:pt x="2162571" y="1745048"/>
                      <a:pt x="2168499" y="1724722"/>
                    </a:cubicBezTo>
                    <a:cubicBezTo>
                      <a:pt x="2184954" y="1668304"/>
                      <a:pt x="2199890" y="1598326"/>
                      <a:pt x="2213104" y="1538868"/>
                    </a:cubicBezTo>
                    <a:cubicBezTo>
                      <a:pt x="2215582" y="1509131"/>
                      <a:pt x="2221485" y="1479483"/>
                      <a:pt x="2220538" y="1449658"/>
                    </a:cubicBezTo>
                    <a:cubicBezTo>
                      <a:pt x="2213540" y="1229234"/>
                      <a:pt x="2206040" y="1156373"/>
                      <a:pt x="2190801" y="988741"/>
                    </a:cubicBezTo>
                    <a:cubicBezTo>
                      <a:pt x="2186380" y="838441"/>
                      <a:pt x="2185625" y="685109"/>
                      <a:pt x="2168499" y="535258"/>
                    </a:cubicBezTo>
                    <a:cubicBezTo>
                      <a:pt x="2166179" y="514956"/>
                      <a:pt x="2158063" y="495733"/>
                      <a:pt x="2153630" y="475785"/>
                    </a:cubicBezTo>
                    <a:cubicBezTo>
                      <a:pt x="2131875" y="377890"/>
                      <a:pt x="2152449" y="428819"/>
                      <a:pt x="2116460" y="356839"/>
                    </a:cubicBezTo>
                    <a:cubicBezTo>
                      <a:pt x="2113982" y="339493"/>
                      <a:pt x="2115014" y="321267"/>
                      <a:pt x="2109026" y="304800"/>
                    </a:cubicBezTo>
                    <a:cubicBezTo>
                      <a:pt x="2104792" y="293156"/>
                      <a:pt x="2093290" y="285570"/>
                      <a:pt x="2086723" y="275063"/>
                    </a:cubicBezTo>
                    <a:cubicBezTo>
                      <a:pt x="1996355" y="130475"/>
                      <a:pt x="2074042" y="230678"/>
                      <a:pt x="1997513" y="148683"/>
                    </a:cubicBezTo>
                    <a:cubicBezTo>
                      <a:pt x="1865376" y="7108"/>
                      <a:pt x="1990325" y="126577"/>
                      <a:pt x="1878567" y="37170"/>
                    </a:cubicBezTo>
                    <a:cubicBezTo>
                      <a:pt x="1830961" y="-915"/>
                      <a:pt x="1886168" y="26829"/>
                      <a:pt x="1819094" y="0"/>
                    </a:cubicBezTo>
                    <a:lnTo>
                      <a:pt x="897260" y="7434"/>
                    </a:lnTo>
                    <a:cubicBezTo>
                      <a:pt x="827502" y="9270"/>
                      <a:pt x="758482" y="22236"/>
                      <a:pt x="689104" y="29736"/>
                    </a:cubicBezTo>
                    <a:lnTo>
                      <a:pt x="622196" y="37170"/>
                    </a:lnTo>
                    <a:cubicBezTo>
                      <a:pt x="602372" y="42126"/>
                      <a:pt x="582327" y="46273"/>
                      <a:pt x="562723" y="52039"/>
                    </a:cubicBezTo>
                    <a:cubicBezTo>
                      <a:pt x="540170" y="58672"/>
                      <a:pt x="518467" y="68049"/>
                      <a:pt x="495816" y="74341"/>
                    </a:cubicBezTo>
                    <a:cubicBezTo>
                      <a:pt x="473803" y="80456"/>
                      <a:pt x="451148" y="83976"/>
                      <a:pt x="428909" y="89209"/>
                    </a:cubicBezTo>
                    <a:cubicBezTo>
                      <a:pt x="334820" y="111348"/>
                      <a:pt x="401055" y="96947"/>
                      <a:pt x="295094" y="126380"/>
                    </a:cubicBezTo>
                    <a:cubicBezTo>
                      <a:pt x="194501" y="154322"/>
                      <a:pt x="267860" y="130501"/>
                      <a:pt x="213318" y="148683"/>
                    </a:cubicBezTo>
                    <a:cubicBezTo>
                      <a:pt x="203406" y="156117"/>
                      <a:pt x="194340" y="164838"/>
                      <a:pt x="183582" y="170985"/>
                    </a:cubicBezTo>
                    <a:cubicBezTo>
                      <a:pt x="176778" y="174873"/>
                      <a:pt x="167799" y="174072"/>
                      <a:pt x="161279" y="178419"/>
                    </a:cubicBezTo>
                    <a:cubicBezTo>
                      <a:pt x="136846" y="194708"/>
                      <a:pt x="141251" y="202454"/>
                      <a:pt x="124109" y="223024"/>
                    </a:cubicBezTo>
                    <a:cubicBezTo>
                      <a:pt x="117378" y="231101"/>
                      <a:pt x="109240" y="237892"/>
                      <a:pt x="101806" y="245326"/>
                    </a:cubicBezTo>
                    <a:cubicBezTo>
                      <a:pt x="96850" y="255238"/>
                      <a:pt x="92320" y="265375"/>
                      <a:pt x="86938" y="275063"/>
                    </a:cubicBezTo>
                    <a:cubicBezTo>
                      <a:pt x="79921" y="287694"/>
                      <a:pt x="71097" y="299310"/>
                      <a:pt x="64635" y="312234"/>
                    </a:cubicBezTo>
                    <a:cubicBezTo>
                      <a:pt x="58667" y="324170"/>
                      <a:pt x="55187" y="337210"/>
                      <a:pt x="49767" y="349404"/>
                    </a:cubicBezTo>
                    <a:cubicBezTo>
                      <a:pt x="45266" y="359531"/>
                      <a:pt x="39855" y="369229"/>
                      <a:pt x="34899" y="379141"/>
                    </a:cubicBezTo>
                    <a:cubicBezTo>
                      <a:pt x="32421" y="396487"/>
                      <a:pt x="30346" y="413896"/>
                      <a:pt x="27465" y="431180"/>
                    </a:cubicBezTo>
                    <a:cubicBezTo>
                      <a:pt x="25388" y="443644"/>
                      <a:pt x="22107" y="455887"/>
                      <a:pt x="20030" y="468351"/>
                    </a:cubicBezTo>
                    <a:cubicBezTo>
                      <a:pt x="17149" y="485635"/>
                      <a:pt x="15074" y="503044"/>
                      <a:pt x="12596" y="520390"/>
                    </a:cubicBezTo>
                    <a:cubicBezTo>
                      <a:pt x="-7783" y="866831"/>
                      <a:pt x="-192" y="688037"/>
                      <a:pt x="12596" y="1353014"/>
                    </a:cubicBezTo>
                    <a:cubicBezTo>
                      <a:pt x="13604" y="1405444"/>
                      <a:pt x="30604" y="1479284"/>
                      <a:pt x="49767" y="1524000"/>
                    </a:cubicBezTo>
                    <a:cubicBezTo>
                      <a:pt x="57201" y="1541346"/>
                      <a:pt x="62359" y="1559856"/>
                      <a:pt x="72069" y="1576039"/>
                    </a:cubicBezTo>
                    <a:cubicBezTo>
                      <a:pt x="77478" y="1585054"/>
                      <a:pt x="86073" y="1591886"/>
                      <a:pt x="94372" y="1598341"/>
                    </a:cubicBezTo>
                    <a:cubicBezTo>
                      <a:pt x="108477" y="1609312"/>
                      <a:pt x="138977" y="1628078"/>
                      <a:pt x="138977" y="1628078"/>
                    </a:cubicBezTo>
                    <a:cubicBezTo>
                      <a:pt x="166235" y="1625600"/>
                      <a:pt x="194199" y="1627282"/>
                      <a:pt x="220752" y="1620644"/>
                    </a:cubicBezTo>
                    <a:cubicBezTo>
                      <a:pt x="234770" y="1617139"/>
                      <a:pt x="244315" y="1603201"/>
                      <a:pt x="257923" y="1598341"/>
                    </a:cubicBezTo>
                    <a:cubicBezTo>
                      <a:pt x="279438" y="1590657"/>
                      <a:pt x="302528" y="1588429"/>
                      <a:pt x="324830" y="1583473"/>
                    </a:cubicBezTo>
                    <a:cubicBezTo>
                      <a:pt x="380212" y="1546551"/>
                      <a:pt x="312186" y="1594008"/>
                      <a:pt x="369435" y="1546302"/>
                    </a:cubicBezTo>
                    <a:cubicBezTo>
                      <a:pt x="376299" y="1540582"/>
                      <a:pt x="384304" y="1536390"/>
                      <a:pt x="391738" y="1531434"/>
                    </a:cubicBezTo>
                    <a:cubicBezTo>
                      <a:pt x="396694" y="1524000"/>
                      <a:pt x="400288" y="1515449"/>
                      <a:pt x="406606" y="1509131"/>
                    </a:cubicBezTo>
                    <a:cubicBezTo>
                      <a:pt x="412924" y="1502813"/>
                      <a:pt x="424913" y="1502255"/>
                      <a:pt x="428909" y="1494263"/>
                    </a:cubicBezTo>
                    <a:cubicBezTo>
                      <a:pt x="436750" y="1478581"/>
                      <a:pt x="443777" y="1442224"/>
                      <a:pt x="443777" y="1419922"/>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8" name="图片 17">
              <a:extLst>
                <a:ext uri="{FF2B5EF4-FFF2-40B4-BE49-F238E27FC236}">
                  <a16:creationId xmlns:a16="http://schemas.microsoft.com/office/drawing/2014/main" id="{C1A4D3DD-FBED-457A-9CFD-328FC1FE8EC9}"/>
                </a:ext>
              </a:extLst>
            </p:cNvPr>
            <p:cNvPicPr>
              <a:picLocks noChangeAspect="1"/>
            </p:cNvPicPr>
            <p:nvPr/>
          </p:nvPicPr>
          <p:blipFill>
            <a:blip r:embed="rId5"/>
            <a:stretch>
              <a:fillRect/>
            </a:stretch>
          </p:blipFill>
          <p:spPr>
            <a:xfrm>
              <a:off x="2636081" y="2413039"/>
              <a:ext cx="828675" cy="352425"/>
            </a:xfrm>
            <a:prstGeom prst="rect">
              <a:avLst/>
            </a:prstGeom>
          </p:spPr>
        </p:pic>
      </p:grpSp>
      <p:pic>
        <p:nvPicPr>
          <p:cNvPr id="21" name="图片 20">
            <a:extLst>
              <a:ext uri="{FF2B5EF4-FFF2-40B4-BE49-F238E27FC236}">
                <a16:creationId xmlns:a16="http://schemas.microsoft.com/office/drawing/2014/main" id="{FA77FBE8-F249-4EEE-92A0-6A4F0E92B3A0}"/>
              </a:ext>
            </a:extLst>
          </p:cNvPr>
          <p:cNvPicPr>
            <a:picLocks noChangeAspect="1"/>
          </p:cNvPicPr>
          <p:nvPr/>
        </p:nvPicPr>
        <p:blipFill>
          <a:blip r:embed="rId6"/>
          <a:stretch>
            <a:fillRect/>
          </a:stretch>
        </p:blipFill>
        <p:spPr>
          <a:xfrm>
            <a:off x="745041" y="1530229"/>
            <a:ext cx="4466528" cy="1003759"/>
          </a:xfrm>
          <a:prstGeom prst="rect">
            <a:avLst/>
          </a:prstGeom>
        </p:spPr>
      </p:pic>
      <p:pic>
        <p:nvPicPr>
          <p:cNvPr id="23" name="图片 22">
            <a:extLst>
              <a:ext uri="{FF2B5EF4-FFF2-40B4-BE49-F238E27FC236}">
                <a16:creationId xmlns:a16="http://schemas.microsoft.com/office/drawing/2014/main" id="{E057232B-B456-418F-ABAE-88AA41AA1D94}"/>
              </a:ext>
            </a:extLst>
          </p:cNvPr>
          <p:cNvPicPr>
            <a:picLocks noChangeAspect="1"/>
          </p:cNvPicPr>
          <p:nvPr/>
        </p:nvPicPr>
        <p:blipFill>
          <a:blip r:embed="rId7"/>
          <a:stretch>
            <a:fillRect/>
          </a:stretch>
        </p:blipFill>
        <p:spPr>
          <a:xfrm>
            <a:off x="697882" y="3203588"/>
            <a:ext cx="2369866" cy="473105"/>
          </a:xfrm>
          <a:prstGeom prst="rect">
            <a:avLst/>
          </a:prstGeom>
        </p:spPr>
      </p:pic>
      <p:pic>
        <p:nvPicPr>
          <p:cNvPr id="25" name="图片 24">
            <a:extLst>
              <a:ext uri="{FF2B5EF4-FFF2-40B4-BE49-F238E27FC236}">
                <a16:creationId xmlns:a16="http://schemas.microsoft.com/office/drawing/2014/main" id="{39957C3E-F343-4FA3-BE84-63EEC4BE1201}"/>
              </a:ext>
            </a:extLst>
          </p:cNvPr>
          <p:cNvPicPr>
            <a:picLocks noChangeAspect="1"/>
          </p:cNvPicPr>
          <p:nvPr/>
        </p:nvPicPr>
        <p:blipFill>
          <a:blip r:embed="rId8"/>
          <a:stretch>
            <a:fillRect/>
          </a:stretch>
        </p:blipFill>
        <p:spPr>
          <a:xfrm>
            <a:off x="802916" y="4517301"/>
            <a:ext cx="2922288" cy="408801"/>
          </a:xfrm>
          <a:prstGeom prst="rect">
            <a:avLst/>
          </a:prstGeom>
        </p:spPr>
      </p:pic>
    </p:spTree>
    <p:extLst>
      <p:ext uri="{BB962C8B-B14F-4D97-AF65-F5344CB8AC3E}">
        <p14:creationId xmlns:p14="http://schemas.microsoft.com/office/powerpoint/2010/main" val="3244037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3ACEC-6AE7-4764-B4CD-43A19C335B35}"/>
              </a:ext>
            </a:extLst>
          </p:cNvPr>
          <p:cNvSpPr>
            <a:spLocks noGrp="1"/>
          </p:cNvSpPr>
          <p:nvPr>
            <p:ph type="title"/>
          </p:nvPr>
        </p:nvSpPr>
        <p:spPr/>
        <p:txBody>
          <a:bodyPr/>
          <a:lstStyle/>
          <a:p>
            <a:r>
              <a:rPr lang="en-US" altLang="zh-CN" dirty="0"/>
              <a:t>Attention</a:t>
            </a:r>
            <a:endParaRPr lang="zh-CN" altLang="en-US" dirty="0"/>
          </a:p>
        </p:txBody>
      </p:sp>
      <p:sp>
        <p:nvSpPr>
          <p:cNvPr id="17" name="灯片编号占位符 16">
            <a:extLst>
              <a:ext uri="{FF2B5EF4-FFF2-40B4-BE49-F238E27FC236}">
                <a16:creationId xmlns:a16="http://schemas.microsoft.com/office/drawing/2014/main" id="{FBF32324-7265-40E2-94B4-0C4BCFE9AD62}"/>
              </a:ext>
            </a:extLst>
          </p:cNvPr>
          <p:cNvSpPr>
            <a:spLocks noGrp="1"/>
          </p:cNvSpPr>
          <p:nvPr>
            <p:ph type="sldNum" sz="quarter" idx="12"/>
          </p:nvPr>
        </p:nvSpPr>
        <p:spPr/>
        <p:txBody>
          <a:bodyPr/>
          <a:lstStyle/>
          <a:p>
            <a:fld id="{09F8E241-5604-4C64-8DA9-A54BC134EE44}" type="slidenum">
              <a:rPr lang="zh-CN" altLang="en-US" smtClean="0"/>
              <a:t>6</a:t>
            </a:fld>
            <a:endParaRPr lang="zh-CN" altLang="en-US"/>
          </a:p>
        </p:txBody>
      </p:sp>
      <p:pic>
        <p:nvPicPr>
          <p:cNvPr id="4" name="图片 3">
            <a:extLst>
              <a:ext uri="{FF2B5EF4-FFF2-40B4-BE49-F238E27FC236}">
                <a16:creationId xmlns:a16="http://schemas.microsoft.com/office/drawing/2014/main" id="{81AC04C9-AE5C-4FBE-96E3-F649541C4F3A}"/>
              </a:ext>
            </a:extLst>
          </p:cNvPr>
          <p:cNvPicPr>
            <a:picLocks noChangeAspect="1"/>
          </p:cNvPicPr>
          <p:nvPr/>
        </p:nvPicPr>
        <p:blipFill>
          <a:blip r:embed="rId3"/>
          <a:stretch>
            <a:fillRect/>
          </a:stretch>
        </p:blipFill>
        <p:spPr>
          <a:xfrm>
            <a:off x="2906631" y="2282555"/>
            <a:ext cx="6014851" cy="2307152"/>
          </a:xfrm>
          <a:prstGeom prst="rect">
            <a:avLst/>
          </a:prstGeom>
        </p:spPr>
      </p:pic>
      <p:pic>
        <p:nvPicPr>
          <p:cNvPr id="22" name="图片 21">
            <a:extLst>
              <a:ext uri="{FF2B5EF4-FFF2-40B4-BE49-F238E27FC236}">
                <a16:creationId xmlns:a16="http://schemas.microsoft.com/office/drawing/2014/main" id="{A7638918-A56C-4A05-88F0-D43B579BEFF9}"/>
              </a:ext>
            </a:extLst>
          </p:cNvPr>
          <p:cNvPicPr>
            <a:picLocks noChangeAspect="1"/>
          </p:cNvPicPr>
          <p:nvPr/>
        </p:nvPicPr>
        <p:blipFill>
          <a:blip r:embed="rId4"/>
          <a:stretch>
            <a:fillRect/>
          </a:stretch>
        </p:blipFill>
        <p:spPr>
          <a:xfrm>
            <a:off x="5297507" y="1202892"/>
            <a:ext cx="4377356" cy="461148"/>
          </a:xfrm>
          <a:prstGeom prst="rect">
            <a:avLst/>
          </a:prstGeom>
        </p:spPr>
      </p:pic>
      <p:pic>
        <p:nvPicPr>
          <p:cNvPr id="5" name="图片 4">
            <a:extLst>
              <a:ext uri="{FF2B5EF4-FFF2-40B4-BE49-F238E27FC236}">
                <a16:creationId xmlns:a16="http://schemas.microsoft.com/office/drawing/2014/main" id="{ED771EA6-046D-429C-ADF3-65F53243BC63}"/>
              </a:ext>
            </a:extLst>
          </p:cNvPr>
          <p:cNvPicPr>
            <a:picLocks noChangeAspect="1"/>
          </p:cNvPicPr>
          <p:nvPr/>
        </p:nvPicPr>
        <p:blipFill>
          <a:blip r:embed="rId5"/>
          <a:stretch>
            <a:fillRect/>
          </a:stretch>
        </p:blipFill>
        <p:spPr>
          <a:xfrm>
            <a:off x="1590910" y="5245332"/>
            <a:ext cx="3285892" cy="607249"/>
          </a:xfrm>
          <a:prstGeom prst="rect">
            <a:avLst/>
          </a:prstGeom>
        </p:spPr>
      </p:pic>
      <p:pic>
        <p:nvPicPr>
          <p:cNvPr id="8" name="图片 7">
            <a:extLst>
              <a:ext uri="{FF2B5EF4-FFF2-40B4-BE49-F238E27FC236}">
                <a16:creationId xmlns:a16="http://schemas.microsoft.com/office/drawing/2014/main" id="{28D89F75-C4E8-45A8-9849-DDF5DD1FDCA5}"/>
              </a:ext>
            </a:extLst>
          </p:cNvPr>
          <p:cNvPicPr>
            <a:picLocks noChangeAspect="1"/>
          </p:cNvPicPr>
          <p:nvPr/>
        </p:nvPicPr>
        <p:blipFill>
          <a:blip r:embed="rId6"/>
          <a:stretch>
            <a:fillRect/>
          </a:stretch>
        </p:blipFill>
        <p:spPr>
          <a:xfrm>
            <a:off x="6735339" y="5290949"/>
            <a:ext cx="4259766" cy="364159"/>
          </a:xfrm>
          <a:prstGeom prst="rect">
            <a:avLst/>
          </a:prstGeom>
        </p:spPr>
      </p:pic>
      <p:sp>
        <p:nvSpPr>
          <p:cNvPr id="9" name="箭头: 右 8">
            <a:extLst>
              <a:ext uri="{FF2B5EF4-FFF2-40B4-BE49-F238E27FC236}">
                <a16:creationId xmlns:a16="http://schemas.microsoft.com/office/drawing/2014/main" id="{78819D33-7AB4-4FD2-9940-168B517C1864}"/>
              </a:ext>
            </a:extLst>
          </p:cNvPr>
          <p:cNvSpPr/>
          <p:nvPr/>
        </p:nvSpPr>
        <p:spPr>
          <a:xfrm rot="16759975">
            <a:off x="4993561" y="1863360"/>
            <a:ext cx="817757" cy="275335"/>
          </a:xfrm>
          <a:prstGeom prst="rightArrow">
            <a:avLst>
              <a:gd name="adj1" fmla="val 35766"/>
              <a:gd name="adj2" fmla="val 64708"/>
            </a:avLst>
          </a:prstGeom>
          <a:solidFill>
            <a:srgbClr val="FFFFFF"/>
          </a:solidFill>
          <a:ln>
            <a:solidFill>
              <a:srgbClr val="D69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03988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3ACEC-6AE7-4764-B4CD-43A19C335B35}"/>
              </a:ext>
            </a:extLst>
          </p:cNvPr>
          <p:cNvSpPr>
            <a:spLocks noGrp="1"/>
          </p:cNvSpPr>
          <p:nvPr>
            <p:ph type="title"/>
          </p:nvPr>
        </p:nvSpPr>
        <p:spPr/>
        <p:txBody>
          <a:bodyPr/>
          <a:lstStyle/>
          <a:p>
            <a:r>
              <a:rPr lang="en-US" altLang="zh-CN" dirty="0"/>
              <a:t>Attention on Cluster</a:t>
            </a:r>
            <a:endParaRPr lang="zh-CN" altLang="en-US" dirty="0"/>
          </a:p>
        </p:txBody>
      </p:sp>
      <p:sp>
        <p:nvSpPr>
          <p:cNvPr id="17" name="灯片编号占位符 16">
            <a:extLst>
              <a:ext uri="{FF2B5EF4-FFF2-40B4-BE49-F238E27FC236}">
                <a16:creationId xmlns:a16="http://schemas.microsoft.com/office/drawing/2014/main" id="{FBF32324-7265-40E2-94B4-0C4BCFE9AD62}"/>
              </a:ext>
            </a:extLst>
          </p:cNvPr>
          <p:cNvSpPr>
            <a:spLocks noGrp="1"/>
          </p:cNvSpPr>
          <p:nvPr>
            <p:ph type="sldNum" sz="quarter" idx="12"/>
          </p:nvPr>
        </p:nvSpPr>
        <p:spPr>
          <a:xfrm>
            <a:off x="9277742" y="6398165"/>
            <a:ext cx="2713220" cy="281496"/>
          </a:xfrm>
        </p:spPr>
        <p:txBody>
          <a:bodyPr/>
          <a:lstStyle/>
          <a:p>
            <a:fld id="{09F8E241-5604-4C64-8DA9-A54BC134EE44}" type="slidenum">
              <a:rPr lang="zh-CN" altLang="en-US" smtClean="0"/>
              <a:t>7</a:t>
            </a:fld>
            <a:endParaRPr lang="zh-CN" altLang="en-US"/>
          </a:p>
        </p:txBody>
      </p:sp>
      <p:pic>
        <p:nvPicPr>
          <p:cNvPr id="10" name="图片 9">
            <a:extLst>
              <a:ext uri="{FF2B5EF4-FFF2-40B4-BE49-F238E27FC236}">
                <a16:creationId xmlns:a16="http://schemas.microsoft.com/office/drawing/2014/main" id="{B2C2E27B-7497-43C5-8F41-37214FFC0C52}"/>
              </a:ext>
            </a:extLst>
          </p:cNvPr>
          <p:cNvPicPr>
            <a:picLocks noChangeAspect="1"/>
          </p:cNvPicPr>
          <p:nvPr/>
        </p:nvPicPr>
        <p:blipFill>
          <a:blip r:embed="rId3"/>
          <a:stretch>
            <a:fillRect/>
          </a:stretch>
        </p:blipFill>
        <p:spPr>
          <a:xfrm>
            <a:off x="1091439" y="849549"/>
            <a:ext cx="9242172" cy="4506985"/>
          </a:xfrm>
          <a:prstGeom prst="rect">
            <a:avLst/>
          </a:prstGeom>
        </p:spPr>
      </p:pic>
      <p:pic>
        <p:nvPicPr>
          <p:cNvPr id="4" name="图片 3">
            <a:extLst>
              <a:ext uri="{FF2B5EF4-FFF2-40B4-BE49-F238E27FC236}">
                <a16:creationId xmlns:a16="http://schemas.microsoft.com/office/drawing/2014/main" id="{E4AEB6F2-226C-48CC-84B2-6C9E0B248816}"/>
              </a:ext>
            </a:extLst>
          </p:cNvPr>
          <p:cNvPicPr>
            <a:picLocks noChangeAspect="1"/>
          </p:cNvPicPr>
          <p:nvPr/>
        </p:nvPicPr>
        <p:blipFill>
          <a:blip r:embed="rId4"/>
          <a:stretch>
            <a:fillRect/>
          </a:stretch>
        </p:blipFill>
        <p:spPr>
          <a:xfrm>
            <a:off x="2710862" y="5520664"/>
            <a:ext cx="2818338" cy="346806"/>
          </a:xfrm>
          <a:prstGeom prst="rect">
            <a:avLst/>
          </a:prstGeom>
        </p:spPr>
      </p:pic>
      <p:sp>
        <p:nvSpPr>
          <p:cNvPr id="6" name="文本框 5">
            <a:extLst>
              <a:ext uri="{FF2B5EF4-FFF2-40B4-BE49-F238E27FC236}">
                <a16:creationId xmlns:a16="http://schemas.microsoft.com/office/drawing/2014/main" id="{184D89F5-77DF-4AFB-9C7F-066736452D31}"/>
              </a:ext>
            </a:extLst>
          </p:cNvPr>
          <p:cNvSpPr txBox="1"/>
          <p:nvPr/>
        </p:nvSpPr>
        <p:spPr>
          <a:xfrm>
            <a:off x="239948" y="5498251"/>
            <a:ext cx="7483813"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Within-cluster</a:t>
            </a:r>
            <a:endParaRPr lang="zh-CN" altLang="en-US"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8171000B-F326-48C1-AA2D-8BCACD6B1DE2}"/>
              </a:ext>
            </a:extLst>
          </p:cNvPr>
          <p:cNvPicPr>
            <a:picLocks noChangeAspect="1"/>
          </p:cNvPicPr>
          <p:nvPr/>
        </p:nvPicPr>
        <p:blipFill>
          <a:blip r:embed="rId5"/>
          <a:stretch>
            <a:fillRect/>
          </a:stretch>
        </p:blipFill>
        <p:spPr>
          <a:xfrm>
            <a:off x="6356679" y="5496679"/>
            <a:ext cx="1037102" cy="317886"/>
          </a:xfrm>
          <a:prstGeom prst="rect">
            <a:avLst/>
          </a:prstGeom>
        </p:spPr>
      </p:pic>
      <p:pic>
        <p:nvPicPr>
          <p:cNvPr id="12" name="图片 11">
            <a:extLst>
              <a:ext uri="{FF2B5EF4-FFF2-40B4-BE49-F238E27FC236}">
                <a16:creationId xmlns:a16="http://schemas.microsoft.com/office/drawing/2014/main" id="{B012116F-F25D-4184-8395-76D4B35B56F6}"/>
              </a:ext>
            </a:extLst>
          </p:cNvPr>
          <p:cNvPicPr>
            <a:picLocks noChangeAspect="1"/>
          </p:cNvPicPr>
          <p:nvPr/>
        </p:nvPicPr>
        <p:blipFill>
          <a:blip r:embed="rId6"/>
          <a:stretch>
            <a:fillRect/>
          </a:stretch>
        </p:blipFill>
        <p:spPr>
          <a:xfrm>
            <a:off x="8147823" y="5484149"/>
            <a:ext cx="475636" cy="397366"/>
          </a:xfrm>
          <a:prstGeom prst="rect">
            <a:avLst/>
          </a:prstGeom>
        </p:spPr>
      </p:pic>
      <p:sp>
        <p:nvSpPr>
          <p:cNvPr id="18" name="文本框 17">
            <a:extLst>
              <a:ext uri="{FF2B5EF4-FFF2-40B4-BE49-F238E27FC236}">
                <a16:creationId xmlns:a16="http://schemas.microsoft.com/office/drawing/2014/main" id="{802AA78E-A452-46C7-BA64-B2E9A3155E7C}"/>
              </a:ext>
            </a:extLst>
          </p:cNvPr>
          <p:cNvSpPr txBox="1"/>
          <p:nvPr/>
        </p:nvSpPr>
        <p:spPr>
          <a:xfrm>
            <a:off x="239949" y="6094795"/>
            <a:ext cx="7483813"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Between-cluster</a:t>
            </a:r>
            <a:endParaRPr lang="zh-CN" altLang="en-US" dirty="0">
              <a:latin typeface="微软雅黑" panose="020B0503020204020204" pitchFamily="34" charset="-122"/>
              <a:ea typeface="微软雅黑" panose="020B0503020204020204" pitchFamily="34" charset="-122"/>
            </a:endParaRPr>
          </a:p>
        </p:txBody>
      </p:sp>
      <p:grpSp>
        <p:nvGrpSpPr>
          <p:cNvPr id="23" name="组合 22">
            <a:extLst>
              <a:ext uri="{FF2B5EF4-FFF2-40B4-BE49-F238E27FC236}">
                <a16:creationId xmlns:a16="http://schemas.microsoft.com/office/drawing/2014/main" id="{9F657C69-51DD-4D21-A176-C50F0A03992E}"/>
              </a:ext>
            </a:extLst>
          </p:cNvPr>
          <p:cNvGrpSpPr/>
          <p:nvPr/>
        </p:nvGrpSpPr>
        <p:grpSpPr>
          <a:xfrm>
            <a:off x="2673935" y="6174059"/>
            <a:ext cx="3177350" cy="252552"/>
            <a:chOff x="3026214" y="6091537"/>
            <a:chExt cx="3937309" cy="401499"/>
          </a:xfrm>
        </p:grpSpPr>
        <p:pic>
          <p:nvPicPr>
            <p:cNvPr id="14" name="图片 13">
              <a:extLst>
                <a:ext uri="{FF2B5EF4-FFF2-40B4-BE49-F238E27FC236}">
                  <a16:creationId xmlns:a16="http://schemas.microsoft.com/office/drawing/2014/main" id="{4C70BE51-5E04-4230-A1FC-5EA5ADBC2A06}"/>
                </a:ext>
              </a:extLst>
            </p:cNvPr>
            <p:cNvPicPr>
              <a:picLocks noChangeAspect="1"/>
            </p:cNvPicPr>
            <p:nvPr/>
          </p:nvPicPr>
          <p:blipFill>
            <a:blip r:embed="rId7"/>
            <a:stretch>
              <a:fillRect/>
            </a:stretch>
          </p:blipFill>
          <p:spPr>
            <a:xfrm>
              <a:off x="3026214" y="6116061"/>
              <a:ext cx="3011420" cy="376975"/>
            </a:xfrm>
            <a:prstGeom prst="rect">
              <a:avLst/>
            </a:prstGeom>
          </p:spPr>
        </p:pic>
        <p:pic>
          <p:nvPicPr>
            <p:cNvPr id="19" name="图片 18">
              <a:extLst>
                <a:ext uri="{FF2B5EF4-FFF2-40B4-BE49-F238E27FC236}">
                  <a16:creationId xmlns:a16="http://schemas.microsoft.com/office/drawing/2014/main" id="{DA92B381-7847-46C3-AE3C-4833AD5A04EC}"/>
                </a:ext>
              </a:extLst>
            </p:cNvPr>
            <p:cNvPicPr>
              <a:picLocks noChangeAspect="1"/>
            </p:cNvPicPr>
            <p:nvPr/>
          </p:nvPicPr>
          <p:blipFill>
            <a:blip r:embed="rId8"/>
            <a:stretch>
              <a:fillRect/>
            </a:stretch>
          </p:blipFill>
          <p:spPr>
            <a:xfrm>
              <a:off x="6096000" y="6091537"/>
              <a:ext cx="867523" cy="372590"/>
            </a:xfrm>
            <a:prstGeom prst="rect">
              <a:avLst/>
            </a:prstGeom>
          </p:spPr>
        </p:pic>
      </p:grpSp>
      <p:pic>
        <p:nvPicPr>
          <p:cNvPr id="26" name="图片 25">
            <a:extLst>
              <a:ext uri="{FF2B5EF4-FFF2-40B4-BE49-F238E27FC236}">
                <a16:creationId xmlns:a16="http://schemas.microsoft.com/office/drawing/2014/main" id="{89140D2A-68C8-4776-A496-8EAA1BB11021}"/>
              </a:ext>
            </a:extLst>
          </p:cNvPr>
          <p:cNvPicPr>
            <a:picLocks noChangeAspect="1"/>
          </p:cNvPicPr>
          <p:nvPr/>
        </p:nvPicPr>
        <p:blipFill>
          <a:blip r:embed="rId9"/>
          <a:stretch>
            <a:fillRect/>
          </a:stretch>
        </p:blipFill>
        <p:spPr>
          <a:xfrm>
            <a:off x="6628038" y="6144434"/>
            <a:ext cx="252608" cy="317936"/>
          </a:xfrm>
          <a:prstGeom prst="rect">
            <a:avLst/>
          </a:prstGeom>
        </p:spPr>
      </p:pic>
      <p:grpSp>
        <p:nvGrpSpPr>
          <p:cNvPr id="34" name="组合 33">
            <a:extLst>
              <a:ext uri="{FF2B5EF4-FFF2-40B4-BE49-F238E27FC236}">
                <a16:creationId xmlns:a16="http://schemas.microsoft.com/office/drawing/2014/main" id="{EE6A8AE3-CC87-4FF9-9AB8-88CC3030C058}"/>
              </a:ext>
            </a:extLst>
          </p:cNvPr>
          <p:cNvGrpSpPr/>
          <p:nvPr/>
        </p:nvGrpSpPr>
        <p:grpSpPr>
          <a:xfrm>
            <a:off x="7463302" y="6173069"/>
            <a:ext cx="2662184" cy="245894"/>
            <a:chOff x="7853183" y="6090457"/>
            <a:chExt cx="3343276" cy="396168"/>
          </a:xfrm>
        </p:grpSpPr>
        <p:pic>
          <p:nvPicPr>
            <p:cNvPr id="31" name="图片 30">
              <a:extLst>
                <a:ext uri="{FF2B5EF4-FFF2-40B4-BE49-F238E27FC236}">
                  <a16:creationId xmlns:a16="http://schemas.microsoft.com/office/drawing/2014/main" id="{5CBB285E-55B9-44AF-86C4-6B34D0014AA3}"/>
                </a:ext>
              </a:extLst>
            </p:cNvPr>
            <p:cNvPicPr>
              <a:picLocks noChangeAspect="1"/>
            </p:cNvPicPr>
            <p:nvPr/>
          </p:nvPicPr>
          <p:blipFill>
            <a:blip r:embed="rId10"/>
            <a:stretch>
              <a:fillRect/>
            </a:stretch>
          </p:blipFill>
          <p:spPr>
            <a:xfrm>
              <a:off x="7853183" y="6090457"/>
              <a:ext cx="2310124" cy="396168"/>
            </a:xfrm>
            <a:prstGeom prst="rect">
              <a:avLst/>
            </a:prstGeom>
          </p:spPr>
        </p:pic>
        <p:pic>
          <p:nvPicPr>
            <p:cNvPr id="33" name="图片 32">
              <a:extLst>
                <a:ext uri="{FF2B5EF4-FFF2-40B4-BE49-F238E27FC236}">
                  <a16:creationId xmlns:a16="http://schemas.microsoft.com/office/drawing/2014/main" id="{4AF06093-46C7-485F-BFB3-6ED10314B71C}"/>
                </a:ext>
              </a:extLst>
            </p:cNvPr>
            <p:cNvPicPr>
              <a:picLocks noChangeAspect="1"/>
            </p:cNvPicPr>
            <p:nvPr/>
          </p:nvPicPr>
          <p:blipFill>
            <a:blip r:embed="rId11"/>
            <a:stretch>
              <a:fillRect/>
            </a:stretch>
          </p:blipFill>
          <p:spPr>
            <a:xfrm>
              <a:off x="10170494" y="6090457"/>
              <a:ext cx="1025965" cy="373556"/>
            </a:xfrm>
            <a:prstGeom prst="rect">
              <a:avLst/>
            </a:prstGeom>
          </p:spPr>
        </p:pic>
      </p:grpSp>
      <p:pic>
        <p:nvPicPr>
          <p:cNvPr id="36" name="图片 35">
            <a:extLst>
              <a:ext uri="{FF2B5EF4-FFF2-40B4-BE49-F238E27FC236}">
                <a16:creationId xmlns:a16="http://schemas.microsoft.com/office/drawing/2014/main" id="{CA829A3F-8742-4F50-BBF5-6264177BF998}"/>
              </a:ext>
            </a:extLst>
          </p:cNvPr>
          <p:cNvPicPr>
            <a:picLocks noChangeAspect="1"/>
          </p:cNvPicPr>
          <p:nvPr/>
        </p:nvPicPr>
        <p:blipFill>
          <a:blip r:embed="rId12"/>
          <a:stretch>
            <a:fillRect/>
          </a:stretch>
        </p:blipFill>
        <p:spPr>
          <a:xfrm>
            <a:off x="10665188" y="6115179"/>
            <a:ext cx="861164" cy="320336"/>
          </a:xfrm>
          <a:prstGeom prst="rect">
            <a:avLst/>
          </a:prstGeom>
        </p:spPr>
      </p:pic>
      <p:cxnSp>
        <p:nvCxnSpPr>
          <p:cNvPr id="38" name="直接箭头连接符 37">
            <a:extLst>
              <a:ext uri="{FF2B5EF4-FFF2-40B4-BE49-F238E27FC236}">
                <a16:creationId xmlns:a16="http://schemas.microsoft.com/office/drawing/2014/main" id="{525C64E5-561E-4EEC-92D9-672C96B9D95E}"/>
              </a:ext>
            </a:extLst>
          </p:cNvPr>
          <p:cNvCxnSpPr>
            <a:cxnSpLocks/>
          </p:cNvCxnSpPr>
          <p:nvPr/>
        </p:nvCxnSpPr>
        <p:spPr>
          <a:xfrm>
            <a:off x="5726352" y="5655622"/>
            <a:ext cx="451477" cy="0"/>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cxnSp>
        <p:nvCxnSpPr>
          <p:cNvPr id="39" name="直接箭头连接符 38">
            <a:extLst>
              <a:ext uri="{FF2B5EF4-FFF2-40B4-BE49-F238E27FC236}">
                <a16:creationId xmlns:a16="http://schemas.microsoft.com/office/drawing/2014/main" id="{537B806B-CC1C-4162-873C-EC4910FD45C4}"/>
              </a:ext>
            </a:extLst>
          </p:cNvPr>
          <p:cNvCxnSpPr>
            <a:cxnSpLocks/>
          </p:cNvCxnSpPr>
          <p:nvPr/>
        </p:nvCxnSpPr>
        <p:spPr>
          <a:xfrm>
            <a:off x="6034394" y="6303402"/>
            <a:ext cx="451477" cy="0"/>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cxnSp>
        <p:nvCxnSpPr>
          <p:cNvPr id="40" name="直接箭头连接符 39">
            <a:extLst>
              <a:ext uri="{FF2B5EF4-FFF2-40B4-BE49-F238E27FC236}">
                <a16:creationId xmlns:a16="http://schemas.microsoft.com/office/drawing/2014/main" id="{B18485A2-CCAE-4B67-BDEE-5C9978F259E4}"/>
              </a:ext>
            </a:extLst>
          </p:cNvPr>
          <p:cNvCxnSpPr>
            <a:cxnSpLocks/>
          </p:cNvCxnSpPr>
          <p:nvPr/>
        </p:nvCxnSpPr>
        <p:spPr>
          <a:xfrm>
            <a:off x="6945553" y="6303402"/>
            <a:ext cx="451477" cy="0"/>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cxnSp>
        <p:nvCxnSpPr>
          <p:cNvPr id="41" name="直接箭头连接符 40">
            <a:extLst>
              <a:ext uri="{FF2B5EF4-FFF2-40B4-BE49-F238E27FC236}">
                <a16:creationId xmlns:a16="http://schemas.microsoft.com/office/drawing/2014/main" id="{2E164905-57F4-477F-8A26-C3DBD17AC18E}"/>
              </a:ext>
            </a:extLst>
          </p:cNvPr>
          <p:cNvCxnSpPr>
            <a:cxnSpLocks/>
          </p:cNvCxnSpPr>
          <p:nvPr/>
        </p:nvCxnSpPr>
        <p:spPr>
          <a:xfrm>
            <a:off x="10132983" y="6303402"/>
            <a:ext cx="451477" cy="0"/>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cxnSp>
        <p:nvCxnSpPr>
          <p:cNvPr id="42" name="直接箭头连接符 41">
            <a:extLst>
              <a:ext uri="{FF2B5EF4-FFF2-40B4-BE49-F238E27FC236}">
                <a16:creationId xmlns:a16="http://schemas.microsoft.com/office/drawing/2014/main" id="{7B0C2941-CB21-48A2-B3BE-767E4BEF3A52}"/>
              </a:ext>
            </a:extLst>
          </p:cNvPr>
          <p:cNvCxnSpPr>
            <a:cxnSpLocks/>
          </p:cNvCxnSpPr>
          <p:nvPr/>
        </p:nvCxnSpPr>
        <p:spPr>
          <a:xfrm>
            <a:off x="7564880" y="5655622"/>
            <a:ext cx="451477" cy="0"/>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102201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3ACEC-6AE7-4764-B4CD-43A19C335B35}"/>
              </a:ext>
            </a:extLst>
          </p:cNvPr>
          <p:cNvSpPr>
            <a:spLocks noGrp="1"/>
          </p:cNvSpPr>
          <p:nvPr>
            <p:ph type="title"/>
          </p:nvPr>
        </p:nvSpPr>
        <p:spPr/>
        <p:txBody>
          <a:bodyPr/>
          <a:lstStyle/>
          <a:p>
            <a:r>
              <a:rPr lang="en-US" altLang="zh-CN" dirty="0"/>
              <a:t>Attention on Cluster</a:t>
            </a:r>
            <a:endParaRPr lang="zh-CN" altLang="en-US" dirty="0"/>
          </a:p>
        </p:txBody>
      </p:sp>
      <p:sp>
        <p:nvSpPr>
          <p:cNvPr id="17" name="灯片编号占位符 16">
            <a:extLst>
              <a:ext uri="{FF2B5EF4-FFF2-40B4-BE49-F238E27FC236}">
                <a16:creationId xmlns:a16="http://schemas.microsoft.com/office/drawing/2014/main" id="{FBF32324-7265-40E2-94B4-0C4BCFE9AD62}"/>
              </a:ext>
            </a:extLst>
          </p:cNvPr>
          <p:cNvSpPr>
            <a:spLocks noGrp="1"/>
          </p:cNvSpPr>
          <p:nvPr>
            <p:ph type="sldNum" sz="quarter" idx="12"/>
          </p:nvPr>
        </p:nvSpPr>
        <p:spPr>
          <a:xfrm>
            <a:off x="9277742" y="6398165"/>
            <a:ext cx="2713220" cy="281496"/>
          </a:xfrm>
        </p:spPr>
        <p:txBody>
          <a:bodyPr/>
          <a:lstStyle/>
          <a:p>
            <a:fld id="{09F8E241-5604-4C64-8DA9-A54BC134EE44}" type="slidenum">
              <a:rPr lang="zh-CN" altLang="en-US" smtClean="0"/>
              <a:t>8</a:t>
            </a:fld>
            <a:endParaRPr lang="zh-CN" altLang="en-US"/>
          </a:p>
        </p:txBody>
      </p:sp>
      <p:pic>
        <p:nvPicPr>
          <p:cNvPr id="10" name="图片 9">
            <a:extLst>
              <a:ext uri="{FF2B5EF4-FFF2-40B4-BE49-F238E27FC236}">
                <a16:creationId xmlns:a16="http://schemas.microsoft.com/office/drawing/2014/main" id="{B2C2E27B-7497-43C5-8F41-37214FFC0C52}"/>
              </a:ext>
            </a:extLst>
          </p:cNvPr>
          <p:cNvPicPr>
            <a:picLocks noChangeAspect="1"/>
          </p:cNvPicPr>
          <p:nvPr/>
        </p:nvPicPr>
        <p:blipFill>
          <a:blip r:embed="rId3"/>
          <a:stretch>
            <a:fillRect/>
          </a:stretch>
        </p:blipFill>
        <p:spPr>
          <a:xfrm>
            <a:off x="1091439" y="849549"/>
            <a:ext cx="9242172" cy="4506985"/>
          </a:xfrm>
          <a:prstGeom prst="rect">
            <a:avLst/>
          </a:prstGeom>
        </p:spPr>
      </p:pic>
      <p:pic>
        <p:nvPicPr>
          <p:cNvPr id="24" name="图片 23">
            <a:extLst>
              <a:ext uri="{FF2B5EF4-FFF2-40B4-BE49-F238E27FC236}">
                <a16:creationId xmlns:a16="http://schemas.microsoft.com/office/drawing/2014/main" id="{97D9B007-9A18-4C8A-8732-5725BEFDF912}"/>
              </a:ext>
            </a:extLst>
          </p:cNvPr>
          <p:cNvPicPr>
            <a:picLocks noChangeAspect="1"/>
          </p:cNvPicPr>
          <p:nvPr/>
        </p:nvPicPr>
        <p:blipFill>
          <a:blip r:embed="rId4"/>
          <a:stretch>
            <a:fillRect/>
          </a:stretch>
        </p:blipFill>
        <p:spPr>
          <a:xfrm>
            <a:off x="2749880" y="5356534"/>
            <a:ext cx="6692240" cy="717622"/>
          </a:xfrm>
          <a:prstGeom prst="rect">
            <a:avLst/>
          </a:prstGeom>
        </p:spPr>
      </p:pic>
      <p:pic>
        <p:nvPicPr>
          <p:cNvPr id="25" name="图片 24">
            <a:extLst>
              <a:ext uri="{FF2B5EF4-FFF2-40B4-BE49-F238E27FC236}">
                <a16:creationId xmlns:a16="http://schemas.microsoft.com/office/drawing/2014/main" id="{B35D3449-0D12-4F8F-B8A2-1D17CC190208}"/>
              </a:ext>
            </a:extLst>
          </p:cNvPr>
          <p:cNvPicPr>
            <a:picLocks noChangeAspect="1"/>
          </p:cNvPicPr>
          <p:nvPr/>
        </p:nvPicPr>
        <p:blipFill>
          <a:blip r:embed="rId5"/>
          <a:stretch>
            <a:fillRect/>
          </a:stretch>
        </p:blipFill>
        <p:spPr>
          <a:xfrm>
            <a:off x="4244386" y="6064301"/>
            <a:ext cx="2936277" cy="588891"/>
          </a:xfrm>
          <a:prstGeom prst="rect">
            <a:avLst/>
          </a:prstGeom>
        </p:spPr>
      </p:pic>
    </p:spTree>
    <p:extLst>
      <p:ext uri="{BB962C8B-B14F-4D97-AF65-F5344CB8AC3E}">
        <p14:creationId xmlns:p14="http://schemas.microsoft.com/office/powerpoint/2010/main" val="1054285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3ACEC-6AE7-4764-B4CD-43A19C335B35}"/>
              </a:ext>
            </a:extLst>
          </p:cNvPr>
          <p:cNvSpPr>
            <a:spLocks noGrp="1"/>
          </p:cNvSpPr>
          <p:nvPr>
            <p:ph type="title"/>
          </p:nvPr>
        </p:nvSpPr>
        <p:spPr/>
        <p:txBody>
          <a:bodyPr/>
          <a:lstStyle/>
          <a:p>
            <a:r>
              <a:rPr lang="en-US" altLang="zh-CN" dirty="0"/>
              <a:t>Sampling</a:t>
            </a:r>
            <a:endParaRPr lang="zh-CN" altLang="en-US" dirty="0"/>
          </a:p>
        </p:txBody>
      </p:sp>
      <p:sp>
        <p:nvSpPr>
          <p:cNvPr id="17" name="灯片编号占位符 16">
            <a:extLst>
              <a:ext uri="{FF2B5EF4-FFF2-40B4-BE49-F238E27FC236}">
                <a16:creationId xmlns:a16="http://schemas.microsoft.com/office/drawing/2014/main" id="{FBF32324-7265-40E2-94B4-0C4BCFE9AD62}"/>
              </a:ext>
            </a:extLst>
          </p:cNvPr>
          <p:cNvSpPr>
            <a:spLocks noGrp="1"/>
          </p:cNvSpPr>
          <p:nvPr>
            <p:ph type="sldNum" sz="quarter" idx="12"/>
          </p:nvPr>
        </p:nvSpPr>
        <p:spPr/>
        <p:txBody>
          <a:bodyPr/>
          <a:lstStyle/>
          <a:p>
            <a:fld id="{09F8E241-5604-4C64-8DA9-A54BC134EE44}" type="slidenum">
              <a:rPr lang="zh-CN" altLang="en-US" smtClean="0"/>
              <a:t>9</a:t>
            </a:fld>
            <a:endParaRPr lang="zh-CN" altLang="en-US"/>
          </a:p>
        </p:txBody>
      </p:sp>
      <p:pic>
        <p:nvPicPr>
          <p:cNvPr id="5" name="图片 4">
            <a:extLst>
              <a:ext uri="{FF2B5EF4-FFF2-40B4-BE49-F238E27FC236}">
                <a16:creationId xmlns:a16="http://schemas.microsoft.com/office/drawing/2014/main" id="{2CF801CE-8337-4706-A0CB-2E89DE8E56DC}"/>
              </a:ext>
            </a:extLst>
          </p:cNvPr>
          <p:cNvPicPr>
            <a:picLocks noChangeAspect="1"/>
          </p:cNvPicPr>
          <p:nvPr/>
        </p:nvPicPr>
        <p:blipFill>
          <a:blip r:embed="rId3"/>
          <a:stretch>
            <a:fillRect/>
          </a:stretch>
        </p:blipFill>
        <p:spPr>
          <a:xfrm>
            <a:off x="511899" y="1013016"/>
            <a:ext cx="10558175" cy="3835973"/>
          </a:xfrm>
          <a:prstGeom prst="rect">
            <a:avLst/>
          </a:prstGeom>
        </p:spPr>
      </p:pic>
      <p:pic>
        <p:nvPicPr>
          <p:cNvPr id="7" name="图片 6">
            <a:extLst>
              <a:ext uri="{FF2B5EF4-FFF2-40B4-BE49-F238E27FC236}">
                <a16:creationId xmlns:a16="http://schemas.microsoft.com/office/drawing/2014/main" id="{EC9E4AEE-8FF3-4F0C-B31B-EB098838C354}"/>
              </a:ext>
            </a:extLst>
          </p:cNvPr>
          <p:cNvPicPr>
            <a:picLocks noChangeAspect="1"/>
          </p:cNvPicPr>
          <p:nvPr/>
        </p:nvPicPr>
        <p:blipFill>
          <a:blip r:embed="rId4"/>
          <a:stretch>
            <a:fillRect/>
          </a:stretch>
        </p:blipFill>
        <p:spPr>
          <a:xfrm>
            <a:off x="634800" y="5304811"/>
            <a:ext cx="3086471" cy="694822"/>
          </a:xfrm>
          <a:prstGeom prst="rect">
            <a:avLst/>
          </a:prstGeom>
        </p:spPr>
      </p:pic>
      <p:pic>
        <p:nvPicPr>
          <p:cNvPr id="8" name="图片 7">
            <a:extLst>
              <a:ext uri="{FF2B5EF4-FFF2-40B4-BE49-F238E27FC236}">
                <a16:creationId xmlns:a16="http://schemas.microsoft.com/office/drawing/2014/main" id="{23513404-8859-4058-97ED-FEE2E5A79B67}"/>
              </a:ext>
            </a:extLst>
          </p:cNvPr>
          <p:cNvPicPr>
            <a:picLocks noChangeAspect="1"/>
          </p:cNvPicPr>
          <p:nvPr/>
        </p:nvPicPr>
        <p:blipFill>
          <a:blip r:embed="rId5"/>
          <a:stretch>
            <a:fillRect/>
          </a:stretch>
        </p:blipFill>
        <p:spPr>
          <a:xfrm>
            <a:off x="753899" y="5999633"/>
            <a:ext cx="1716926" cy="348133"/>
          </a:xfrm>
          <a:prstGeom prst="rect">
            <a:avLst/>
          </a:prstGeom>
        </p:spPr>
      </p:pic>
      <p:sp>
        <p:nvSpPr>
          <p:cNvPr id="4" name="矩形 3">
            <a:extLst>
              <a:ext uri="{FF2B5EF4-FFF2-40B4-BE49-F238E27FC236}">
                <a16:creationId xmlns:a16="http://schemas.microsoft.com/office/drawing/2014/main" id="{4A526EE6-8E27-4094-B115-913014CA8D01}"/>
              </a:ext>
            </a:extLst>
          </p:cNvPr>
          <p:cNvSpPr/>
          <p:nvPr/>
        </p:nvSpPr>
        <p:spPr>
          <a:xfrm>
            <a:off x="7548661" y="1011677"/>
            <a:ext cx="3625175" cy="39170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4D3FAE77-9AB5-46B0-9321-34AC1CBCAB0D}"/>
              </a:ext>
            </a:extLst>
          </p:cNvPr>
          <p:cNvPicPr>
            <a:picLocks noChangeAspect="1"/>
          </p:cNvPicPr>
          <p:nvPr/>
        </p:nvPicPr>
        <p:blipFill>
          <a:blip r:embed="rId6"/>
          <a:stretch>
            <a:fillRect/>
          </a:stretch>
        </p:blipFill>
        <p:spPr>
          <a:xfrm>
            <a:off x="5723106" y="5368609"/>
            <a:ext cx="3667286" cy="438187"/>
          </a:xfrm>
          <a:prstGeom prst="rect">
            <a:avLst/>
          </a:prstGeom>
        </p:spPr>
      </p:pic>
      <p:sp>
        <p:nvSpPr>
          <p:cNvPr id="11" name="文本框 10">
            <a:extLst>
              <a:ext uri="{FF2B5EF4-FFF2-40B4-BE49-F238E27FC236}">
                <a16:creationId xmlns:a16="http://schemas.microsoft.com/office/drawing/2014/main" id="{FEA68F42-DB8F-4352-8434-FED8F0E35CDE}"/>
              </a:ext>
            </a:extLst>
          </p:cNvPr>
          <p:cNvSpPr txBox="1"/>
          <p:nvPr/>
        </p:nvSpPr>
        <p:spPr>
          <a:xfrm>
            <a:off x="706877" y="4935730"/>
            <a:ext cx="3339829"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quantity</a:t>
            </a:r>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3F541963-FEFC-4565-BBB4-DD67FDEAFB3C}"/>
              </a:ext>
            </a:extLst>
          </p:cNvPr>
          <p:cNvSpPr txBox="1"/>
          <p:nvPr/>
        </p:nvSpPr>
        <p:spPr>
          <a:xfrm>
            <a:off x="5723106" y="4928681"/>
            <a:ext cx="3339829"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How</a:t>
            </a:r>
            <a:endParaRPr lang="zh-CN" altLang="en-US" dirty="0">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32816A5B-12B0-437D-A005-E857D369CAFE}"/>
              </a:ext>
            </a:extLst>
          </p:cNvPr>
          <p:cNvPicPr>
            <a:picLocks noChangeAspect="1"/>
          </p:cNvPicPr>
          <p:nvPr/>
        </p:nvPicPr>
        <p:blipFill>
          <a:blip r:embed="rId7"/>
          <a:stretch>
            <a:fillRect/>
          </a:stretch>
        </p:blipFill>
        <p:spPr>
          <a:xfrm>
            <a:off x="5635346" y="5817179"/>
            <a:ext cx="2564927" cy="528788"/>
          </a:xfrm>
          <a:prstGeom prst="rect">
            <a:avLst/>
          </a:prstGeom>
        </p:spPr>
      </p:pic>
    </p:spTree>
    <p:extLst>
      <p:ext uri="{BB962C8B-B14F-4D97-AF65-F5344CB8AC3E}">
        <p14:creationId xmlns:p14="http://schemas.microsoft.com/office/powerpoint/2010/main" val="984679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3ACEC-6AE7-4764-B4CD-43A19C335B35}"/>
              </a:ext>
            </a:extLst>
          </p:cNvPr>
          <p:cNvSpPr>
            <a:spLocks noGrp="1"/>
          </p:cNvSpPr>
          <p:nvPr>
            <p:ph type="title"/>
          </p:nvPr>
        </p:nvSpPr>
        <p:spPr/>
        <p:txBody>
          <a:bodyPr/>
          <a:lstStyle/>
          <a:p>
            <a:r>
              <a:rPr lang="en-US" altLang="zh-CN" dirty="0"/>
              <a:t>Sampling</a:t>
            </a:r>
            <a:endParaRPr lang="zh-CN" altLang="en-US" dirty="0"/>
          </a:p>
        </p:txBody>
      </p:sp>
      <p:sp>
        <p:nvSpPr>
          <p:cNvPr id="17" name="灯片编号占位符 16">
            <a:extLst>
              <a:ext uri="{FF2B5EF4-FFF2-40B4-BE49-F238E27FC236}">
                <a16:creationId xmlns:a16="http://schemas.microsoft.com/office/drawing/2014/main" id="{FBF32324-7265-40E2-94B4-0C4BCFE9AD62}"/>
              </a:ext>
            </a:extLst>
          </p:cNvPr>
          <p:cNvSpPr>
            <a:spLocks noGrp="1"/>
          </p:cNvSpPr>
          <p:nvPr>
            <p:ph type="sldNum" sz="quarter" idx="12"/>
          </p:nvPr>
        </p:nvSpPr>
        <p:spPr/>
        <p:txBody>
          <a:bodyPr/>
          <a:lstStyle/>
          <a:p>
            <a:fld id="{09F8E241-5604-4C64-8DA9-A54BC134EE44}" type="slidenum">
              <a:rPr lang="zh-CN" altLang="en-US" smtClean="0"/>
              <a:t>10</a:t>
            </a:fld>
            <a:endParaRPr lang="zh-CN" altLang="en-US"/>
          </a:p>
        </p:txBody>
      </p:sp>
      <p:pic>
        <p:nvPicPr>
          <p:cNvPr id="5" name="图片 4">
            <a:extLst>
              <a:ext uri="{FF2B5EF4-FFF2-40B4-BE49-F238E27FC236}">
                <a16:creationId xmlns:a16="http://schemas.microsoft.com/office/drawing/2014/main" id="{2CF801CE-8337-4706-A0CB-2E89DE8E56DC}"/>
              </a:ext>
            </a:extLst>
          </p:cNvPr>
          <p:cNvPicPr>
            <a:picLocks noChangeAspect="1"/>
          </p:cNvPicPr>
          <p:nvPr/>
        </p:nvPicPr>
        <p:blipFill>
          <a:blip r:embed="rId3"/>
          <a:stretch>
            <a:fillRect/>
          </a:stretch>
        </p:blipFill>
        <p:spPr>
          <a:xfrm>
            <a:off x="816911" y="972484"/>
            <a:ext cx="10558175" cy="3835973"/>
          </a:xfrm>
          <a:prstGeom prst="rect">
            <a:avLst/>
          </a:prstGeom>
        </p:spPr>
      </p:pic>
      <p:pic>
        <p:nvPicPr>
          <p:cNvPr id="6" name="内容占位符 4">
            <a:extLst>
              <a:ext uri="{FF2B5EF4-FFF2-40B4-BE49-F238E27FC236}">
                <a16:creationId xmlns:a16="http://schemas.microsoft.com/office/drawing/2014/main" id="{7B72DE96-BA20-495C-ABF7-253F9732F0A0}"/>
              </a:ext>
            </a:extLst>
          </p:cNvPr>
          <p:cNvPicPr>
            <a:picLocks noGrp="1" noChangeAspect="1"/>
          </p:cNvPicPr>
          <p:nvPr>
            <p:ph idx="1"/>
          </p:nvPr>
        </p:nvPicPr>
        <p:blipFill>
          <a:blip r:embed="rId4"/>
          <a:stretch>
            <a:fillRect/>
          </a:stretch>
        </p:blipFill>
        <p:spPr>
          <a:xfrm>
            <a:off x="3119437" y="5734605"/>
            <a:ext cx="5953125" cy="704850"/>
          </a:xfrm>
        </p:spPr>
      </p:pic>
      <p:pic>
        <p:nvPicPr>
          <p:cNvPr id="14" name="图片 13">
            <a:extLst>
              <a:ext uri="{FF2B5EF4-FFF2-40B4-BE49-F238E27FC236}">
                <a16:creationId xmlns:a16="http://schemas.microsoft.com/office/drawing/2014/main" id="{ECEF892D-06FB-4DE3-808C-39C62D56608D}"/>
              </a:ext>
            </a:extLst>
          </p:cNvPr>
          <p:cNvPicPr>
            <a:picLocks noChangeAspect="1"/>
          </p:cNvPicPr>
          <p:nvPr/>
        </p:nvPicPr>
        <p:blipFill>
          <a:blip r:embed="rId5"/>
          <a:stretch>
            <a:fillRect/>
          </a:stretch>
        </p:blipFill>
        <p:spPr>
          <a:xfrm>
            <a:off x="3985654" y="5009936"/>
            <a:ext cx="4220690" cy="563722"/>
          </a:xfrm>
          <a:prstGeom prst="rect">
            <a:avLst/>
          </a:prstGeom>
        </p:spPr>
      </p:pic>
    </p:spTree>
    <p:extLst>
      <p:ext uri="{BB962C8B-B14F-4D97-AF65-F5344CB8AC3E}">
        <p14:creationId xmlns:p14="http://schemas.microsoft.com/office/powerpoint/2010/main" val="3371234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185AD4-4EC4-408F-A175-E3F6EA989330}"/>
              </a:ext>
            </a:extLst>
          </p:cNvPr>
          <p:cNvSpPr>
            <a:spLocks noGrp="1"/>
          </p:cNvSpPr>
          <p:nvPr>
            <p:ph type="title"/>
          </p:nvPr>
        </p:nvSpPr>
        <p:spPr/>
        <p:txBody>
          <a:bodyPr>
            <a:normAutofit/>
          </a:bodyPr>
          <a:lstStyle/>
          <a:p>
            <a:r>
              <a:rPr lang="en-US" altLang="zh-CN" dirty="0"/>
              <a:t>Specific Tasks</a:t>
            </a:r>
            <a:endParaRPr lang="zh-CN" altLang="en-US" dirty="0"/>
          </a:p>
        </p:txBody>
      </p:sp>
      <p:pic>
        <p:nvPicPr>
          <p:cNvPr id="8" name="图片 7">
            <a:extLst>
              <a:ext uri="{FF2B5EF4-FFF2-40B4-BE49-F238E27FC236}">
                <a16:creationId xmlns:a16="http://schemas.microsoft.com/office/drawing/2014/main" id="{C8FCC388-5459-4730-A53B-E3314AF50747}"/>
              </a:ext>
            </a:extLst>
          </p:cNvPr>
          <p:cNvPicPr>
            <a:picLocks noChangeAspect="1"/>
          </p:cNvPicPr>
          <p:nvPr/>
        </p:nvPicPr>
        <p:blipFill>
          <a:blip r:embed="rId3"/>
          <a:stretch>
            <a:fillRect/>
          </a:stretch>
        </p:blipFill>
        <p:spPr>
          <a:xfrm>
            <a:off x="0" y="1117441"/>
            <a:ext cx="12192000" cy="4623118"/>
          </a:xfrm>
          <a:prstGeom prst="rect">
            <a:avLst/>
          </a:prstGeom>
        </p:spPr>
      </p:pic>
    </p:spTree>
    <p:extLst>
      <p:ext uri="{BB962C8B-B14F-4D97-AF65-F5344CB8AC3E}">
        <p14:creationId xmlns:p14="http://schemas.microsoft.com/office/powerpoint/2010/main" val="810090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F86705-C82B-4FDB-BF19-82DCCFD90A20}"/>
              </a:ext>
            </a:extLst>
          </p:cNvPr>
          <p:cNvSpPr>
            <a:spLocks noGrp="1"/>
          </p:cNvSpPr>
          <p:nvPr>
            <p:ph type="title"/>
          </p:nvPr>
        </p:nvSpPr>
        <p:spPr/>
        <p:txBody>
          <a:bodyPr/>
          <a:lstStyle/>
          <a:p>
            <a:r>
              <a:rPr lang="en-US" altLang="zh-CN" dirty="0"/>
              <a:t>Experiment</a:t>
            </a:r>
            <a:endParaRPr lang="zh-CN" altLang="en-US" dirty="0"/>
          </a:p>
        </p:txBody>
      </p:sp>
      <p:pic>
        <p:nvPicPr>
          <p:cNvPr id="5" name="图片 4">
            <a:extLst>
              <a:ext uri="{FF2B5EF4-FFF2-40B4-BE49-F238E27FC236}">
                <a16:creationId xmlns:a16="http://schemas.microsoft.com/office/drawing/2014/main" id="{7E34DD11-A282-4922-B063-C233089D9445}"/>
              </a:ext>
            </a:extLst>
          </p:cNvPr>
          <p:cNvPicPr>
            <a:picLocks noChangeAspect="1"/>
          </p:cNvPicPr>
          <p:nvPr/>
        </p:nvPicPr>
        <p:blipFill>
          <a:blip r:embed="rId3"/>
          <a:stretch>
            <a:fillRect/>
          </a:stretch>
        </p:blipFill>
        <p:spPr>
          <a:xfrm>
            <a:off x="393370" y="1500435"/>
            <a:ext cx="4992584" cy="4992584"/>
          </a:xfrm>
          <a:prstGeom prst="rect">
            <a:avLst/>
          </a:prstGeom>
        </p:spPr>
      </p:pic>
      <p:pic>
        <p:nvPicPr>
          <p:cNvPr id="7" name="图片 6">
            <a:extLst>
              <a:ext uri="{FF2B5EF4-FFF2-40B4-BE49-F238E27FC236}">
                <a16:creationId xmlns:a16="http://schemas.microsoft.com/office/drawing/2014/main" id="{57D6C193-9A00-4CB2-A6A8-9672DF87E304}"/>
              </a:ext>
            </a:extLst>
          </p:cNvPr>
          <p:cNvPicPr>
            <a:picLocks noChangeAspect="1"/>
          </p:cNvPicPr>
          <p:nvPr/>
        </p:nvPicPr>
        <p:blipFill>
          <a:blip r:embed="rId4"/>
          <a:stretch>
            <a:fillRect/>
          </a:stretch>
        </p:blipFill>
        <p:spPr>
          <a:xfrm>
            <a:off x="5742121" y="2128250"/>
            <a:ext cx="5758730" cy="3402571"/>
          </a:xfrm>
          <a:prstGeom prst="rect">
            <a:avLst/>
          </a:prstGeom>
        </p:spPr>
      </p:pic>
      <p:sp>
        <p:nvSpPr>
          <p:cNvPr id="9" name="文本框 8">
            <a:extLst>
              <a:ext uri="{FF2B5EF4-FFF2-40B4-BE49-F238E27FC236}">
                <a16:creationId xmlns:a16="http://schemas.microsoft.com/office/drawing/2014/main" id="{3E8BB9B5-830D-4AF6-BDCC-4D81F68D6E4F}"/>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Classification</a:t>
            </a:r>
            <a:endParaRPr lang="en-US" altLang="zh-CN" sz="2000" dirty="0"/>
          </a:p>
        </p:txBody>
      </p:sp>
    </p:spTree>
    <p:extLst>
      <p:ext uri="{BB962C8B-B14F-4D97-AF65-F5344CB8AC3E}">
        <p14:creationId xmlns:p14="http://schemas.microsoft.com/office/powerpoint/2010/main" val="370220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1AEC6D-7636-4C54-8614-8C225D529797}"/>
              </a:ext>
            </a:extLst>
          </p:cNvPr>
          <p:cNvSpPr>
            <a:spLocks noGrp="1"/>
          </p:cNvSpPr>
          <p:nvPr>
            <p:ph type="title"/>
          </p:nvPr>
        </p:nvSpPr>
        <p:spPr/>
        <p:txBody>
          <a:bodyPr/>
          <a:lstStyle/>
          <a:p>
            <a:r>
              <a:rPr lang="en-US" altLang="zh-CN" dirty="0"/>
              <a:t>Experiment</a:t>
            </a:r>
            <a:endParaRPr lang="zh-CN" altLang="en-US" dirty="0"/>
          </a:p>
        </p:txBody>
      </p:sp>
      <p:pic>
        <p:nvPicPr>
          <p:cNvPr id="5" name="内容占位符 4">
            <a:extLst>
              <a:ext uri="{FF2B5EF4-FFF2-40B4-BE49-F238E27FC236}">
                <a16:creationId xmlns:a16="http://schemas.microsoft.com/office/drawing/2014/main" id="{5018016B-6B9D-44F6-B157-A4DC56D4ED9B}"/>
              </a:ext>
            </a:extLst>
          </p:cNvPr>
          <p:cNvPicPr>
            <a:picLocks noGrp="1" noChangeAspect="1"/>
          </p:cNvPicPr>
          <p:nvPr>
            <p:ph idx="1"/>
          </p:nvPr>
        </p:nvPicPr>
        <p:blipFill>
          <a:blip r:embed="rId3"/>
          <a:stretch>
            <a:fillRect/>
          </a:stretch>
        </p:blipFill>
        <p:spPr>
          <a:xfrm>
            <a:off x="2017713" y="2035969"/>
            <a:ext cx="8124825" cy="3114675"/>
          </a:xfrm>
        </p:spPr>
      </p:pic>
      <p:sp>
        <p:nvSpPr>
          <p:cNvPr id="6" name="文本框 5">
            <a:extLst>
              <a:ext uri="{FF2B5EF4-FFF2-40B4-BE49-F238E27FC236}">
                <a16:creationId xmlns:a16="http://schemas.microsoft.com/office/drawing/2014/main" id="{53E302B5-0A75-4525-8E03-75A50CB8CD5B}"/>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Semantic Segmentation</a:t>
            </a:r>
            <a:endParaRPr lang="en-US" altLang="zh-CN" sz="2000" dirty="0"/>
          </a:p>
        </p:txBody>
      </p:sp>
    </p:spTree>
    <p:extLst>
      <p:ext uri="{BB962C8B-B14F-4D97-AF65-F5344CB8AC3E}">
        <p14:creationId xmlns:p14="http://schemas.microsoft.com/office/powerpoint/2010/main" val="2096159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72FB1-E68F-493A-9984-A5FFAF04F9A7}"/>
              </a:ext>
            </a:extLst>
          </p:cNvPr>
          <p:cNvSpPr>
            <a:spLocks noGrp="1"/>
          </p:cNvSpPr>
          <p:nvPr>
            <p:ph type="title"/>
          </p:nvPr>
        </p:nvSpPr>
        <p:spPr/>
        <p:txBody>
          <a:bodyPr/>
          <a:lstStyle/>
          <a:p>
            <a:r>
              <a:rPr lang="en-US" altLang="zh-CN" dirty="0"/>
              <a:t>Experiment</a:t>
            </a:r>
            <a:endParaRPr lang="zh-CN" altLang="en-US" dirty="0"/>
          </a:p>
        </p:txBody>
      </p:sp>
      <p:pic>
        <p:nvPicPr>
          <p:cNvPr id="5" name="图片 4">
            <a:extLst>
              <a:ext uri="{FF2B5EF4-FFF2-40B4-BE49-F238E27FC236}">
                <a16:creationId xmlns:a16="http://schemas.microsoft.com/office/drawing/2014/main" id="{D2A6C6E4-3DB2-49AF-AC17-2F13A9AE3142}"/>
              </a:ext>
            </a:extLst>
          </p:cNvPr>
          <p:cNvPicPr>
            <a:picLocks noChangeAspect="1"/>
          </p:cNvPicPr>
          <p:nvPr/>
        </p:nvPicPr>
        <p:blipFill>
          <a:blip r:embed="rId3"/>
          <a:stretch>
            <a:fillRect/>
          </a:stretch>
        </p:blipFill>
        <p:spPr>
          <a:xfrm>
            <a:off x="2090737" y="1838325"/>
            <a:ext cx="8010525" cy="3181350"/>
          </a:xfrm>
          <a:prstGeom prst="rect">
            <a:avLst/>
          </a:prstGeom>
        </p:spPr>
      </p:pic>
      <p:sp>
        <p:nvSpPr>
          <p:cNvPr id="6" name="文本框 5">
            <a:extLst>
              <a:ext uri="{FF2B5EF4-FFF2-40B4-BE49-F238E27FC236}">
                <a16:creationId xmlns:a16="http://schemas.microsoft.com/office/drawing/2014/main" id="{9BEAC02C-3938-463F-8E88-5F379D3123D8}"/>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Part Segmentation</a:t>
            </a:r>
            <a:endParaRPr lang="en-US" altLang="zh-CN" sz="2000" dirty="0"/>
          </a:p>
        </p:txBody>
      </p:sp>
    </p:spTree>
    <p:extLst>
      <p:ext uri="{BB962C8B-B14F-4D97-AF65-F5344CB8AC3E}">
        <p14:creationId xmlns:p14="http://schemas.microsoft.com/office/powerpoint/2010/main" val="2273763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1C10FF-42C0-4CA6-A025-8395E0E994D7}"/>
              </a:ext>
            </a:extLst>
          </p:cNvPr>
          <p:cNvSpPr>
            <a:spLocks noGrp="1"/>
          </p:cNvSpPr>
          <p:nvPr>
            <p:ph type="title"/>
          </p:nvPr>
        </p:nvSpPr>
        <p:spPr/>
        <p:txBody>
          <a:bodyPr/>
          <a:lstStyle/>
          <a:p>
            <a:r>
              <a:rPr lang="en-US" altLang="zh-CN" dirty="0"/>
              <a:t>Visualization</a:t>
            </a:r>
            <a:endParaRPr lang="zh-CN" altLang="en-US" dirty="0"/>
          </a:p>
        </p:txBody>
      </p:sp>
      <p:pic>
        <p:nvPicPr>
          <p:cNvPr id="4" name="图片 3">
            <a:extLst>
              <a:ext uri="{FF2B5EF4-FFF2-40B4-BE49-F238E27FC236}">
                <a16:creationId xmlns:a16="http://schemas.microsoft.com/office/drawing/2014/main" id="{5A7BE307-B837-4E5B-A796-2769C36DDE59}"/>
              </a:ext>
            </a:extLst>
          </p:cNvPr>
          <p:cNvPicPr>
            <a:picLocks noChangeAspect="1"/>
          </p:cNvPicPr>
          <p:nvPr/>
        </p:nvPicPr>
        <p:blipFill>
          <a:blip r:embed="rId3"/>
          <a:stretch>
            <a:fillRect/>
          </a:stretch>
        </p:blipFill>
        <p:spPr>
          <a:xfrm>
            <a:off x="1522364" y="1208691"/>
            <a:ext cx="3287619" cy="5031938"/>
          </a:xfrm>
          <a:prstGeom prst="rect">
            <a:avLst/>
          </a:prstGeom>
        </p:spPr>
      </p:pic>
      <p:pic>
        <p:nvPicPr>
          <p:cNvPr id="5" name="图片 4">
            <a:extLst>
              <a:ext uri="{FF2B5EF4-FFF2-40B4-BE49-F238E27FC236}">
                <a16:creationId xmlns:a16="http://schemas.microsoft.com/office/drawing/2014/main" id="{DD99FA45-2784-4F59-A1DB-52448D53A218}"/>
              </a:ext>
            </a:extLst>
          </p:cNvPr>
          <p:cNvPicPr>
            <a:picLocks noChangeAspect="1"/>
          </p:cNvPicPr>
          <p:nvPr/>
        </p:nvPicPr>
        <p:blipFill>
          <a:blip r:embed="rId4"/>
          <a:stretch>
            <a:fillRect/>
          </a:stretch>
        </p:blipFill>
        <p:spPr>
          <a:xfrm>
            <a:off x="5810448" y="1208690"/>
            <a:ext cx="5214904" cy="5046027"/>
          </a:xfrm>
          <a:prstGeom prst="rect">
            <a:avLst/>
          </a:prstGeom>
        </p:spPr>
      </p:pic>
    </p:spTree>
    <p:extLst>
      <p:ext uri="{BB962C8B-B14F-4D97-AF65-F5344CB8AC3E}">
        <p14:creationId xmlns:p14="http://schemas.microsoft.com/office/powerpoint/2010/main" val="2411620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72FB1-E68F-493A-9984-A5FFAF04F9A7}"/>
              </a:ext>
            </a:extLst>
          </p:cNvPr>
          <p:cNvSpPr>
            <a:spLocks noGrp="1"/>
          </p:cNvSpPr>
          <p:nvPr>
            <p:ph type="title"/>
          </p:nvPr>
        </p:nvSpPr>
        <p:spPr/>
        <p:txBody>
          <a:bodyPr/>
          <a:lstStyle/>
          <a:p>
            <a:r>
              <a:rPr lang="en-US" altLang="zh-CN" dirty="0"/>
              <a:t>Ablation Study</a:t>
            </a:r>
            <a:endParaRPr lang="zh-CN" altLang="en-US" dirty="0"/>
          </a:p>
        </p:txBody>
      </p:sp>
      <p:pic>
        <p:nvPicPr>
          <p:cNvPr id="6" name="图片 5">
            <a:extLst>
              <a:ext uri="{FF2B5EF4-FFF2-40B4-BE49-F238E27FC236}">
                <a16:creationId xmlns:a16="http://schemas.microsoft.com/office/drawing/2014/main" id="{37638E9C-CC20-4C7E-BCE0-FCEB4881DBC3}"/>
              </a:ext>
            </a:extLst>
          </p:cNvPr>
          <p:cNvPicPr>
            <a:picLocks noChangeAspect="1"/>
          </p:cNvPicPr>
          <p:nvPr/>
        </p:nvPicPr>
        <p:blipFill>
          <a:blip r:embed="rId3"/>
          <a:stretch>
            <a:fillRect/>
          </a:stretch>
        </p:blipFill>
        <p:spPr>
          <a:xfrm>
            <a:off x="2439328" y="1647742"/>
            <a:ext cx="6283098" cy="4820591"/>
          </a:xfrm>
          <a:prstGeom prst="rect">
            <a:avLst/>
          </a:prstGeom>
        </p:spPr>
      </p:pic>
      <p:sp>
        <p:nvSpPr>
          <p:cNvPr id="8" name="文本框 7">
            <a:extLst>
              <a:ext uri="{FF2B5EF4-FFF2-40B4-BE49-F238E27FC236}">
                <a16:creationId xmlns:a16="http://schemas.microsoft.com/office/drawing/2014/main" id="{CD0FDC8C-25FD-4A44-A470-14A8A848D350}"/>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Sampling Ratio</a:t>
            </a:r>
            <a:endParaRPr lang="en-US" altLang="zh-CN" sz="2000" dirty="0"/>
          </a:p>
        </p:txBody>
      </p:sp>
    </p:spTree>
    <p:extLst>
      <p:ext uri="{BB962C8B-B14F-4D97-AF65-F5344CB8AC3E}">
        <p14:creationId xmlns:p14="http://schemas.microsoft.com/office/powerpoint/2010/main" val="1658065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D7077-0F3A-440A-97E3-6EF58F940E69}"/>
              </a:ext>
            </a:extLst>
          </p:cNvPr>
          <p:cNvSpPr>
            <a:spLocks noGrp="1"/>
          </p:cNvSpPr>
          <p:nvPr>
            <p:ph type="title"/>
          </p:nvPr>
        </p:nvSpPr>
        <p:spPr/>
        <p:txBody>
          <a:bodyPr/>
          <a:lstStyle/>
          <a:p>
            <a:r>
              <a:rPr lang="en-US" altLang="zh-CN" dirty="0"/>
              <a:t>Ablation Study</a:t>
            </a:r>
            <a:endParaRPr lang="zh-CN" altLang="en-US" dirty="0"/>
          </a:p>
        </p:txBody>
      </p:sp>
      <p:pic>
        <p:nvPicPr>
          <p:cNvPr id="5" name="内容占位符 4">
            <a:extLst>
              <a:ext uri="{FF2B5EF4-FFF2-40B4-BE49-F238E27FC236}">
                <a16:creationId xmlns:a16="http://schemas.microsoft.com/office/drawing/2014/main" id="{55AAFAF4-9B0C-48D1-9D19-904809BA64D0}"/>
              </a:ext>
            </a:extLst>
          </p:cNvPr>
          <p:cNvPicPr>
            <a:picLocks noGrp="1" noChangeAspect="1"/>
          </p:cNvPicPr>
          <p:nvPr>
            <p:ph idx="1"/>
          </p:nvPr>
        </p:nvPicPr>
        <p:blipFill>
          <a:blip r:embed="rId3"/>
          <a:stretch>
            <a:fillRect/>
          </a:stretch>
        </p:blipFill>
        <p:spPr>
          <a:xfrm>
            <a:off x="2762291" y="1740559"/>
            <a:ext cx="6667418" cy="3178081"/>
          </a:xfrm>
        </p:spPr>
      </p:pic>
      <p:sp>
        <p:nvSpPr>
          <p:cNvPr id="7" name="文本框 6">
            <a:extLst>
              <a:ext uri="{FF2B5EF4-FFF2-40B4-BE49-F238E27FC236}">
                <a16:creationId xmlns:a16="http://schemas.microsoft.com/office/drawing/2014/main" id="{EE1FE932-9C4D-4DD5-A077-4FD9D3A00075}"/>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Components</a:t>
            </a:r>
            <a:endParaRPr lang="en-US" altLang="zh-CN" sz="2000" dirty="0"/>
          </a:p>
        </p:txBody>
      </p:sp>
    </p:spTree>
    <p:extLst>
      <p:ext uri="{BB962C8B-B14F-4D97-AF65-F5344CB8AC3E}">
        <p14:creationId xmlns:p14="http://schemas.microsoft.com/office/powerpoint/2010/main" val="458662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ACBDF-5097-4B3C-9BFA-36027355F686}"/>
              </a:ext>
            </a:extLst>
          </p:cNvPr>
          <p:cNvSpPr>
            <a:spLocks noGrp="1"/>
          </p:cNvSpPr>
          <p:nvPr>
            <p:ph type="title"/>
          </p:nvPr>
        </p:nvSpPr>
        <p:spPr/>
        <p:txBody>
          <a:bodyPr/>
          <a:lstStyle/>
          <a:p>
            <a:r>
              <a:rPr lang="en-US" altLang="zh-CN" dirty="0"/>
              <a:t>Ablation Study</a:t>
            </a:r>
            <a:endParaRPr lang="zh-CN" altLang="en-US" dirty="0"/>
          </a:p>
        </p:txBody>
      </p:sp>
      <p:pic>
        <p:nvPicPr>
          <p:cNvPr id="5" name="内容占位符 4">
            <a:extLst>
              <a:ext uri="{FF2B5EF4-FFF2-40B4-BE49-F238E27FC236}">
                <a16:creationId xmlns:a16="http://schemas.microsoft.com/office/drawing/2014/main" id="{0C80A8BD-06E2-4C05-8794-692ED0579EBE}"/>
              </a:ext>
            </a:extLst>
          </p:cNvPr>
          <p:cNvPicPr>
            <a:picLocks noGrp="1" noChangeAspect="1"/>
          </p:cNvPicPr>
          <p:nvPr>
            <p:ph idx="1"/>
          </p:nvPr>
        </p:nvPicPr>
        <p:blipFill>
          <a:blip r:embed="rId3"/>
          <a:stretch>
            <a:fillRect/>
          </a:stretch>
        </p:blipFill>
        <p:spPr>
          <a:xfrm>
            <a:off x="2979788" y="1644773"/>
            <a:ext cx="6232424" cy="4702995"/>
          </a:xfrm>
        </p:spPr>
      </p:pic>
      <p:sp>
        <p:nvSpPr>
          <p:cNvPr id="6" name="文本框 5">
            <a:extLst>
              <a:ext uri="{FF2B5EF4-FFF2-40B4-BE49-F238E27FC236}">
                <a16:creationId xmlns:a16="http://schemas.microsoft.com/office/drawing/2014/main" id="{80D15234-4D40-49BE-BA0D-5CDB090FF2E5}"/>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k-neighbor</a:t>
            </a:r>
            <a:endParaRPr lang="en-US" altLang="zh-CN" sz="2000" dirty="0"/>
          </a:p>
        </p:txBody>
      </p:sp>
    </p:spTree>
    <p:extLst>
      <p:ext uri="{BB962C8B-B14F-4D97-AF65-F5344CB8AC3E}">
        <p14:creationId xmlns:p14="http://schemas.microsoft.com/office/powerpoint/2010/main" val="3445500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71B00-D2C2-4D06-8325-D04E20E15EBC}"/>
              </a:ext>
            </a:extLst>
          </p:cNvPr>
          <p:cNvSpPr>
            <a:spLocks noGrp="1"/>
          </p:cNvSpPr>
          <p:nvPr>
            <p:ph type="title"/>
          </p:nvPr>
        </p:nvSpPr>
        <p:spPr/>
        <p:txBody>
          <a:bodyPr/>
          <a:lstStyle/>
          <a:p>
            <a:r>
              <a:rPr lang="en-US" altLang="zh-CN" dirty="0"/>
              <a:t>Ablation Study</a:t>
            </a:r>
            <a:endParaRPr lang="zh-CN" altLang="en-US" dirty="0"/>
          </a:p>
        </p:txBody>
      </p:sp>
      <p:pic>
        <p:nvPicPr>
          <p:cNvPr id="5" name="内容占位符 4">
            <a:extLst>
              <a:ext uri="{FF2B5EF4-FFF2-40B4-BE49-F238E27FC236}">
                <a16:creationId xmlns:a16="http://schemas.microsoft.com/office/drawing/2014/main" id="{99E9172A-6AB8-4E50-9004-4E6A318C1E70}"/>
              </a:ext>
            </a:extLst>
          </p:cNvPr>
          <p:cNvPicPr>
            <a:picLocks noGrp="1" noChangeAspect="1"/>
          </p:cNvPicPr>
          <p:nvPr>
            <p:ph idx="1"/>
          </p:nvPr>
        </p:nvPicPr>
        <p:blipFill>
          <a:blip r:embed="rId3"/>
          <a:stretch>
            <a:fillRect/>
          </a:stretch>
        </p:blipFill>
        <p:spPr>
          <a:xfrm>
            <a:off x="2108200" y="2255044"/>
            <a:ext cx="7943850" cy="2676525"/>
          </a:xfrm>
        </p:spPr>
      </p:pic>
      <p:sp>
        <p:nvSpPr>
          <p:cNvPr id="6" name="文本框 5">
            <a:extLst>
              <a:ext uri="{FF2B5EF4-FFF2-40B4-BE49-F238E27FC236}">
                <a16:creationId xmlns:a16="http://schemas.microsoft.com/office/drawing/2014/main" id="{02FE2365-B054-4680-8C25-908607D6C4BA}"/>
              </a:ext>
            </a:extLst>
          </p:cNvPr>
          <p:cNvSpPr txBox="1"/>
          <p:nvPr/>
        </p:nvSpPr>
        <p:spPr>
          <a:xfrm>
            <a:off x="0" y="926275"/>
            <a:ext cx="10854559" cy="400110"/>
          </a:xfrm>
          <a:prstGeom prst="rect">
            <a:avLst/>
          </a:prstGeom>
          <a:noFill/>
        </p:spPr>
        <p:txBody>
          <a:bodyPr wrap="square" rtlCol="0">
            <a:spAutoFit/>
          </a:bodyPr>
          <a:lstStyle/>
          <a:p>
            <a:pPr marL="742950" lvl="1" indent="-285750">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 Position Encoding</a:t>
            </a:r>
            <a:endParaRPr lang="en-US" altLang="zh-CN" sz="2000" dirty="0"/>
          </a:p>
        </p:txBody>
      </p:sp>
    </p:spTree>
    <p:extLst>
      <p:ext uri="{BB962C8B-B14F-4D97-AF65-F5344CB8AC3E}">
        <p14:creationId xmlns:p14="http://schemas.microsoft.com/office/powerpoint/2010/main" val="145770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CA33C-B81A-46A2-ADDE-FC4003C102A5}"/>
              </a:ext>
            </a:extLst>
          </p:cNvPr>
          <p:cNvSpPr>
            <a:spLocks noGrp="1"/>
          </p:cNvSpPr>
          <p:nvPr>
            <p:ph type="title"/>
          </p:nvPr>
        </p:nvSpPr>
        <p:spPr/>
        <p:txBody>
          <a:bodyPr/>
          <a:lstStyle/>
          <a:p>
            <a:r>
              <a:rPr lang="en-US" altLang="zh-CN" dirty="0"/>
              <a:t>Conclusion</a:t>
            </a:r>
            <a:endParaRPr lang="zh-CN" altLang="en-US" dirty="0"/>
          </a:p>
        </p:txBody>
      </p:sp>
      <p:sp>
        <p:nvSpPr>
          <p:cNvPr id="3" name="内容占位符 2">
            <a:extLst>
              <a:ext uri="{FF2B5EF4-FFF2-40B4-BE49-F238E27FC236}">
                <a16:creationId xmlns:a16="http://schemas.microsoft.com/office/drawing/2014/main" id="{BB8E190B-0816-40DF-B97D-680E4D563E5D}"/>
              </a:ext>
            </a:extLst>
          </p:cNvPr>
          <p:cNvSpPr>
            <a:spLocks noGrp="1"/>
          </p:cNvSpPr>
          <p:nvPr>
            <p:ph idx="1"/>
          </p:nvPr>
        </p:nvSpPr>
        <p:spPr>
          <a:xfrm>
            <a:off x="665018" y="1009404"/>
            <a:ext cx="11340934" cy="5167560"/>
          </a:xfrm>
        </p:spPr>
        <p:txBody>
          <a:bodyPr>
            <a:normAutofit/>
          </a:bodyPr>
          <a:lstStyle/>
          <a:p>
            <a:pPr marL="0" indent="0">
              <a:buNone/>
            </a:pP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ü"/>
            </a:pP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 Method clearly explained</a:t>
            </a:r>
          </a:p>
          <a:p>
            <a:pPr marL="0" indent="0">
              <a:buNone/>
            </a:pP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 Sufficient experiments and ablations</a:t>
            </a:r>
          </a:p>
          <a:p>
            <a:pPr>
              <a:buFont typeface="Wingdings" panose="05000000000000000000" pitchFamily="2" charset="2"/>
              <a:buChar char="ü"/>
            </a:pP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 Lack of visual comparison </a:t>
            </a:r>
          </a:p>
        </p:txBody>
      </p:sp>
      <p:sp>
        <p:nvSpPr>
          <p:cNvPr id="9" name="灯片编号占位符 8">
            <a:extLst>
              <a:ext uri="{FF2B5EF4-FFF2-40B4-BE49-F238E27FC236}">
                <a16:creationId xmlns:a16="http://schemas.microsoft.com/office/drawing/2014/main" id="{F45C1ADB-5B57-473B-B008-73B7A6381855}"/>
              </a:ext>
            </a:extLst>
          </p:cNvPr>
          <p:cNvSpPr>
            <a:spLocks noGrp="1"/>
          </p:cNvSpPr>
          <p:nvPr>
            <p:ph type="sldNum" sz="quarter" idx="12"/>
          </p:nvPr>
        </p:nvSpPr>
        <p:spPr/>
        <p:txBody>
          <a:bodyPr/>
          <a:lstStyle/>
          <a:p>
            <a:fld id="{09F8E241-5604-4C64-8DA9-A54BC134EE44}" type="slidenum">
              <a:rPr lang="zh-CN" altLang="en-US" smtClean="0"/>
              <a:t>20</a:t>
            </a:fld>
            <a:endParaRPr lang="zh-CN" altLang="en-US"/>
          </a:p>
        </p:txBody>
      </p:sp>
    </p:spTree>
    <p:extLst>
      <p:ext uri="{BB962C8B-B14F-4D97-AF65-F5344CB8AC3E}">
        <p14:creationId xmlns:p14="http://schemas.microsoft.com/office/powerpoint/2010/main" val="3672469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0117A0-51F5-4C0C-9DB1-0DA190E710C8}"/>
              </a:ext>
            </a:extLst>
          </p:cNvPr>
          <p:cNvSpPr>
            <a:spLocks noGrp="1"/>
          </p:cNvSpPr>
          <p:nvPr>
            <p:ph type="title"/>
          </p:nvPr>
        </p:nvSpPr>
        <p:spPr/>
        <p:txBody>
          <a:bodyPr/>
          <a:lstStyle/>
          <a:p>
            <a:r>
              <a:rPr lang="en-US" altLang="zh-CN" dirty="0"/>
              <a:t>Writing</a:t>
            </a:r>
            <a:endParaRPr lang="zh-CN" altLang="en-US" dirty="0"/>
          </a:p>
        </p:txBody>
      </p:sp>
      <p:sp>
        <p:nvSpPr>
          <p:cNvPr id="5" name="文本占位符 4">
            <a:extLst>
              <a:ext uri="{FF2B5EF4-FFF2-40B4-BE49-F238E27FC236}">
                <a16:creationId xmlns:a16="http://schemas.microsoft.com/office/drawing/2014/main" id="{C2B524B4-B2E6-4DA6-AC0C-F7B167042D5A}"/>
              </a:ext>
            </a:extLst>
          </p:cNvPr>
          <p:cNvSpPr>
            <a:spLocks noGrp="1"/>
          </p:cNvSpPr>
          <p:nvPr>
            <p:ph type="body" idx="1"/>
          </p:nvPr>
        </p:nvSpPr>
        <p:spPr/>
        <p:txBody>
          <a:bodyPr/>
          <a:lstStyle/>
          <a:p>
            <a:endParaRPr lang="zh-CN" altLang="en-US"/>
          </a:p>
        </p:txBody>
      </p:sp>
      <p:sp>
        <p:nvSpPr>
          <p:cNvPr id="3" name="灯片编号占位符 2">
            <a:extLst>
              <a:ext uri="{FF2B5EF4-FFF2-40B4-BE49-F238E27FC236}">
                <a16:creationId xmlns:a16="http://schemas.microsoft.com/office/drawing/2014/main" id="{A90C39CD-F918-719C-E46F-FCB270751FB8}"/>
              </a:ext>
            </a:extLst>
          </p:cNvPr>
          <p:cNvSpPr>
            <a:spLocks noGrp="1"/>
          </p:cNvSpPr>
          <p:nvPr>
            <p:ph type="sldNum" sz="quarter" idx="12"/>
          </p:nvPr>
        </p:nvSpPr>
        <p:spPr/>
        <p:txBody>
          <a:bodyPr/>
          <a:lstStyle/>
          <a:p>
            <a:fld id="{1BCC2C32-6CC6-4423-BC6F-5FD0CE5136B6}" type="slidenum">
              <a:rPr lang="zh-CN" altLang="en-US" smtClean="0"/>
              <a:t>21</a:t>
            </a:fld>
            <a:endParaRPr lang="zh-CN" altLang="en-US"/>
          </a:p>
        </p:txBody>
      </p:sp>
    </p:spTree>
    <p:extLst>
      <p:ext uri="{BB962C8B-B14F-4D97-AF65-F5344CB8AC3E}">
        <p14:creationId xmlns:p14="http://schemas.microsoft.com/office/powerpoint/2010/main" val="3579506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fontScale="92500"/>
          </a:bodyPr>
          <a:lstStyle/>
          <a:p>
            <a:pPr marL="0" indent="457200" algn="just">
              <a:lnSpc>
                <a:spcPct val="170000"/>
              </a:lnSpc>
              <a:buNone/>
            </a:pPr>
            <a:r>
              <a:rPr lang="en-US" altLang="zh-CN" sz="1800" i="1" dirty="0">
                <a:solidFill>
                  <a:srgbClr val="000000"/>
                </a:solidFill>
                <a:effectLst/>
                <a:latin typeface="NimbusRomNo9L-ReguItal"/>
              </a:rPr>
              <a:t>This paper describes an attention-driven approach to 3-D point cloud sampling. </a:t>
            </a:r>
            <a:r>
              <a:rPr lang="en-US" altLang="zh-CN" sz="1800" b="0" i="1" dirty="0">
                <a:solidFill>
                  <a:schemeClr val="bg1">
                    <a:lumMod val="75000"/>
                  </a:schemeClr>
                </a:solidFill>
                <a:effectLst/>
                <a:latin typeface="NimbusRomNo9L-ReguItal"/>
              </a:rPr>
              <a:t>We establish our method based on a structure-aware attention discriminant analysis that explores geometric and semantic relations embodied among points and their clusters. The proposed </a:t>
            </a:r>
            <a:r>
              <a:rPr lang="en-US" altLang="zh-CN" sz="1800" b="0" i="0" dirty="0">
                <a:solidFill>
                  <a:schemeClr val="bg1">
                    <a:lumMod val="75000"/>
                  </a:schemeClr>
                </a:solidFill>
                <a:effectLst/>
                <a:latin typeface="NimbusRomNo9L-Regu"/>
              </a:rPr>
              <a:t>attention discriminant sampling </a:t>
            </a:r>
            <a:r>
              <a:rPr lang="en-US" altLang="zh-CN" sz="1800" b="0" i="1" dirty="0">
                <a:solidFill>
                  <a:schemeClr val="bg1">
                    <a:lumMod val="75000"/>
                  </a:schemeClr>
                </a:solidFill>
                <a:effectLst/>
                <a:latin typeface="NimbusRomNo9L-ReguItal"/>
              </a:rPr>
              <a:t>(ADS) starts by efficiently decomposing a given point cloud into clusters to implicitly encode its structural and geometric relatedness among points. By treating each cluster as a structural component, ADS then draws on evaluating two levels of self-attention: within-cluster and between-cluster. The former reflects the semantic complexity entailed by the learned features of points within each cluster, while the latter reveals the semantic similarity between clusters. Driven by structurally preserving the point distribution, these two aspects of self-attention help avoid sampling redundancy and decide the number of sampled points in each cluster. </a:t>
            </a:r>
            <a:endParaRPr lang="zh-CN" altLang="en-US" sz="20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21A367F-9A2A-4B65-AE09-4879DC34B5E1}"/>
              </a:ext>
            </a:extLst>
          </p:cNvPr>
          <p:cNvSpPr txBox="1"/>
          <p:nvPr/>
        </p:nvSpPr>
        <p:spPr>
          <a:xfrm>
            <a:off x="8610600" y="1083594"/>
            <a:ext cx="3259667"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开篇点题</a:t>
            </a: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22</a:t>
            </a:fld>
            <a:endParaRPr lang="zh-CN" altLang="en-US"/>
          </a:p>
        </p:txBody>
      </p:sp>
    </p:spTree>
    <p:extLst>
      <p:ext uri="{BB962C8B-B14F-4D97-AF65-F5344CB8AC3E}">
        <p14:creationId xmlns:p14="http://schemas.microsoft.com/office/powerpoint/2010/main" val="3066151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fontScale="92500"/>
          </a:bodyPr>
          <a:lstStyle/>
          <a:p>
            <a:pPr marL="0" indent="457200" algn="just">
              <a:lnSpc>
                <a:spcPct val="170000"/>
              </a:lnSpc>
              <a:buNone/>
            </a:pPr>
            <a:r>
              <a:rPr lang="en-US" altLang="zh-CN" sz="1800" i="1" dirty="0">
                <a:solidFill>
                  <a:schemeClr val="bg1">
                    <a:lumMod val="75000"/>
                  </a:schemeClr>
                </a:solidFill>
                <a:effectLst/>
                <a:latin typeface="NimbusRomNo9L-ReguItal"/>
              </a:rPr>
              <a:t>This paper describes an attention-driven approach to 3-D point cloud sampling. </a:t>
            </a:r>
            <a:r>
              <a:rPr lang="en-US" altLang="zh-CN" sz="1800" b="0" i="1" dirty="0">
                <a:effectLst/>
                <a:latin typeface="NimbusRomNo9L-ReguItal"/>
              </a:rPr>
              <a:t>We establish our method based on a structure-aware attention discriminant analysis that explores geometric and semantic relations embodied among points and their clusters.</a:t>
            </a:r>
            <a:r>
              <a:rPr lang="en-US" altLang="zh-CN" sz="1800" b="0" i="1" dirty="0">
                <a:solidFill>
                  <a:schemeClr val="bg1">
                    <a:lumMod val="75000"/>
                  </a:schemeClr>
                </a:solidFill>
                <a:effectLst/>
                <a:latin typeface="NimbusRomNo9L-ReguItal"/>
              </a:rPr>
              <a:t> The proposed </a:t>
            </a:r>
            <a:r>
              <a:rPr lang="en-US" altLang="zh-CN" sz="1800" b="0" i="0" dirty="0">
                <a:solidFill>
                  <a:schemeClr val="bg1">
                    <a:lumMod val="75000"/>
                  </a:schemeClr>
                </a:solidFill>
                <a:effectLst/>
                <a:latin typeface="NimbusRomNo9L-Regu"/>
              </a:rPr>
              <a:t>attention discriminant sampling </a:t>
            </a:r>
            <a:r>
              <a:rPr lang="en-US" altLang="zh-CN" sz="1800" b="0" i="1" dirty="0">
                <a:solidFill>
                  <a:schemeClr val="bg1">
                    <a:lumMod val="75000"/>
                  </a:schemeClr>
                </a:solidFill>
                <a:effectLst/>
                <a:latin typeface="NimbusRomNo9L-ReguItal"/>
              </a:rPr>
              <a:t>(ADS) starts by efficiently decomposing a given point cloud into clusters to implicitly encode its structural and geometric relatedness among points. By treating each cluster as a structural component, ADS then draws on evaluating two levels of self-attention: within-cluster and between-cluster. The former reflects the semantic complexity entailed by the learned features of points within each cluster, while the latter reveals the semantic similarity between clusters. Driven by structurally preserving the point distribution, these two aspects of self-attention help avoid sampling redundancy and decide the number of sampled points in each cluster. </a:t>
            </a:r>
            <a:endParaRPr lang="zh-CN" altLang="en-US" sz="20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23</a:t>
            </a:fld>
            <a:endParaRPr lang="zh-CN" altLang="en-US"/>
          </a:p>
        </p:txBody>
      </p:sp>
      <p:sp>
        <p:nvSpPr>
          <p:cNvPr id="7" name="文本框 6">
            <a:extLst>
              <a:ext uri="{FF2B5EF4-FFF2-40B4-BE49-F238E27FC236}">
                <a16:creationId xmlns:a16="http://schemas.microsoft.com/office/drawing/2014/main" id="{26737254-14A6-43CF-ACC4-DAF3F359EBDF}"/>
              </a:ext>
            </a:extLst>
          </p:cNvPr>
          <p:cNvSpPr txBox="1"/>
          <p:nvPr/>
        </p:nvSpPr>
        <p:spPr>
          <a:xfrm>
            <a:off x="8610599" y="1712986"/>
            <a:ext cx="3259667"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方法</a:t>
            </a:r>
            <a:r>
              <a:rPr lang="en-US" altLang="zh-CN" dirty="0">
                <a:latin typeface="楷体" panose="02010609060101010101" pitchFamily="49" charset="-122"/>
                <a:ea typeface="楷体" panose="02010609060101010101" pitchFamily="49" charset="-122"/>
              </a:rPr>
              <a:t>&amp;</a:t>
            </a:r>
            <a:r>
              <a:rPr lang="zh-CN" altLang="en-US" dirty="0">
                <a:latin typeface="楷体" panose="02010609060101010101" pitchFamily="49" charset="-122"/>
                <a:ea typeface="楷体" panose="02010609060101010101" pitchFamily="49" charset="-122"/>
              </a:rPr>
              <a:t>目的</a:t>
            </a:r>
          </a:p>
        </p:txBody>
      </p:sp>
    </p:spTree>
    <p:extLst>
      <p:ext uri="{BB962C8B-B14F-4D97-AF65-F5344CB8AC3E}">
        <p14:creationId xmlns:p14="http://schemas.microsoft.com/office/powerpoint/2010/main" val="3733618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latin typeface="Corbel" panose="020B0503020204020204" pitchFamily="34" charset="0"/>
              </a:rPr>
              <a:t>Abstract</a:t>
            </a:r>
            <a:endParaRPr lang="zh-CN" altLang="en-US" dirty="0">
              <a:latin typeface="Corbel" panose="020B0503020204020204" pitchFamily="34" charset="0"/>
            </a:endParaRPr>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fontScale="92500"/>
          </a:bodyPr>
          <a:lstStyle/>
          <a:p>
            <a:pPr marL="0" indent="457200" algn="just">
              <a:lnSpc>
                <a:spcPct val="170000"/>
              </a:lnSpc>
              <a:buNone/>
            </a:pPr>
            <a:r>
              <a:rPr lang="en-US" altLang="zh-CN" sz="1800" i="1" dirty="0">
                <a:solidFill>
                  <a:schemeClr val="bg1">
                    <a:lumMod val="75000"/>
                  </a:schemeClr>
                </a:solidFill>
                <a:effectLst/>
                <a:latin typeface="NimbusRomNo9L-ReguItal"/>
              </a:rPr>
              <a:t>This paper describes an attention-driven approach to 3-D point cloud sampling. </a:t>
            </a:r>
            <a:r>
              <a:rPr lang="en-US" altLang="zh-CN" sz="1800" b="0" i="1" dirty="0">
                <a:solidFill>
                  <a:schemeClr val="bg1">
                    <a:lumMod val="75000"/>
                  </a:schemeClr>
                </a:solidFill>
                <a:effectLst/>
                <a:latin typeface="NimbusRomNo9L-ReguItal"/>
              </a:rPr>
              <a:t>We establish our method based on a structure-aware attention discriminant analysis that explores geometric and semantic relations embodied among points and their clusters. </a:t>
            </a:r>
            <a:r>
              <a:rPr lang="en-US" altLang="zh-CN" sz="1800" b="0" i="1" dirty="0">
                <a:effectLst/>
                <a:latin typeface="NimbusRomNo9L-ReguItal"/>
              </a:rPr>
              <a:t>The proposed </a:t>
            </a:r>
            <a:r>
              <a:rPr lang="en-US" altLang="zh-CN" sz="1800" b="0" i="0" dirty="0">
                <a:effectLst/>
                <a:latin typeface="NimbusRomNo9L-Regu"/>
              </a:rPr>
              <a:t>attention discriminant sampling </a:t>
            </a:r>
            <a:r>
              <a:rPr lang="en-US" altLang="zh-CN" sz="1800" b="0" i="1" dirty="0">
                <a:effectLst/>
                <a:latin typeface="NimbusRomNo9L-ReguItal"/>
              </a:rPr>
              <a:t>(ADS) starts by efficiently decomposing a given point cloud into clusters to implicitly encode its structural and geometric relatedness among points. </a:t>
            </a:r>
            <a:r>
              <a:rPr lang="en-US" altLang="zh-CN" sz="1800" b="0" i="1" dirty="0">
                <a:solidFill>
                  <a:schemeClr val="bg1">
                    <a:lumMod val="75000"/>
                  </a:schemeClr>
                </a:solidFill>
                <a:effectLst/>
                <a:latin typeface="NimbusRomNo9L-ReguItal"/>
              </a:rPr>
              <a:t>By treating each cluster as a structural component, ADS then draws on evaluating two levels of self-attention: within-cluster and between-cluster. The former reflects the semantic complexity entailed by the learned features of points within each cluster, while the latter reveals the semantic similarity between clusters. Driven by structurally preserving the point distribution, these two aspects of self-attention help avoid sampling redundancy and decide the number of sampled points in each cluster. </a:t>
            </a:r>
            <a:endParaRPr lang="zh-CN" altLang="en-US" sz="20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24</a:t>
            </a:fld>
            <a:endParaRPr lang="zh-CN" altLang="en-US"/>
          </a:p>
        </p:txBody>
      </p:sp>
      <p:sp>
        <p:nvSpPr>
          <p:cNvPr id="6" name="文本框 5">
            <a:extLst>
              <a:ext uri="{FF2B5EF4-FFF2-40B4-BE49-F238E27FC236}">
                <a16:creationId xmlns:a16="http://schemas.microsoft.com/office/drawing/2014/main" id="{D9F70EF8-AB49-477D-BCDB-A09F81A01E9A}"/>
              </a:ext>
            </a:extLst>
          </p:cNvPr>
          <p:cNvSpPr txBox="1"/>
          <p:nvPr/>
        </p:nvSpPr>
        <p:spPr>
          <a:xfrm>
            <a:off x="8610599" y="2593451"/>
            <a:ext cx="3259667"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怎么做：</a:t>
            </a:r>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聚类得到结构和几何信息</a:t>
            </a:r>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en-US" dirty="0">
                <a:solidFill>
                  <a:schemeClr val="bg1">
                    <a:lumMod val="75000"/>
                  </a:schemeClr>
                </a:solidFill>
                <a:latin typeface="楷体" panose="02010609060101010101" pitchFamily="49" charset="-122"/>
                <a:ea typeface="楷体" panose="02010609060101010101" pitchFamily="49" charset="-122"/>
              </a:rPr>
              <a:t>类内和类间自注意力</a:t>
            </a:r>
          </a:p>
        </p:txBody>
      </p:sp>
    </p:spTree>
    <p:extLst>
      <p:ext uri="{BB962C8B-B14F-4D97-AF65-F5344CB8AC3E}">
        <p14:creationId xmlns:p14="http://schemas.microsoft.com/office/powerpoint/2010/main" val="2641657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fontScale="92500"/>
          </a:bodyPr>
          <a:lstStyle/>
          <a:p>
            <a:pPr marL="0" indent="457200" algn="just">
              <a:lnSpc>
                <a:spcPct val="170000"/>
              </a:lnSpc>
              <a:buNone/>
            </a:pPr>
            <a:r>
              <a:rPr lang="en-US" altLang="zh-CN" sz="1800" i="1" dirty="0">
                <a:solidFill>
                  <a:schemeClr val="bg1">
                    <a:lumMod val="75000"/>
                  </a:schemeClr>
                </a:solidFill>
                <a:effectLst/>
                <a:latin typeface="NimbusRomNo9L-ReguItal"/>
              </a:rPr>
              <a:t>This paper describes an attention-driven approach to 3-D point cloud sampling. </a:t>
            </a:r>
            <a:r>
              <a:rPr lang="en-US" altLang="zh-CN" sz="1800" b="0" i="1" dirty="0">
                <a:solidFill>
                  <a:schemeClr val="bg1">
                    <a:lumMod val="75000"/>
                  </a:schemeClr>
                </a:solidFill>
                <a:effectLst/>
                <a:latin typeface="NimbusRomNo9L-ReguItal"/>
              </a:rPr>
              <a:t>We establish our method based on a structure-aware attention discriminant analysis that explores geometric and semantic relations embodied among points and their clusters. The proposed </a:t>
            </a:r>
            <a:r>
              <a:rPr lang="en-US" altLang="zh-CN" sz="1800" b="0" i="0" dirty="0">
                <a:solidFill>
                  <a:schemeClr val="bg1">
                    <a:lumMod val="75000"/>
                  </a:schemeClr>
                </a:solidFill>
                <a:effectLst/>
                <a:latin typeface="NimbusRomNo9L-Regu"/>
              </a:rPr>
              <a:t>attention discriminant sampling </a:t>
            </a:r>
            <a:r>
              <a:rPr lang="en-US" altLang="zh-CN" sz="1800" b="0" i="1" dirty="0">
                <a:solidFill>
                  <a:schemeClr val="bg1">
                    <a:lumMod val="75000"/>
                  </a:schemeClr>
                </a:solidFill>
                <a:effectLst/>
                <a:latin typeface="NimbusRomNo9L-ReguItal"/>
              </a:rPr>
              <a:t>(ADS) starts by efficiently decomposing a given point cloud into clusters to implicitly encode its structural and geometric relatedness among points.</a:t>
            </a:r>
            <a:r>
              <a:rPr lang="en-US" altLang="zh-CN" sz="1800" b="0" i="1" dirty="0">
                <a:effectLst/>
                <a:latin typeface="NimbusRomNo9L-ReguItal"/>
              </a:rPr>
              <a:t> By treating each cluster as a structural component, ADS then draws on evaluating two levels of self-attention: within-cluster and between-cluster. </a:t>
            </a:r>
            <a:r>
              <a:rPr lang="en-US" altLang="zh-CN" sz="1800" b="0" i="1" dirty="0">
                <a:solidFill>
                  <a:schemeClr val="bg1">
                    <a:lumMod val="75000"/>
                  </a:schemeClr>
                </a:solidFill>
                <a:effectLst/>
                <a:latin typeface="NimbusRomNo9L-ReguItal"/>
              </a:rPr>
              <a:t>The former reflects the semantic complexity entailed by the learned features of points within each cluster, while the latter reveals the semantic similarity between clusters. Driven by structurally preserving the point distribution, these two aspects of self-attention help avoid sampling redundancy and decide the number of sampled points in each cluster. </a:t>
            </a:r>
            <a:endParaRPr lang="zh-CN" altLang="en-US" sz="20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25</a:t>
            </a:fld>
            <a:endParaRPr lang="zh-CN" altLang="en-US"/>
          </a:p>
        </p:txBody>
      </p:sp>
      <p:sp>
        <p:nvSpPr>
          <p:cNvPr id="6" name="文本框 5">
            <a:extLst>
              <a:ext uri="{FF2B5EF4-FFF2-40B4-BE49-F238E27FC236}">
                <a16:creationId xmlns:a16="http://schemas.microsoft.com/office/drawing/2014/main" id="{D9F70EF8-AB49-477D-BCDB-A09F81A01E9A}"/>
              </a:ext>
            </a:extLst>
          </p:cNvPr>
          <p:cNvSpPr txBox="1"/>
          <p:nvPr/>
        </p:nvSpPr>
        <p:spPr>
          <a:xfrm>
            <a:off x="8610599" y="2593451"/>
            <a:ext cx="3259667"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怎么做：</a:t>
            </a:r>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en-US" dirty="0">
                <a:solidFill>
                  <a:schemeClr val="bg1">
                    <a:lumMod val="75000"/>
                  </a:schemeClr>
                </a:solidFill>
                <a:latin typeface="楷体" panose="02010609060101010101" pitchFamily="49" charset="-122"/>
                <a:ea typeface="楷体" panose="02010609060101010101" pitchFamily="49" charset="-122"/>
              </a:rPr>
              <a:t>聚类得到结构和几何信息</a:t>
            </a:r>
            <a:endParaRPr lang="en-US" altLang="zh-CN" dirty="0">
              <a:solidFill>
                <a:schemeClr val="bg1">
                  <a:lumMod val="75000"/>
                </a:schemeClr>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类内和类间自注意力</a:t>
            </a:r>
          </a:p>
        </p:txBody>
      </p:sp>
    </p:spTree>
    <p:extLst>
      <p:ext uri="{BB962C8B-B14F-4D97-AF65-F5344CB8AC3E}">
        <p14:creationId xmlns:p14="http://schemas.microsoft.com/office/powerpoint/2010/main" val="2485568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fontScale="92500"/>
          </a:bodyPr>
          <a:lstStyle/>
          <a:p>
            <a:pPr marL="0" indent="457200" algn="just">
              <a:lnSpc>
                <a:spcPct val="170000"/>
              </a:lnSpc>
              <a:buNone/>
            </a:pPr>
            <a:r>
              <a:rPr lang="en-US" altLang="zh-CN" sz="1800" i="1" dirty="0">
                <a:solidFill>
                  <a:schemeClr val="bg1">
                    <a:lumMod val="75000"/>
                  </a:schemeClr>
                </a:solidFill>
                <a:effectLst/>
                <a:latin typeface="NimbusRomNo9L-ReguItal"/>
              </a:rPr>
              <a:t>This paper describes an attention-driven approach to 3-D point cloud sampling. </a:t>
            </a:r>
            <a:r>
              <a:rPr lang="en-US" altLang="zh-CN" sz="1800" b="0" i="1" dirty="0">
                <a:solidFill>
                  <a:schemeClr val="bg1">
                    <a:lumMod val="75000"/>
                  </a:schemeClr>
                </a:solidFill>
                <a:effectLst/>
                <a:latin typeface="NimbusRomNo9L-ReguItal"/>
              </a:rPr>
              <a:t>We establish our method based on a structure-aware attention discriminant analysis that explores geometric and semantic relations embodied among points and their clusters. The proposed </a:t>
            </a:r>
            <a:r>
              <a:rPr lang="en-US" altLang="zh-CN" sz="1800" b="0" i="0" dirty="0">
                <a:solidFill>
                  <a:schemeClr val="bg1">
                    <a:lumMod val="75000"/>
                  </a:schemeClr>
                </a:solidFill>
                <a:effectLst/>
                <a:latin typeface="NimbusRomNo9L-Regu"/>
              </a:rPr>
              <a:t>attention discriminant sampling </a:t>
            </a:r>
            <a:r>
              <a:rPr lang="en-US" altLang="zh-CN" sz="1800" b="0" i="1" dirty="0">
                <a:solidFill>
                  <a:schemeClr val="bg1">
                    <a:lumMod val="75000"/>
                  </a:schemeClr>
                </a:solidFill>
                <a:effectLst/>
                <a:latin typeface="NimbusRomNo9L-ReguItal"/>
              </a:rPr>
              <a:t>(ADS) starts by efficiently decomposing a given point cloud into clusters to implicitly encode its structural and geometric relatedness among points. By treating each cluster as a structural component, ADS then draws on evaluating two levels of self-attention: within-cluster and between-cluster. </a:t>
            </a:r>
            <a:r>
              <a:rPr lang="en-US" altLang="zh-CN" sz="1800" b="0" i="1" dirty="0">
                <a:effectLst/>
                <a:latin typeface="NimbusRomNo9L-ReguItal"/>
              </a:rPr>
              <a:t>The former reflects the semantic complexity entailed by the learned features of points within each cluster, while the latter reveals the semantic similarity between clusters. </a:t>
            </a:r>
            <a:r>
              <a:rPr lang="en-US" altLang="zh-CN" sz="1800" b="0" i="1" dirty="0">
                <a:solidFill>
                  <a:schemeClr val="bg1">
                    <a:lumMod val="75000"/>
                  </a:schemeClr>
                </a:solidFill>
                <a:effectLst/>
                <a:latin typeface="NimbusRomNo9L-ReguItal"/>
              </a:rPr>
              <a:t>Driven by structurally preserving the point distribution, these two aspects of self-attention help avoid sampling redundancy and decide the number of sampled points in each cluster. </a:t>
            </a:r>
            <a:endParaRPr lang="zh-CN" altLang="en-US" sz="20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26</a:t>
            </a:fld>
            <a:endParaRPr lang="zh-CN" altLang="en-US"/>
          </a:p>
        </p:txBody>
      </p:sp>
      <p:sp>
        <p:nvSpPr>
          <p:cNvPr id="7" name="文本框 6">
            <a:extLst>
              <a:ext uri="{FF2B5EF4-FFF2-40B4-BE49-F238E27FC236}">
                <a16:creationId xmlns:a16="http://schemas.microsoft.com/office/drawing/2014/main" id="{F05A52A4-8E1A-43B9-86F7-4D34F81B536D}"/>
              </a:ext>
            </a:extLst>
          </p:cNvPr>
          <p:cNvSpPr txBox="1"/>
          <p:nvPr/>
        </p:nvSpPr>
        <p:spPr>
          <a:xfrm>
            <a:off x="8610599" y="4373060"/>
            <a:ext cx="3259667"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两者特点作用</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类内复杂度</a:t>
            </a:r>
            <a:r>
              <a:rPr lang="en-US" altLang="zh-CN" dirty="0">
                <a:latin typeface="楷体" panose="02010609060101010101" pitchFamily="49" charset="-122"/>
                <a:ea typeface="楷体" panose="02010609060101010101" pitchFamily="49" charset="-122"/>
              </a:rPr>
              <a:t>&amp;</a:t>
            </a:r>
            <a:r>
              <a:rPr lang="zh-CN" altLang="en-US" dirty="0">
                <a:latin typeface="楷体" panose="02010609060101010101" pitchFamily="49" charset="-122"/>
                <a:ea typeface="楷体" panose="02010609060101010101" pitchFamily="49" charset="-122"/>
              </a:rPr>
              <a:t>类间相似度</a:t>
            </a:r>
          </a:p>
        </p:txBody>
      </p:sp>
    </p:spTree>
    <p:extLst>
      <p:ext uri="{BB962C8B-B14F-4D97-AF65-F5344CB8AC3E}">
        <p14:creationId xmlns:p14="http://schemas.microsoft.com/office/powerpoint/2010/main" val="3562860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fontScale="92500"/>
          </a:bodyPr>
          <a:lstStyle/>
          <a:p>
            <a:pPr marL="0" indent="457200" algn="just">
              <a:lnSpc>
                <a:spcPct val="170000"/>
              </a:lnSpc>
              <a:buNone/>
            </a:pPr>
            <a:r>
              <a:rPr lang="en-US" altLang="zh-CN" sz="1800" i="1" dirty="0">
                <a:solidFill>
                  <a:schemeClr val="bg1">
                    <a:lumMod val="75000"/>
                  </a:schemeClr>
                </a:solidFill>
                <a:effectLst/>
                <a:latin typeface="NimbusRomNo9L-ReguItal"/>
              </a:rPr>
              <a:t>This paper describes an attention-driven approach to 3-D point cloud sampling. </a:t>
            </a:r>
            <a:r>
              <a:rPr lang="en-US" altLang="zh-CN" sz="1800" b="0" i="1" dirty="0">
                <a:solidFill>
                  <a:schemeClr val="bg1">
                    <a:lumMod val="75000"/>
                  </a:schemeClr>
                </a:solidFill>
                <a:effectLst/>
                <a:latin typeface="NimbusRomNo9L-ReguItal"/>
              </a:rPr>
              <a:t>We establish our method based on a structure-aware attention discriminant analysis that explores geometric and semantic relations embodied among points and their clusters. The proposed </a:t>
            </a:r>
            <a:r>
              <a:rPr lang="en-US" altLang="zh-CN" sz="1800" b="0" i="0" dirty="0">
                <a:solidFill>
                  <a:schemeClr val="bg1">
                    <a:lumMod val="75000"/>
                  </a:schemeClr>
                </a:solidFill>
                <a:effectLst/>
                <a:latin typeface="NimbusRomNo9L-Regu"/>
              </a:rPr>
              <a:t>attention discriminant sampling </a:t>
            </a:r>
            <a:r>
              <a:rPr lang="en-US" altLang="zh-CN" sz="1800" b="0" i="1" dirty="0">
                <a:solidFill>
                  <a:schemeClr val="bg1">
                    <a:lumMod val="75000"/>
                  </a:schemeClr>
                </a:solidFill>
                <a:effectLst/>
                <a:latin typeface="NimbusRomNo9L-ReguItal"/>
              </a:rPr>
              <a:t>(ADS) starts by efficiently decomposing a given point cloud into clusters to implicitly encode its structural and geometric relatedness among points. By treating each cluster as a structural component, ADS then draws on evaluating two levels of self-attention: within-cluster and between-cluster. The former reflects the semantic complexity entailed by the learned features of points within each cluster, while the latter reveals the semantic similarity between clusters. </a:t>
            </a:r>
            <a:r>
              <a:rPr lang="en-US" altLang="zh-CN" sz="1800" b="0" i="1" dirty="0">
                <a:effectLst/>
                <a:latin typeface="NimbusRomNo9L-ReguItal"/>
              </a:rPr>
              <a:t>Driven by structurally preserving the point distribution, these two aspects of self-attention help avoid sampling redundancy and decide the number of sampled points in each cluster. </a:t>
            </a:r>
            <a:endParaRPr lang="zh-CN" altLang="en-US" sz="2000" i="1"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27</a:t>
            </a:fld>
            <a:endParaRPr lang="zh-CN" altLang="en-US"/>
          </a:p>
        </p:txBody>
      </p:sp>
      <p:sp>
        <p:nvSpPr>
          <p:cNvPr id="6" name="文本框 5">
            <a:extLst>
              <a:ext uri="{FF2B5EF4-FFF2-40B4-BE49-F238E27FC236}">
                <a16:creationId xmlns:a16="http://schemas.microsoft.com/office/drawing/2014/main" id="{7933CF8C-2364-47D3-806C-EFAC9C915F8F}"/>
              </a:ext>
            </a:extLst>
          </p:cNvPr>
          <p:cNvSpPr txBox="1"/>
          <p:nvPr/>
        </p:nvSpPr>
        <p:spPr>
          <a:xfrm>
            <a:off x="8610598" y="5435901"/>
            <a:ext cx="3259667"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    指导采样策略</a:t>
            </a:r>
          </a:p>
        </p:txBody>
      </p:sp>
      <p:sp>
        <p:nvSpPr>
          <p:cNvPr id="8" name="文本框 7">
            <a:extLst>
              <a:ext uri="{FF2B5EF4-FFF2-40B4-BE49-F238E27FC236}">
                <a16:creationId xmlns:a16="http://schemas.microsoft.com/office/drawing/2014/main" id="{FC082D66-8187-422C-B824-FA6E43D17531}"/>
              </a:ext>
            </a:extLst>
          </p:cNvPr>
          <p:cNvSpPr txBox="1"/>
          <p:nvPr/>
        </p:nvSpPr>
        <p:spPr>
          <a:xfrm>
            <a:off x="8610599" y="4373060"/>
            <a:ext cx="3259667"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两者特点作用</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类内复杂度</a:t>
            </a:r>
            <a:r>
              <a:rPr lang="en-US" altLang="zh-CN" dirty="0">
                <a:latin typeface="楷体" panose="02010609060101010101" pitchFamily="49" charset="-122"/>
                <a:ea typeface="楷体" panose="02010609060101010101" pitchFamily="49" charset="-122"/>
              </a:rPr>
              <a:t>&amp;</a:t>
            </a:r>
            <a:r>
              <a:rPr lang="zh-CN" altLang="en-US" dirty="0">
                <a:latin typeface="楷体" panose="02010609060101010101" pitchFamily="49" charset="-122"/>
                <a:ea typeface="楷体" panose="02010609060101010101" pitchFamily="49" charset="-122"/>
              </a:rPr>
              <a:t>类间相似度</a:t>
            </a:r>
          </a:p>
        </p:txBody>
      </p:sp>
      <p:cxnSp>
        <p:nvCxnSpPr>
          <p:cNvPr id="9" name="直接箭头连接符 8">
            <a:extLst>
              <a:ext uri="{FF2B5EF4-FFF2-40B4-BE49-F238E27FC236}">
                <a16:creationId xmlns:a16="http://schemas.microsoft.com/office/drawing/2014/main" id="{EE3C8E12-A966-4B00-AEDB-26D9009322AE}"/>
              </a:ext>
            </a:extLst>
          </p:cNvPr>
          <p:cNvCxnSpPr>
            <a:cxnSpLocks/>
          </p:cNvCxnSpPr>
          <p:nvPr/>
        </p:nvCxnSpPr>
        <p:spPr>
          <a:xfrm>
            <a:off x="9850580" y="5047012"/>
            <a:ext cx="0" cy="427512"/>
          </a:xfrm>
          <a:prstGeom prst="straightConnector1">
            <a:avLst/>
          </a:prstGeom>
          <a:ln w="76200">
            <a:solidFill>
              <a:schemeClr val="bg1">
                <a:lumMod val="65000"/>
              </a:schemeClr>
            </a:solidFill>
            <a:tailEnd type="triangle"/>
          </a:ln>
          <a:effectLst>
            <a:softEdge rad="12700"/>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30112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a:bodyPr>
          <a:lstStyle/>
          <a:p>
            <a:pPr marL="0" indent="457200" algn="just">
              <a:lnSpc>
                <a:spcPct val="170000"/>
              </a:lnSpc>
              <a:buNone/>
            </a:pPr>
            <a:r>
              <a:rPr lang="en-US" altLang="zh-CN" sz="1700" b="0" i="1" dirty="0">
                <a:solidFill>
                  <a:srgbClr val="000000"/>
                </a:solidFill>
                <a:effectLst/>
                <a:latin typeface="NimbusRomNo9L-ReguItal"/>
              </a:rPr>
              <a:t>Extensive experiments demonstrate that ADS significantly improves classification performance to </a:t>
            </a:r>
            <a:r>
              <a:rPr lang="en-US" altLang="zh-CN" sz="1700" b="0" i="1" dirty="0">
                <a:solidFill>
                  <a:srgbClr val="000000"/>
                </a:solidFill>
                <a:effectLst/>
                <a:latin typeface="NimbusRomNo9L-MediItal"/>
              </a:rPr>
              <a:t>95.1% </a:t>
            </a:r>
            <a:r>
              <a:rPr lang="en-US" altLang="zh-CN" sz="1700" b="0" i="1" dirty="0">
                <a:solidFill>
                  <a:srgbClr val="000000"/>
                </a:solidFill>
                <a:effectLst/>
                <a:latin typeface="NimbusRomNo9L-ReguItal"/>
              </a:rPr>
              <a:t>on ModelNet40 and </a:t>
            </a:r>
            <a:r>
              <a:rPr lang="en-US" altLang="zh-CN" sz="1700" b="0" i="1" dirty="0">
                <a:solidFill>
                  <a:srgbClr val="000000"/>
                </a:solidFill>
                <a:effectLst/>
                <a:latin typeface="NimbusRomNo9L-MediItal"/>
              </a:rPr>
              <a:t>87.5% </a:t>
            </a:r>
            <a:r>
              <a:rPr lang="en-US" altLang="zh-CN" sz="1700" b="0" i="1" dirty="0">
                <a:solidFill>
                  <a:srgbClr val="000000"/>
                </a:solidFill>
                <a:effectLst/>
                <a:latin typeface="NimbusRomNo9L-ReguItal"/>
              </a:rPr>
              <a:t>on </a:t>
            </a:r>
            <a:r>
              <a:rPr lang="en-US" altLang="zh-CN" sz="1700" b="0" i="1" dirty="0" err="1">
                <a:solidFill>
                  <a:srgbClr val="000000"/>
                </a:solidFill>
                <a:effectLst/>
                <a:latin typeface="NimbusRomNo9L-ReguItal"/>
              </a:rPr>
              <a:t>ScanObjectNN</a:t>
            </a:r>
            <a:r>
              <a:rPr lang="en-US" altLang="zh-CN" sz="1700" i="1" dirty="0">
                <a:solidFill>
                  <a:srgbClr val="000000"/>
                </a:solidFill>
                <a:latin typeface="NimbusRomNo9L-ReguItal"/>
              </a:rPr>
              <a:t> </a:t>
            </a:r>
            <a:r>
              <a:rPr lang="en-US" altLang="zh-CN" sz="1700" b="0" i="1" dirty="0">
                <a:solidFill>
                  <a:srgbClr val="000000"/>
                </a:solidFill>
                <a:effectLst/>
                <a:latin typeface="NimbusRomNo9L-ReguItal"/>
              </a:rPr>
              <a:t>and achieves </a:t>
            </a:r>
            <a:r>
              <a:rPr lang="en-US" altLang="zh-CN" sz="1700" b="0" i="1" dirty="0">
                <a:solidFill>
                  <a:srgbClr val="000000"/>
                </a:solidFill>
                <a:effectLst/>
                <a:latin typeface="NimbusRomNo9L-MediItal"/>
              </a:rPr>
              <a:t>86.9% </a:t>
            </a:r>
            <a:r>
              <a:rPr lang="en-US" altLang="zh-CN" sz="1700" b="0" i="1" dirty="0" err="1">
                <a:solidFill>
                  <a:srgbClr val="000000"/>
                </a:solidFill>
                <a:effectLst/>
                <a:latin typeface="NimbusRomNo9L-ReguItal"/>
              </a:rPr>
              <a:t>mIoU</a:t>
            </a:r>
            <a:r>
              <a:rPr lang="en-US" altLang="zh-CN" sz="1700" b="0" i="1" dirty="0">
                <a:solidFill>
                  <a:srgbClr val="000000"/>
                </a:solidFill>
                <a:effectLst/>
                <a:latin typeface="NimbusRomNo9L-ReguItal"/>
              </a:rPr>
              <a:t> on </a:t>
            </a:r>
            <a:r>
              <a:rPr lang="en-US" altLang="zh-CN" sz="1700" b="0" i="1" dirty="0" err="1">
                <a:solidFill>
                  <a:srgbClr val="000000"/>
                </a:solidFill>
                <a:effectLst/>
                <a:latin typeface="NimbusRomNo9L-ReguItal"/>
              </a:rPr>
              <a:t>ShapeNet</a:t>
            </a:r>
            <a:r>
              <a:rPr lang="en-US" altLang="zh-CN" sz="1700" b="0" i="1" dirty="0">
                <a:solidFill>
                  <a:srgbClr val="000000"/>
                </a:solidFill>
                <a:effectLst/>
                <a:latin typeface="NimbusRomNo9L-ReguItal"/>
              </a:rPr>
              <a:t> Part Segmentation. For scene segmentation, ADS yields </a:t>
            </a:r>
            <a:r>
              <a:rPr lang="en-US" altLang="zh-CN" sz="1700" b="0" i="1" dirty="0">
                <a:solidFill>
                  <a:srgbClr val="000000"/>
                </a:solidFill>
                <a:effectLst/>
                <a:latin typeface="NimbusRomNo9L-MediItal"/>
              </a:rPr>
              <a:t>91.1% </a:t>
            </a:r>
            <a:r>
              <a:rPr lang="en-US" altLang="zh-CN" sz="1700" b="0" i="1" dirty="0">
                <a:solidFill>
                  <a:srgbClr val="000000"/>
                </a:solidFill>
                <a:effectLst/>
                <a:latin typeface="NimbusRomNo9L-ReguItal"/>
              </a:rPr>
              <a:t>accuracy on S3DIS with higher </a:t>
            </a:r>
            <a:r>
              <a:rPr lang="en-US" altLang="zh-CN" sz="1700" b="0" i="1" dirty="0" err="1">
                <a:solidFill>
                  <a:srgbClr val="000000"/>
                </a:solidFill>
                <a:effectLst/>
                <a:latin typeface="NimbusRomNo9L-ReguItal"/>
              </a:rPr>
              <a:t>mIoU</a:t>
            </a:r>
            <a:r>
              <a:rPr lang="en-US" altLang="zh-CN" sz="1700" b="0" i="1" dirty="0">
                <a:solidFill>
                  <a:srgbClr val="000000"/>
                </a:solidFill>
                <a:effectLst/>
                <a:latin typeface="NimbusRomNo9L-ReguItal"/>
              </a:rPr>
              <a:t> to the state-of-the-art and </a:t>
            </a:r>
            <a:r>
              <a:rPr lang="en-US" altLang="zh-CN" sz="1700" b="0" i="1" dirty="0">
                <a:solidFill>
                  <a:srgbClr val="000000"/>
                </a:solidFill>
                <a:effectLst/>
                <a:latin typeface="NimbusRomNo9L-MediItal"/>
              </a:rPr>
              <a:t>75.6% </a:t>
            </a:r>
            <a:r>
              <a:rPr lang="en-US" altLang="zh-CN" sz="1700" b="0" i="1" dirty="0" err="1">
                <a:solidFill>
                  <a:srgbClr val="000000"/>
                </a:solidFill>
                <a:effectLst/>
                <a:latin typeface="NimbusRomNo9L-ReguItal"/>
              </a:rPr>
              <a:t>mIoU</a:t>
            </a:r>
            <a:r>
              <a:rPr lang="en-US" altLang="zh-CN" sz="1700" b="0" i="1" dirty="0">
                <a:solidFill>
                  <a:srgbClr val="000000"/>
                </a:solidFill>
                <a:effectLst/>
                <a:latin typeface="NimbusRomNo9L-ReguItal"/>
              </a:rPr>
              <a:t> on ScanNetV2. Furthermore, ADS surpasses the state-of-the-art with </a:t>
            </a:r>
            <a:r>
              <a:rPr lang="en-US" altLang="zh-CN" sz="1700" b="0" i="1" dirty="0">
                <a:solidFill>
                  <a:srgbClr val="000000"/>
                </a:solidFill>
                <a:effectLst/>
                <a:latin typeface="NimbusRomNo9L-MediItal"/>
              </a:rPr>
              <a:t>55.0% </a:t>
            </a:r>
            <a:r>
              <a:rPr lang="en-US" altLang="zh-CN" sz="1700" b="0" i="1" dirty="0">
                <a:solidFill>
                  <a:srgbClr val="000000"/>
                </a:solidFill>
                <a:effectLst/>
                <a:latin typeface="NimbusRomNo9L-ReguItal"/>
              </a:rPr>
              <a:t>mAP</a:t>
            </a:r>
            <a:r>
              <a:rPr lang="en-US" altLang="zh-CN" sz="1700" b="0" i="0" dirty="0">
                <a:solidFill>
                  <a:srgbClr val="000000"/>
                </a:solidFill>
                <a:effectLst/>
                <a:latin typeface="CMR7"/>
              </a:rPr>
              <a:t>50 </a:t>
            </a:r>
            <a:r>
              <a:rPr lang="en-US" altLang="zh-CN" sz="1700" b="0" i="1" dirty="0">
                <a:solidFill>
                  <a:srgbClr val="000000"/>
                </a:solidFill>
                <a:effectLst/>
                <a:latin typeface="NimbusRomNo9L-ReguItal"/>
              </a:rPr>
              <a:t>on ScanNetV2 object detection.</a:t>
            </a:r>
            <a:r>
              <a:rPr lang="en-US" altLang="zh-CN" sz="1700" dirty="0"/>
              <a:t> </a:t>
            </a:r>
            <a:endParaRPr lang="zh-CN" altLang="en-US" sz="1700" i="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21A367F-9A2A-4B65-AE09-4879DC34B5E1}"/>
              </a:ext>
            </a:extLst>
          </p:cNvPr>
          <p:cNvSpPr txBox="1"/>
          <p:nvPr/>
        </p:nvSpPr>
        <p:spPr>
          <a:xfrm>
            <a:off x="8412158" y="1887005"/>
            <a:ext cx="3259667"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性能描述</a:t>
            </a: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28</a:t>
            </a:fld>
            <a:endParaRPr lang="zh-CN" altLang="en-US"/>
          </a:p>
        </p:txBody>
      </p:sp>
    </p:spTree>
    <p:extLst>
      <p:ext uri="{BB962C8B-B14F-4D97-AF65-F5344CB8AC3E}">
        <p14:creationId xmlns:p14="http://schemas.microsoft.com/office/powerpoint/2010/main" val="4059573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Abstract</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a:bodyPr>
          <a:lstStyle/>
          <a:p>
            <a:pPr algn="just">
              <a:lnSpc>
                <a:spcPct val="17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重心在方法描述</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7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缺乏背景介绍</a:t>
            </a:r>
          </a:p>
          <a:p>
            <a:pPr marL="0" indent="0" algn="just">
              <a:lnSpc>
                <a:spcPct val="170000"/>
              </a:lnSpc>
              <a:buNone/>
            </a:pPr>
            <a:endParaRPr lang="zh-CN" altLang="en-US" sz="2000" i="1"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29</a:t>
            </a:fld>
            <a:endParaRPr lang="zh-CN" altLang="en-US"/>
          </a:p>
        </p:txBody>
      </p:sp>
    </p:spTree>
    <p:extLst>
      <p:ext uri="{BB962C8B-B14F-4D97-AF65-F5344CB8AC3E}">
        <p14:creationId xmlns:p14="http://schemas.microsoft.com/office/powerpoint/2010/main" val="3983414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60E94E9-C8F9-4F30-8CEF-77D196C94D1E}"/>
              </a:ext>
            </a:extLst>
          </p:cNvPr>
          <p:cNvSpPr txBox="1"/>
          <p:nvPr/>
        </p:nvSpPr>
        <p:spPr>
          <a:xfrm>
            <a:off x="7451765" y="1975657"/>
            <a:ext cx="4108864" cy="2862322"/>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rgbClr val="339E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强调点云采样的重要性</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FFED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当前方法的不足</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EA53BD"/>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提出本文方法</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
        <p:nvSpPr>
          <p:cNvPr id="3" name="灯片编号占位符 2">
            <a:extLst>
              <a:ext uri="{FF2B5EF4-FFF2-40B4-BE49-F238E27FC236}">
                <a16:creationId xmlns:a16="http://schemas.microsoft.com/office/drawing/2014/main" id="{12FBCB63-497D-5575-B381-1E0B3783B6BC}"/>
              </a:ext>
            </a:extLst>
          </p:cNvPr>
          <p:cNvSpPr>
            <a:spLocks noGrp="1"/>
          </p:cNvSpPr>
          <p:nvPr>
            <p:ph type="sldNum" sz="quarter" idx="12"/>
          </p:nvPr>
        </p:nvSpPr>
        <p:spPr/>
        <p:txBody>
          <a:bodyPr/>
          <a:lstStyle/>
          <a:p>
            <a:fld id="{1BCC2C32-6CC6-4423-BC6F-5FD0CE5136B6}" type="slidenum">
              <a:rPr lang="zh-CN" altLang="en-US" smtClean="0"/>
              <a:t>30</a:t>
            </a:fld>
            <a:endParaRPr lang="zh-CN" altLang="en-US" dirty="0"/>
          </a:p>
        </p:txBody>
      </p:sp>
      <p:sp>
        <p:nvSpPr>
          <p:cNvPr id="9" name="标题 3">
            <a:extLst>
              <a:ext uri="{FF2B5EF4-FFF2-40B4-BE49-F238E27FC236}">
                <a16:creationId xmlns:a16="http://schemas.microsoft.com/office/drawing/2014/main" id="{9AE39EEA-E2C1-4A26-B357-E3A1D519D3F4}"/>
              </a:ext>
            </a:extLst>
          </p:cNvPr>
          <p:cNvSpPr txBox="1">
            <a:spLocks/>
          </p:cNvSpPr>
          <p:nvPr/>
        </p:nvSpPr>
        <p:spPr>
          <a:xfrm>
            <a:off x="701566" y="0"/>
            <a:ext cx="10515600" cy="945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微软雅黑" panose="020B0503020204020204" pitchFamily="34" charset="-122"/>
                <a:ea typeface="微软雅黑" panose="020B0503020204020204" pitchFamily="34" charset="-122"/>
              </a:rPr>
              <a:t>Intro - 1</a:t>
            </a:r>
            <a:endParaRPr lang="zh-CN" altLang="en-US" sz="36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81B991CE-7E72-451C-A324-13FD11501447}"/>
              </a:ext>
            </a:extLst>
          </p:cNvPr>
          <p:cNvPicPr>
            <a:picLocks noChangeAspect="1"/>
          </p:cNvPicPr>
          <p:nvPr/>
        </p:nvPicPr>
        <p:blipFill>
          <a:blip r:embed="rId3"/>
          <a:stretch>
            <a:fillRect/>
          </a:stretch>
        </p:blipFill>
        <p:spPr>
          <a:xfrm>
            <a:off x="771896" y="1951410"/>
            <a:ext cx="5961413" cy="2996970"/>
          </a:xfrm>
          <a:prstGeom prst="rect">
            <a:avLst/>
          </a:prstGeom>
        </p:spPr>
      </p:pic>
    </p:spTree>
    <p:extLst>
      <p:ext uri="{BB962C8B-B14F-4D97-AF65-F5344CB8AC3E}">
        <p14:creationId xmlns:p14="http://schemas.microsoft.com/office/powerpoint/2010/main" val="2677298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60E94E9-C8F9-4F30-8CEF-77D196C94D1E}"/>
              </a:ext>
            </a:extLst>
          </p:cNvPr>
          <p:cNvSpPr txBox="1"/>
          <p:nvPr/>
        </p:nvSpPr>
        <p:spPr>
          <a:xfrm>
            <a:off x="7451765" y="1975657"/>
            <a:ext cx="4108864" cy="3693319"/>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rgbClr val="FFED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简单介绍三维视觉任务</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A5FB7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点云数据来源及特点</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EA53BD"/>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点云优势</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几何信息</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
        <p:nvSpPr>
          <p:cNvPr id="3" name="灯片编号占位符 2">
            <a:extLst>
              <a:ext uri="{FF2B5EF4-FFF2-40B4-BE49-F238E27FC236}">
                <a16:creationId xmlns:a16="http://schemas.microsoft.com/office/drawing/2014/main" id="{12FBCB63-497D-5575-B381-1E0B3783B6BC}"/>
              </a:ext>
            </a:extLst>
          </p:cNvPr>
          <p:cNvSpPr>
            <a:spLocks noGrp="1"/>
          </p:cNvSpPr>
          <p:nvPr>
            <p:ph type="sldNum" sz="quarter" idx="12"/>
          </p:nvPr>
        </p:nvSpPr>
        <p:spPr/>
        <p:txBody>
          <a:bodyPr/>
          <a:lstStyle/>
          <a:p>
            <a:fld id="{1BCC2C32-6CC6-4423-BC6F-5FD0CE5136B6}" type="slidenum">
              <a:rPr lang="zh-CN" altLang="en-US" smtClean="0"/>
              <a:t>31</a:t>
            </a:fld>
            <a:endParaRPr lang="zh-CN" altLang="en-US" dirty="0"/>
          </a:p>
        </p:txBody>
      </p:sp>
      <p:sp>
        <p:nvSpPr>
          <p:cNvPr id="9" name="标题 3">
            <a:extLst>
              <a:ext uri="{FF2B5EF4-FFF2-40B4-BE49-F238E27FC236}">
                <a16:creationId xmlns:a16="http://schemas.microsoft.com/office/drawing/2014/main" id="{9AE39EEA-E2C1-4A26-B357-E3A1D519D3F4}"/>
              </a:ext>
            </a:extLst>
          </p:cNvPr>
          <p:cNvSpPr txBox="1">
            <a:spLocks/>
          </p:cNvSpPr>
          <p:nvPr/>
        </p:nvSpPr>
        <p:spPr>
          <a:xfrm>
            <a:off x="701566" y="0"/>
            <a:ext cx="10515600" cy="945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微软雅黑" panose="020B0503020204020204" pitchFamily="34" charset="-122"/>
                <a:ea typeface="微软雅黑" panose="020B0503020204020204" pitchFamily="34" charset="-122"/>
              </a:rPr>
              <a:t>Intro - 2</a:t>
            </a:r>
            <a:endParaRPr lang="zh-CN" altLang="en-US" sz="3600" dirty="0">
              <a:latin typeface="微软雅黑" panose="020B0503020204020204" pitchFamily="34" charset="-122"/>
              <a:ea typeface="微软雅黑" panose="020B0503020204020204" pitchFamily="34" charset="-122"/>
            </a:endParaRPr>
          </a:p>
        </p:txBody>
      </p:sp>
      <p:grpSp>
        <p:nvGrpSpPr>
          <p:cNvPr id="18" name="组合 17">
            <a:extLst>
              <a:ext uri="{FF2B5EF4-FFF2-40B4-BE49-F238E27FC236}">
                <a16:creationId xmlns:a16="http://schemas.microsoft.com/office/drawing/2014/main" id="{5183587C-2F61-40C1-A760-31CBA82D233E}"/>
              </a:ext>
            </a:extLst>
          </p:cNvPr>
          <p:cNvGrpSpPr/>
          <p:nvPr/>
        </p:nvGrpSpPr>
        <p:grpSpPr>
          <a:xfrm>
            <a:off x="989429" y="1555390"/>
            <a:ext cx="5809194" cy="4406026"/>
            <a:chOff x="888489" y="1454449"/>
            <a:chExt cx="5809194" cy="4406026"/>
          </a:xfrm>
        </p:grpSpPr>
        <p:grpSp>
          <p:nvGrpSpPr>
            <p:cNvPr id="14" name="组合 13">
              <a:extLst>
                <a:ext uri="{FF2B5EF4-FFF2-40B4-BE49-F238E27FC236}">
                  <a16:creationId xmlns:a16="http://schemas.microsoft.com/office/drawing/2014/main" id="{40DBCE00-8285-4E5B-AAED-2A7988DD147C}"/>
                </a:ext>
              </a:extLst>
            </p:cNvPr>
            <p:cNvGrpSpPr/>
            <p:nvPr/>
          </p:nvGrpSpPr>
          <p:grpSpPr>
            <a:xfrm>
              <a:off x="894427" y="1454449"/>
              <a:ext cx="5803256" cy="4406026"/>
              <a:chOff x="890649" y="1438151"/>
              <a:chExt cx="5332021" cy="4048249"/>
            </a:xfrm>
          </p:grpSpPr>
          <p:pic>
            <p:nvPicPr>
              <p:cNvPr id="4" name="图片 3">
                <a:extLst>
                  <a:ext uri="{FF2B5EF4-FFF2-40B4-BE49-F238E27FC236}">
                    <a16:creationId xmlns:a16="http://schemas.microsoft.com/office/drawing/2014/main" id="{25430662-FDF2-4F78-BDCD-45A82FA05892}"/>
                  </a:ext>
                </a:extLst>
              </p:cNvPr>
              <p:cNvPicPr>
                <a:picLocks noChangeAspect="1"/>
              </p:cNvPicPr>
              <p:nvPr/>
            </p:nvPicPr>
            <p:blipFill>
              <a:blip r:embed="rId3"/>
              <a:stretch>
                <a:fillRect/>
              </a:stretch>
            </p:blipFill>
            <p:spPr>
              <a:xfrm>
                <a:off x="890649" y="1438151"/>
                <a:ext cx="5272644" cy="577147"/>
              </a:xfrm>
              <a:prstGeom prst="rect">
                <a:avLst/>
              </a:prstGeom>
            </p:spPr>
          </p:pic>
          <p:sp>
            <p:nvSpPr>
              <p:cNvPr id="12" name="矩形 11">
                <a:extLst>
                  <a:ext uri="{FF2B5EF4-FFF2-40B4-BE49-F238E27FC236}">
                    <a16:creationId xmlns:a16="http://schemas.microsoft.com/office/drawing/2014/main" id="{D3020E5A-B58B-4E60-A3D9-347486E47480}"/>
                  </a:ext>
                </a:extLst>
              </p:cNvPr>
              <p:cNvSpPr/>
              <p:nvPr/>
            </p:nvSpPr>
            <p:spPr>
              <a:xfrm>
                <a:off x="4091049" y="5130140"/>
                <a:ext cx="2131621" cy="3562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a:extLst>
                <a:ext uri="{FF2B5EF4-FFF2-40B4-BE49-F238E27FC236}">
                  <a16:creationId xmlns:a16="http://schemas.microsoft.com/office/drawing/2014/main" id="{8F69680C-B007-4A2A-9D52-94D7C61058E9}"/>
                </a:ext>
              </a:extLst>
            </p:cNvPr>
            <p:cNvPicPr>
              <a:picLocks noChangeAspect="1"/>
            </p:cNvPicPr>
            <p:nvPr/>
          </p:nvPicPr>
          <p:blipFill>
            <a:blip r:embed="rId4"/>
            <a:stretch>
              <a:fillRect/>
            </a:stretch>
          </p:blipFill>
          <p:spPr>
            <a:xfrm>
              <a:off x="888489" y="2076665"/>
              <a:ext cx="5738631" cy="3721388"/>
            </a:xfrm>
            <a:prstGeom prst="rect">
              <a:avLst/>
            </a:prstGeom>
          </p:spPr>
        </p:pic>
        <p:sp>
          <p:nvSpPr>
            <p:cNvPr id="17" name="矩形 16">
              <a:extLst>
                <a:ext uri="{FF2B5EF4-FFF2-40B4-BE49-F238E27FC236}">
                  <a16:creationId xmlns:a16="http://schemas.microsoft.com/office/drawing/2014/main" id="{B6F55A7F-69B8-4333-B97D-5DD4B3903286}"/>
                </a:ext>
              </a:extLst>
            </p:cNvPr>
            <p:cNvSpPr/>
            <p:nvPr/>
          </p:nvSpPr>
          <p:spPr>
            <a:xfrm>
              <a:off x="4377673" y="5510150"/>
              <a:ext cx="2249447" cy="344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501017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60E94E9-C8F9-4F30-8CEF-77D196C94D1E}"/>
              </a:ext>
            </a:extLst>
          </p:cNvPr>
          <p:cNvSpPr txBox="1"/>
          <p:nvPr/>
        </p:nvSpPr>
        <p:spPr>
          <a:xfrm>
            <a:off x="7469578" y="1942980"/>
            <a:ext cx="4108864" cy="3416320"/>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rgbClr val="FF00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点云学习难点</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339E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已有的通过预处理的不同尝试</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245BF3"/>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他们的不足</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
        <p:nvSpPr>
          <p:cNvPr id="3" name="灯片编号占位符 2">
            <a:extLst>
              <a:ext uri="{FF2B5EF4-FFF2-40B4-BE49-F238E27FC236}">
                <a16:creationId xmlns:a16="http://schemas.microsoft.com/office/drawing/2014/main" id="{12FBCB63-497D-5575-B381-1E0B3783B6BC}"/>
              </a:ext>
            </a:extLst>
          </p:cNvPr>
          <p:cNvSpPr>
            <a:spLocks noGrp="1"/>
          </p:cNvSpPr>
          <p:nvPr>
            <p:ph type="sldNum" sz="quarter" idx="12"/>
          </p:nvPr>
        </p:nvSpPr>
        <p:spPr/>
        <p:txBody>
          <a:bodyPr/>
          <a:lstStyle/>
          <a:p>
            <a:fld id="{1BCC2C32-6CC6-4423-BC6F-5FD0CE5136B6}" type="slidenum">
              <a:rPr lang="zh-CN" altLang="en-US" smtClean="0"/>
              <a:t>32</a:t>
            </a:fld>
            <a:endParaRPr lang="zh-CN" altLang="en-US" dirty="0"/>
          </a:p>
        </p:txBody>
      </p:sp>
      <p:sp>
        <p:nvSpPr>
          <p:cNvPr id="9" name="标题 3">
            <a:extLst>
              <a:ext uri="{FF2B5EF4-FFF2-40B4-BE49-F238E27FC236}">
                <a16:creationId xmlns:a16="http://schemas.microsoft.com/office/drawing/2014/main" id="{9AE39EEA-E2C1-4A26-B357-E3A1D519D3F4}"/>
              </a:ext>
            </a:extLst>
          </p:cNvPr>
          <p:cNvSpPr txBox="1">
            <a:spLocks/>
          </p:cNvSpPr>
          <p:nvPr/>
        </p:nvSpPr>
        <p:spPr>
          <a:xfrm>
            <a:off x="701566" y="0"/>
            <a:ext cx="10515600" cy="945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微软雅黑" panose="020B0503020204020204" pitchFamily="34" charset="-122"/>
                <a:ea typeface="微软雅黑" panose="020B0503020204020204" pitchFamily="34" charset="-122"/>
              </a:rPr>
              <a:t>Intro - 2</a:t>
            </a:r>
            <a:endParaRPr lang="zh-CN" altLang="en-US" sz="3600" dirty="0">
              <a:latin typeface="微软雅黑" panose="020B0503020204020204" pitchFamily="34" charset="-122"/>
              <a:ea typeface="微软雅黑" panose="020B0503020204020204" pitchFamily="34" charset="-122"/>
            </a:endParaRPr>
          </a:p>
        </p:txBody>
      </p:sp>
      <p:grpSp>
        <p:nvGrpSpPr>
          <p:cNvPr id="16" name="组合 15">
            <a:extLst>
              <a:ext uri="{FF2B5EF4-FFF2-40B4-BE49-F238E27FC236}">
                <a16:creationId xmlns:a16="http://schemas.microsoft.com/office/drawing/2014/main" id="{059330CD-9376-406D-930C-A38F641BF105}"/>
              </a:ext>
            </a:extLst>
          </p:cNvPr>
          <p:cNvGrpSpPr/>
          <p:nvPr/>
        </p:nvGrpSpPr>
        <p:grpSpPr>
          <a:xfrm>
            <a:off x="897508" y="1745671"/>
            <a:ext cx="5817989" cy="3539290"/>
            <a:chOff x="897507" y="1395351"/>
            <a:chExt cx="5817989" cy="3539290"/>
          </a:xfrm>
        </p:grpSpPr>
        <p:pic>
          <p:nvPicPr>
            <p:cNvPr id="12" name="图片 11">
              <a:extLst>
                <a:ext uri="{FF2B5EF4-FFF2-40B4-BE49-F238E27FC236}">
                  <a16:creationId xmlns:a16="http://schemas.microsoft.com/office/drawing/2014/main" id="{0D02DA04-84DE-470A-8BA8-4314AE36B958}"/>
                </a:ext>
              </a:extLst>
            </p:cNvPr>
            <p:cNvPicPr>
              <a:picLocks noChangeAspect="1"/>
            </p:cNvPicPr>
            <p:nvPr/>
          </p:nvPicPr>
          <p:blipFill>
            <a:blip r:embed="rId3"/>
            <a:stretch>
              <a:fillRect/>
            </a:stretch>
          </p:blipFill>
          <p:spPr>
            <a:xfrm>
              <a:off x="927197" y="1444167"/>
              <a:ext cx="5788299" cy="3210662"/>
            </a:xfrm>
            <a:prstGeom prst="rect">
              <a:avLst/>
            </a:prstGeom>
          </p:spPr>
        </p:pic>
        <p:pic>
          <p:nvPicPr>
            <p:cNvPr id="14" name="图片 13">
              <a:extLst>
                <a:ext uri="{FF2B5EF4-FFF2-40B4-BE49-F238E27FC236}">
                  <a16:creationId xmlns:a16="http://schemas.microsoft.com/office/drawing/2014/main" id="{E37DBD6F-4881-4161-A2FD-6BA7852F7538}"/>
                </a:ext>
              </a:extLst>
            </p:cNvPr>
            <p:cNvPicPr>
              <a:picLocks noChangeAspect="1"/>
            </p:cNvPicPr>
            <p:nvPr/>
          </p:nvPicPr>
          <p:blipFill>
            <a:blip r:embed="rId4"/>
            <a:stretch>
              <a:fillRect/>
            </a:stretch>
          </p:blipFill>
          <p:spPr>
            <a:xfrm>
              <a:off x="897507" y="4648891"/>
              <a:ext cx="3781425" cy="285750"/>
            </a:xfrm>
            <a:prstGeom prst="rect">
              <a:avLst/>
            </a:prstGeom>
          </p:spPr>
        </p:pic>
        <p:sp>
          <p:nvSpPr>
            <p:cNvPr id="15" name="矩形 14">
              <a:extLst>
                <a:ext uri="{FF2B5EF4-FFF2-40B4-BE49-F238E27FC236}">
                  <a16:creationId xmlns:a16="http://schemas.microsoft.com/office/drawing/2014/main" id="{E0171E81-96CA-4756-906F-D55A8C3DEACE}"/>
                </a:ext>
              </a:extLst>
            </p:cNvPr>
            <p:cNvSpPr/>
            <p:nvPr/>
          </p:nvSpPr>
          <p:spPr>
            <a:xfrm>
              <a:off x="897507" y="1395351"/>
              <a:ext cx="3531989" cy="3325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41163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2FBCB63-497D-5575-B381-1E0B3783B6BC}"/>
              </a:ext>
            </a:extLst>
          </p:cNvPr>
          <p:cNvSpPr>
            <a:spLocks noGrp="1"/>
          </p:cNvSpPr>
          <p:nvPr>
            <p:ph type="sldNum" sz="quarter" idx="12"/>
          </p:nvPr>
        </p:nvSpPr>
        <p:spPr/>
        <p:txBody>
          <a:bodyPr/>
          <a:lstStyle/>
          <a:p>
            <a:fld id="{1BCC2C32-6CC6-4423-BC6F-5FD0CE5136B6}" type="slidenum">
              <a:rPr lang="zh-CN" altLang="en-US" smtClean="0"/>
              <a:t>33</a:t>
            </a:fld>
            <a:endParaRPr lang="zh-CN" altLang="en-US" dirty="0"/>
          </a:p>
        </p:txBody>
      </p:sp>
      <p:sp>
        <p:nvSpPr>
          <p:cNvPr id="9" name="标题 3">
            <a:extLst>
              <a:ext uri="{FF2B5EF4-FFF2-40B4-BE49-F238E27FC236}">
                <a16:creationId xmlns:a16="http://schemas.microsoft.com/office/drawing/2014/main" id="{9AE39EEA-E2C1-4A26-B357-E3A1D519D3F4}"/>
              </a:ext>
            </a:extLst>
          </p:cNvPr>
          <p:cNvSpPr txBox="1">
            <a:spLocks/>
          </p:cNvSpPr>
          <p:nvPr/>
        </p:nvSpPr>
        <p:spPr>
          <a:xfrm>
            <a:off x="701566" y="0"/>
            <a:ext cx="10515600" cy="945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微软雅黑" panose="020B0503020204020204" pitchFamily="34" charset="-122"/>
                <a:ea typeface="微软雅黑" panose="020B0503020204020204" pitchFamily="34" charset="-122"/>
              </a:rPr>
              <a:t>Intro - 3</a:t>
            </a:r>
            <a:endParaRPr lang="zh-CN" altLang="en-US" sz="36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0E3F34BA-3ED1-4A8F-812A-A23888317EB3}"/>
              </a:ext>
            </a:extLst>
          </p:cNvPr>
          <p:cNvSpPr txBox="1"/>
          <p:nvPr/>
        </p:nvSpPr>
        <p:spPr>
          <a:xfrm>
            <a:off x="7451765" y="945931"/>
            <a:ext cx="4108864" cy="5355312"/>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rgbClr val="FFED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应直接处理点云原始数据</a:t>
            </a:r>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endParaRPr lang="en-US" altLang="zh-CN" dirty="0">
              <a:solidFill>
                <a:srgbClr val="339E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AAFB78"/>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解决了无序的问题，得到不变的表征</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EA53BD"/>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缺点和改进</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339E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总结规律</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有效的采样很重要</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2A60F4"/>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从采样入手得到动机</a:t>
            </a:r>
            <a:endParaRPr lang="en-US" altLang="zh-CN" dirty="0">
              <a:latin typeface="楷体" panose="02010609060101010101" pitchFamily="49" charset="-122"/>
              <a:ea typeface="楷体" panose="02010609060101010101" pitchFamily="49" charset="-122"/>
            </a:endParaRPr>
          </a:p>
        </p:txBody>
      </p:sp>
      <p:pic>
        <p:nvPicPr>
          <p:cNvPr id="15" name="图片 14">
            <a:extLst>
              <a:ext uri="{FF2B5EF4-FFF2-40B4-BE49-F238E27FC236}">
                <a16:creationId xmlns:a16="http://schemas.microsoft.com/office/drawing/2014/main" id="{C9C83D9A-5561-4861-A969-4B276EDFAF65}"/>
              </a:ext>
            </a:extLst>
          </p:cNvPr>
          <p:cNvPicPr>
            <a:picLocks noChangeAspect="1"/>
          </p:cNvPicPr>
          <p:nvPr/>
        </p:nvPicPr>
        <p:blipFill>
          <a:blip r:embed="rId3"/>
          <a:stretch>
            <a:fillRect/>
          </a:stretch>
        </p:blipFill>
        <p:spPr>
          <a:xfrm>
            <a:off x="796569" y="878815"/>
            <a:ext cx="5915466" cy="5842660"/>
          </a:xfrm>
          <a:prstGeom prst="rect">
            <a:avLst/>
          </a:prstGeom>
        </p:spPr>
      </p:pic>
    </p:spTree>
    <p:extLst>
      <p:ext uri="{BB962C8B-B14F-4D97-AF65-F5344CB8AC3E}">
        <p14:creationId xmlns:p14="http://schemas.microsoft.com/office/powerpoint/2010/main" val="3806999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2FBCB63-497D-5575-B381-1E0B3783B6BC}"/>
              </a:ext>
            </a:extLst>
          </p:cNvPr>
          <p:cNvSpPr>
            <a:spLocks noGrp="1"/>
          </p:cNvSpPr>
          <p:nvPr>
            <p:ph type="sldNum" sz="quarter" idx="12"/>
          </p:nvPr>
        </p:nvSpPr>
        <p:spPr/>
        <p:txBody>
          <a:bodyPr/>
          <a:lstStyle/>
          <a:p>
            <a:fld id="{1BCC2C32-6CC6-4423-BC6F-5FD0CE5136B6}" type="slidenum">
              <a:rPr lang="zh-CN" altLang="en-US" smtClean="0"/>
              <a:t>34</a:t>
            </a:fld>
            <a:endParaRPr lang="zh-CN" altLang="en-US" dirty="0"/>
          </a:p>
        </p:txBody>
      </p:sp>
      <p:sp>
        <p:nvSpPr>
          <p:cNvPr id="9" name="标题 3">
            <a:extLst>
              <a:ext uri="{FF2B5EF4-FFF2-40B4-BE49-F238E27FC236}">
                <a16:creationId xmlns:a16="http://schemas.microsoft.com/office/drawing/2014/main" id="{9AE39EEA-E2C1-4A26-B357-E3A1D519D3F4}"/>
              </a:ext>
            </a:extLst>
          </p:cNvPr>
          <p:cNvSpPr txBox="1">
            <a:spLocks/>
          </p:cNvSpPr>
          <p:nvPr/>
        </p:nvSpPr>
        <p:spPr>
          <a:xfrm>
            <a:off x="701566" y="0"/>
            <a:ext cx="10515600" cy="945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微软雅黑" panose="020B0503020204020204" pitchFamily="34" charset="-122"/>
                <a:ea typeface="微软雅黑" panose="020B0503020204020204" pitchFamily="34" charset="-122"/>
              </a:rPr>
              <a:t>Intro - 4</a:t>
            </a:r>
            <a:endParaRPr lang="zh-CN" altLang="en-US" sz="3600" dirty="0">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3D345A4A-2BF7-4EDC-AAE2-AA28F7F78C88}"/>
              </a:ext>
            </a:extLst>
          </p:cNvPr>
          <p:cNvGrpSpPr/>
          <p:nvPr/>
        </p:nvGrpSpPr>
        <p:grpSpPr>
          <a:xfrm>
            <a:off x="807275" y="1051270"/>
            <a:ext cx="5860720" cy="5670205"/>
            <a:chOff x="878527" y="868707"/>
            <a:chExt cx="5860720" cy="5670205"/>
          </a:xfrm>
        </p:grpSpPr>
        <p:pic>
          <p:nvPicPr>
            <p:cNvPr id="6" name="图片 5">
              <a:extLst>
                <a:ext uri="{FF2B5EF4-FFF2-40B4-BE49-F238E27FC236}">
                  <a16:creationId xmlns:a16="http://schemas.microsoft.com/office/drawing/2014/main" id="{21A824AF-3DA7-4254-897E-631A70AD0C5C}"/>
                </a:ext>
              </a:extLst>
            </p:cNvPr>
            <p:cNvPicPr>
              <a:picLocks noChangeAspect="1"/>
            </p:cNvPicPr>
            <p:nvPr/>
          </p:nvPicPr>
          <p:blipFill>
            <a:blip r:embed="rId3"/>
            <a:stretch>
              <a:fillRect/>
            </a:stretch>
          </p:blipFill>
          <p:spPr>
            <a:xfrm>
              <a:off x="878527" y="4968011"/>
              <a:ext cx="5808200" cy="1464480"/>
            </a:xfrm>
            <a:prstGeom prst="rect">
              <a:avLst/>
            </a:prstGeom>
          </p:spPr>
        </p:pic>
        <p:pic>
          <p:nvPicPr>
            <p:cNvPr id="4" name="图片 3">
              <a:extLst>
                <a:ext uri="{FF2B5EF4-FFF2-40B4-BE49-F238E27FC236}">
                  <a16:creationId xmlns:a16="http://schemas.microsoft.com/office/drawing/2014/main" id="{6B1559AA-1FE3-478D-A1E8-C159DF4FB15D}"/>
                </a:ext>
              </a:extLst>
            </p:cNvPr>
            <p:cNvPicPr>
              <a:picLocks noChangeAspect="1"/>
            </p:cNvPicPr>
            <p:nvPr/>
          </p:nvPicPr>
          <p:blipFill>
            <a:blip r:embed="rId4"/>
            <a:stretch>
              <a:fillRect/>
            </a:stretch>
          </p:blipFill>
          <p:spPr>
            <a:xfrm>
              <a:off x="878527" y="868707"/>
              <a:ext cx="5860720" cy="4134934"/>
            </a:xfrm>
            <a:prstGeom prst="rect">
              <a:avLst/>
            </a:prstGeom>
          </p:spPr>
        </p:pic>
        <p:sp>
          <p:nvSpPr>
            <p:cNvPr id="7" name="矩形 6">
              <a:extLst>
                <a:ext uri="{FF2B5EF4-FFF2-40B4-BE49-F238E27FC236}">
                  <a16:creationId xmlns:a16="http://schemas.microsoft.com/office/drawing/2014/main" id="{BEBB2436-7B5E-414D-84CF-FC86B9DA0E1D}"/>
                </a:ext>
              </a:extLst>
            </p:cNvPr>
            <p:cNvSpPr/>
            <p:nvPr/>
          </p:nvSpPr>
          <p:spPr>
            <a:xfrm>
              <a:off x="2143496" y="6127668"/>
              <a:ext cx="4595751" cy="4112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a:extLst>
              <a:ext uri="{FF2B5EF4-FFF2-40B4-BE49-F238E27FC236}">
                <a16:creationId xmlns:a16="http://schemas.microsoft.com/office/drawing/2014/main" id="{18781509-4947-472D-B911-2ECA334BE5C2}"/>
              </a:ext>
            </a:extLst>
          </p:cNvPr>
          <p:cNvSpPr txBox="1"/>
          <p:nvPr/>
        </p:nvSpPr>
        <p:spPr>
          <a:xfrm>
            <a:off x="7451765" y="1405641"/>
            <a:ext cx="4108864" cy="4801314"/>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rgbClr val="FFED00"/>
                </a:solidFill>
                <a:latin typeface="楷体" panose="02010609060101010101" pitchFamily="49" charset="-122"/>
                <a:ea typeface="楷体" panose="02010609060101010101" pitchFamily="49" charset="-122"/>
              </a:rPr>
              <a:t>——</a:t>
            </a:r>
            <a:endParaRPr lang="en-US" altLang="zh-CN" dirty="0">
              <a:solidFill>
                <a:srgbClr val="339E00"/>
              </a:solidFill>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接续上一段结尾，更详细说明动机</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A0FC67"/>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感知部分结构和复杂性相对于目标的一致性</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EA53BD"/>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如何去实现，给出核心思路</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FF0000"/>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对本文方法及特点的描述</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586055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60E94E9-C8F9-4F30-8CEF-77D196C94D1E}"/>
              </a:ext>
            </a:extLst>
          </p:cNvPr>
          <p:cNvSpPr txBox="1"/>
          <p:nvPr/>
        </p:nvSpPr>
        <p:spPr>
          <a:xfrm>
            <a:off x="7451765" y="1862841"/>
            <a:ext cx="4108864" cy="4247317"/>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rgbClr val="FFED00"/>
                </a:solidFill>
                <a:latin typeface="楷体" panose="02010609060101010101" pitchFamily="49" charset="-122"/>
                <a:ea typeface="楷体" panose="02010609060101010101" pitchFamily="49" charset="-122"/>
              </a:rPr>
              <a:t>——</a:t>
            </a:r>
            <a:endParaRPr lang="en-US" altLang="zh-CN" dirty="0">
              <a:solidFill>
                <a:srgbClr val="339E00"/>
              </a:solidFill>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处理的流程</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EA53BD"/>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和已有方法的主要区别</a:t>
            </a:r>
            <a:endParaRPr lang="en-US" altLang="zh-CN" dirty="0">
              <a:latin typeface="楷体" panose="02010609060101010101" pitchFamily="49" charset="-122"/>
              <a:ea typeface="楷体" panose="02010609060101010101" pitchFamily="49" charset="-122"/>
            </a:endParaRPr>
          </a:p>
          <a:p>
            <a:endParaRPr lang="en-US" altLang="zh-CN" dirty="0">
              <a:solidFill>
                <a:srgbClr val="EA53BD"/>
              </a:solidFill>
              <a:latin typeface="楷体" panose="02010609060101010101" pitchFamily="49" charset="-122"/>
              <a:ea typeface="楷体" panose="02010609060101010101" pitchFamily="49" charset="-122"/>
            </a:endParaRPr>
          </a:p>
          <a:p>
            <a:endParaRPr lang="en-US" altLang="zh-CN" dirty="0">
              <a:solidFill>
                <a:srgbClr val="EA53BD"/>
              </a:solidFill>
              <a:latin typeface="楷体" panose="02010609060101010101" pitchFamily="49" charset="-122"/>
              <a:ea typeface="楷体" panose="02010609060101010101" pitchFamily="49" charset="-122"/>
            </a:endParaRPr>
          </a:p>
          <a:p>
            <a:endParaRPr lang="en-US" altLang="zh-CN" dirty="0">
              <a:solidFill>
                <a:srgbClr val="EA53BD"/>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p"/>
            </a:pPr>
            <a:r>
              <a:rPr lang="en-US" altLang="zh-CN" dirty="0">
                <a:solidFill>
                  <a:srgbClr val="2A60F4"/>
                </a:solidFill>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给出例证</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
        <p:nvSpPr>
          <p:cNvPr id="3" name="灯片编号占位符 2">
            <a:extLst>
              <a:ext uri="{FF2B5EF4-FFF2-40B4-BE49-F238E27FC236}">
                <a16:creationId xmlns:a16="http://schemas.microsoft.com/office/drawing/2014/main" id="{12FBCB63-497D-5575-B381-1E0B3783B6BC}"/>
              </a:ext>
            </a:extLst>
          </p:cNvPr>
          <p:cNvSpPr>
            <a:spLocks noGrp="1"/>
          </p:cNvSpPr>
          <p:nvPr>
            <p:ph type="sldNum" sz="quarter" idx="12"/>
          </p:nvPr>
        </p:nvSpPr>
        <p:spPr/>
        <p:txBody>
          <a:bodyPr/>
          <a:lstStyle/>
          <a:p>
            <a:fld id="{1BCC2C32-6CC6-4423-BC6F-5FD0CE5136B6}" type="slidenum">
              <a:rPr lang="zh-CN" altLang="en-US" smtClean="0"/>
              <a:t>35</a:t>
            </a:fld>
            <a:endParaRPr lang="zh-CN" altLang="en-US" dirty="0"/>
          </a:p>
        </p:txBody>
      </p:sp>
      <p:sp>
        <p:nvSpPr>
          <p:cNvPr id="9" name="标题 3">
            <a:extLst>
              <a:ext uri="{FF2B5EF4-FFF2-40B4-BE49-F238E27FC236}">
                <a16:creationId xmlns:a16="http://schemas.microsoft.com/office/drawing/2014/main" id="{9AE39EEA-E2C1-4A26-B357-E3A1D519D3F4}"/>
              </a:ext>
            </a:extLst>
          </p:cNvPr>
          <p:cNvSpPr txBox="1">
            <a:spLocks/>
          </p:cNvSpPr>
          <p:nvPr/>
        </p:nvSpPr>
        <p:spPr>
          <a:xfrm>
            <a:off x="701566" y="0"/>
            <a:ext cx="10515600" cy="945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微软雅黑" panose="020B0503020204020204" pitchFamily="34" charset="-122"/>
                <a:ea typeface="微软雅黑" panose="020B0503020204020204" pitchFamily="34" charset="-122"/>
              </a:rPr>
              <a:t>Intro - 4</a:t>
            </a:r>
            <a:endParaRPr lang="zh-CN" altLang="en-US" sz="3600" dirty="0">
              <a:latin typeface="微软雅黑" panose="020B0503020204020204" pitchFamily="34" charset="-122"/>
              <a:ea typeface="微软雅黑" panose="020B0503020204020204" pitchFamily="34" charset="-122"/>
            </a:endParaRPr>
          </a:p>
        </p:txBody>
      </p:sp>
      <p:grpSp>
        <p:nvGrpSpPr>
          <p:cNvPr id="16" name="组合 15">
            <a:extLst>
              <a:ext uri="{FF2B5EF4-FFF2-40B4-BE49-F238E27FC236}">
                <a16:creationId xmlns:a16="http://schemas.microsoft.com/office/drawing/2014/main" id="{E0A4ED51-9C1F-4F17-A1D3-D8C71C8C556A}"/>
              </a:ext>
            </a:extLst>
          </p:cNvPr>
          <p:cNvGrpSpPr/>
          <p:nvPr/>
        </p:nvGrpSpPr>
        <p:grpSpPr>
          <a:xfrm>
            <a:off x="819397" y="1288472"/>
            <a:ext cx="6121730" cy="4898570"/>
            <a:chOff x="795647" y="1318161"/>
            <a:chExt cx="6121730" cy="4898570"/>
          </a:xfrm>
        </p:grpSpPr>
        <p:pic>
          <p:nvPicPr>
            <p:cNvPr id="14" name="图片 13">
              <a:extLst>
                <a:ext uri="{FF2B5EF4-FFF2-40B4-BE49-F238E27FC236}">
                  <a16:creationId xmlns:a16="http://schemas.microsoft.com/office/drawing/2014/main" id="{A86EBACD-26A0-4ED7-B95D-47B661EB6BAF}"/>
                </a:ext>
              </a:extLst>
            </p:cNvPr>
            <p:cNvPicPr>
              <a:picLocks noChangeAspect="1"/>
            </p:cNvPicPr>
            <p:nvPr/>
          </p:nvPicPr>
          <p:blipFill>
            <a:blip r:embed="rId3"/>
            <a:stretch>
              <a:fillRect/>
            </a:stretch>
          </p:blipFill>
          <p:spPr>
            <a:xfrm>
              <a:off x="890884" y="1400554"/>
              <a:ext cx="6026493" cy="4816177"/>
            </a:xfrm>
            <a:prstGeom prst="rect">
              <a:avLst/>
            </a:prstGeom>
          </p:spPr>
        </p:pic>
        <p:sp>
          <p:nvSpPr>
            <p:cNvPr id="15" name="矩形 14">
              <a:extLst>
                <a:ext uri="{FF2B5EF4-FFF2-40B4-BE49-F238E27FC236}">
                  <a16:creationId xmlns:a16="http://schemas.microsoft.com/office/drawing/2014/main" id="{9915FAB8-C542-439A-A5F0-1FB175FFE8AF}"/>
                </a:ext>
              </a:extLst>
            </p:cNvPr>
            <p:cNvSpPr/>
            <p:nvPr/>
          </p:nvSpPr>
          <p:spPr>
            <a:xfrm>
              <a:off x="795647" y="1318161"/>
              <a:ext cx="1389413" cy="3859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39738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0831B9D-856B-4AF9-9970-11F2584580B2}"/>
              </a:ext>
            </a:extLst>
          </p:cNvPr>
          <p:cNvSpPr>
            <a:spLocks noGrp="1"/>
          </p:cNvSpPr>
          <p:nvPr>
            <p:ph type="title"/>
          </p:nvPr>
        </p:nvSpPr>
        <p:spPr>
          <a:xfrm>
            <a:off x="701566" y="0"/>
            <a:ext cx="10515600" cy="945931"/>
          </a:xfrm>
        </p:spPr>
        <p:txBody>
          <a:bodyPr/>
          <a:lstStyle/>
          <a:p>
            <a:r>
              <a:rPr lang="en-US" altLang="zh-CN" dirty="0"/>
              <a:t>Intro</a:t>
            </a:r>
            <a:endParaRPr lang="zh-CN" altLang="en-US" dirty="0"/>
          </a:p>
        </p:txBody>
      </p:sp>
      <p:sp>
        <p:nvSpPr>
          <p:cNvPr id="5" name="内容占位符 4">
            <a:extLst>
              <a:ext uri="{FF2B5EF4-FFF2-40B4-BE49-F238E27FC236}">
                <a16:creationId xmlns:a16="http://schemas.microsoft.com/office/drawing/2014/main" id="{A36F78FA-9A69-454E-8EE9-5B53C91A6EC6}"/>
              </a:ext>
            </a:extLst>
          </p:cNvPr>
          <p:cNvSpPr>
            <a:spLocks noGrp="1"/>
          </p:cNvSpPr>
          <p:nvPr>
            <p:ph idx="1"/>
          </p:nvPr>
        </p:nvSpPr>
        <p:spPr>
          <a:xfrm>
            <a:off x="472674" y="945931"/>
            <a:ext cx="7620000" cy="5557211"/>
          </a:xfrm>
        </p:spPr>
        <p:txBody>
          <a:bodyPr>
            <a:normAutofit/>
          </a:bodyPr>
          <a:lstStyle/>
          <a:p>
            <a:pPr algn="just">
              <a:lnSpc>
                <a:spcPct val="17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对问题的描述清晰，给出足够的动机</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7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过多描述背景，对于方法细节不够</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189DA4A-9185-F7F8-D6B7-5BF5F168FC04}"/>
              </a:ext>
            </a:extLst>
          </p:cNvPr>
          <p:cNvSpPr>
            <a:spLocks noGrp="1"/>
          </p:cNvSpPr>
          <p:nvPr>
            <p:ph type="sldNum" sz="quarter" idx="12"/>
          </p:nvPr>
        </p:nvSpPr>
        <p:spPr/>
        <p:txBody>
          <a:bodyPr/>
          <a:lstStyle/>
          <a:p>
            <a:fld id="{1BCC2C32-6CC6-4423-BC6F-5FD0CE5136B6}" type="slidenum">
              <a:rPr lang="zh-CN" altLang="en-US" smtClean="0"/>
              <a:t>36</a:t>
            </a:fld>
            <a:endParaRPr lang="zh-CN" altLang="en-US"/>
          </a:p>
        </p:txBody>
      </p:sp>
    </p:spTree>
    <p:extLst>
      <p:ext uri="{BB962C8B-B14F-4D97-AF65-F5344CB8AC3E}">
        <p14:creationId xmlns:p14="http://schemas.microsoft.com/office/powerpoint/2010/main" val="316843685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1210</TotalTime>
  <Words>1384</Words>
  <Application>Microsoft Office PowerPoint</Application>
  <PresentationFormat>宽屏</PresentationFormat>
  <Paragraphs>236</Paragraphs>
  <Slides>36</Slides>
  <Notes>36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CMR7</vt:lpstr>
      <vt:lpstr>NimbusRomNo9L-MediItal</vt:lpstr>
      <vt:lpstr>NimbusRomNo9L-Regu</vt:lpstr>
      <vt:lpstr>NimbusRomNo9L-ReguItal</vt:lpstr>
      <vt:lpstr>等线</vt:lpstr>
      <vt:lpstr>楷体</vt:lpstr>
      <vt:lpstr>微软雅黑</vt:lpstr>
      <vt:lpstr>Arial</vt:lpstr>
      <vt:lpstr>Cambria</vt:lpstr>
      <vt:lpstr>Corbel</vt:lpstr>
      <vt:lpstr>Times New Roman</vt:lpstr>
      <vt:lpstr>Wingdings</vt:lpstr>
      <vt:lpstr>Office 主题​​</vt:lpstr>
      <vt:lpstr>PowerPoint 演示文稿</vt:lpstr>
      <vt:lpstr>Background</vt:lpstr>
      <vt:lpstr>Motivation</vt:lpstr>
      <vt:lpstr>Method</vt:lpstr>
      <vt:lpstr>Cluster</vt:lpstr>
      <vt:lpstr>Attention</vt:lpstr>
      <vt:lpstr>Attention on Cluster</vt:lpstr>
      <vt:lpstr>Attention on Cluster</vt:lpstr>
      <vt:lpstr>Sampling</vt:lpstr>
      <vt:lpstr>Sampling</vt:lpstr>
      <vt:lpstr>Specific Tasks</vt:lpstr>
      <vt:lpstr>Experiment</vt:lpstr>
      <vt:lpstr>Experiment</vt:lpstr>
      <vt:lpstr>Experiment</vt:lpstr>
      <vt:lpstr>Visualization</vt:lpstr>
      <vt:lpstr>Ablation Study</vt:lpstr>
      <vt:lpstr>Ablation Study</vt:lpstr>
      <vt:lpstr>Ablation Study</vt:lpstr>
      <vt:lpstr>Ablation Study</vt:lpstr>
      <vt:lpstr>Conclusion</vt:lpstr>
      <vt:lpstr>Writing</vt:lpstr>
      <vt:lpstr>Abstract</vt:lpstr>
      <vt:lpstr>Abstract</vt:lpstr>
      <vt:lpstr>Abstract</vt:lpstr>
      <vt:lpstr>Abstract</vt:lpstr>
      <vt:lpstr>Abstract</vt:lpstr>
      <vt:lpstr>Abstract</vt:lpstr>
      <vt:lpstr>Abstract</vt:lpstr>
      <vt:lpstr>Abstract</vt:lpstr>
      <vt:lpstr>PowerPoint 演示文稿</vt:lpstr>
      <vt:lpstr>PowerPoint 演示文稿</vt:lpstr>
      <vt:lpstr>PowerPoint 演示文稿</vt:lpstr>
      <vt:lpstr>PowerPoint 演示文稿</vt:lpstr>
      <vt:lpstr>PowerPoint 演示文稿</vt:lpstr>
      <vt:lpstr>PowerPoint 演示文稿</vt:lpstr>
      <vt:lpstr>Intro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chao liu</dc:creator>
  <cp:lastModifiedBy>Administrator</cp:lastModifiedBy>
  <cp:revision>63</cp:revision>
  <dcterms:created xsi:type="dcterms:W3CDTF">2023-11-30T06:45:12Z</dcterms:created>
  <dcterms:modified xsi:type="dcterms:W3CDTF">2023-12-04T13:18:07Z</dcterms:modified>
</cp:coreProperties>
</file>