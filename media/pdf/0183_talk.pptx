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7"/>
  </p:notesMasterIdLst>
  <p:handoutMasterIdLst>
    <p:handoutMasterId r:id="rId18"/>
  </p:handoutMasterIdLst>
  <p:sldIdLst>
    <p:sldId id="259" r:id="rId2"/>
    <p:sldId id="428" r:id="rId3"/>
    <p:sldId id="542" r:id="rId4"/>
    <p:sldId id="543" r:id="rId5"/>
    <p:sldId id="550" r:id="rId6"/>
    <p:sldId id="544" r:id="rId7"/>
    <p:sldId id="547" r:id="rId8"/>
    <p:sldId id="548" r:id="rId9"/>
    <p:sldId id="549" r:id="rId10"/>
    <p:sldId id="554" r:id="rId11"/>
    <p:sldId id="555" r:id="rId12"/>
    <p:sldId id="556" r:id="rId13"/>
    <p:sldId id="552" r:id="rId14"/>
    <p:sldId id="551" r:id="rId15"/>
    <p:sldId id="553" r:id="rId1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提纲" id="{4576C107-D715-4FBF-9E2D-204249803E53}">
          <p14:sldIdLst>
            <p14:sldId id="259"/>
            <p14:sldId id="428"/>
            <p14:sldId id="542"/>
            <p14:sldId id="543"/>
            <p14:sldId id="550"/>
            <p14:sldId id="544"/>
            <p14:sldId id="547"/>
            <p14:sldId id="548"/>
            <p14:sldId id="549"/>
            <p14:sldId id="554"/>
            <p14:sldId id="555"/>
            <p14:sldId id="556"/>
            <p14:sldId id="552"/>
            <p14:sldId id="551"/>
            <p14:sldId id="55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FFFFFF"/>
    <a:srgbClr val="FFE5E6"/>
    <a:srgbClr val="2323FF"/>
    <a:srgbClr val="00BBFF"/>
    <a:srgbClr val="FF51FF"/>
    <a:srgbClr val="FFF3F3"/>
    <a:srgbClr val="00B0F0"/>
    <a:srgbClr val="009D4A"/>
    <a:srgbClr val="1604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79" autoAdjust="0"/>
    <p:restoredTop sz="82935" autoAdjust="0"/>
  </p:normalViewPr>
  <p:slideViewPr>
    <p:cSldViewPr snapToGrid="0">
      <p:cViewPr varScale="1">
        <p:scale>
          <a:sx n="84" d="100"/>
          <a:sy n="84" d="100"/>
        </p:scale>
        <p:origin x="680" y="60"/>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85" d="100"/>
          <a:sy n="85" d="100"/>
        </p:scale>
        <p:origin x="3928" y="1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易 方遒" userId="7365ce1964fcc26b" providerId="LiveId" clId="{4EC0E639-4227-4CE2-84A7-60D0B400C4C1}"/>
    <pc:docChg chg="undo custSel addSld delSld modSld sldOrd delSection modSection">
      <pc:chgData name="易 方遒" userId="7365ce1964fcc26b" providerId="LiveId" clId="{4EC0E639-4227-4CE2-84A7-60D0B400C4C1}" dt="2021-10-23T09:01:12.483" v="2705" actId="20577"/>
      <pc:docMkLst>
        <pc:docMk/>
      </pc:docMkLst>
      <pc:sldChg chg="addSp delSp modSp mod modNotesTx">
        <pc:chgData name="易 方遒" userId="7365ce1964fcc26b" providerId="LiveId" clId="{4EC0E639-4227-4CE2-84A7-60D0B400C4C1}" dt="2021-10-23T08:53:05.353" v="2610" actId="20577"/>
        <pc:sldMkLst>
          <pc:docMk/>
          <pc:sldMk cId="3246455701" sldId="259"/>
        </pc:sldMkLst>
        <pc:spChg chg="del mod">
          <ac:chgData name="易 方遒" userId="7365ce1964fcc26b" providerId="LiveId" clId="{4EC0E639-4227-4CE2-84A7-60D0B400C4C1}" dt="2021-10-23T02:18:09.472" v="121" actId="478"/>
          <ac:spMkLst>
            <pc:docMk/>
            <pc:sldMk cId="3246455701" sldId="259"/>
            <ac:spMk id="2" creationId="{00000000-0000-0000-0000-000000000000}"/>
          </ac:spMkLst>
        </pc:spChg>
        <pc:spChg chg="del mod">
          <ac:chgData name="易 方遒" userId="7365ce1964fcc26b" providerId="LiveId" clId="{4EC0E639-4227-4CE2-84A7-60D0B400C4C1}" dt="2021-10-23T02:17:23.389" v="120" actId="478"/>
          <ac:spMkLst>
            <pc:docMk/>
            <pc:sldMk cId="3246455701" sldId="259"/>
            <ac:spMk id="3" creationId="{00000000-0000-0000-0000-000000000000}"/>
          </ac:spMkLst>
        </pc:spChg>
        <pc:spChg chg="add del">
          <ac:chgData name="易 方遒" userId="7365ce1964fcc26b" providerId="LiveId" clId="{4EC0E639-4227-4CE2-84A7-60D0B400C4C1}" dt="2021-10-23T02:16:14.486" v="12"/>
          <ac:spMkLst>
            <pc:docMk/>
            <pc:sldMk cId="3246455701" sldId="259"/>
            <ac:spMk id="4" creationId="{225D7341-9A30-47AE-9ABB-5FF5DAB31A8F}"/>
          </ac:spMkLst>
        </pc:spChg>
        <pc:spChg chg="add del mod">
          <ac:chgData name="易 方遒" userId="7365ce1964fcc26b" providerId="LiveId" clId="{4EC0E639-4227-4CE2-84A7-60D0B400C4C1}" dt="2021-10-23T02:18:14.385" v="122" actId="478"/>
          <ac:spMkLst>
            <pc:docMk/>
            <pc:sldMk cId="3246455701" sldId="259"/>
            <ac:spMk id="5" creationId="{026D98E6-2449-41A0-89DF-E37A29B45BF7}"/>
          </ac:spMkLst>
        </pc:spChg>
        <pc:spChg chg="add del mod">
          <ac:chgData name="易 方遒" userId="7365ce1964fcc26b" providerId="LiveId" clId="{4EC0E639-4227-4CE2-84A7-60D0B400C4C1}" dt="2021-10-23T02:18:14.385" v="122" actId="478"/>
          <ac:spMkLst>
            <pc:docMk/>
            <pc:sldMk cId="3246455701" sldId="259"/>
            <ac:spMk id="6" creationId="{1C75777B-42C1-43A6-ABA9-DA0107E5CA9F}"/>
          </ac:spMkLst>
        </pc:spChg>
        <pc:picChg chg="add mod">
          <ac:chgData name="易 方遒" userId="7365ce1964fcc26b" providerId="LiveId" clId="{4EC0E639-4227-4CE2-84A7-60D0B400C4C1}" dt="2021-10-23T02:18:25.426" v="124" actId="1076"/>
          <ac:picMkLst>
            <pc:docMk/>
            <pc:sldMk cId="3246455701" sldId="259"/>
            <ac:picMk id="8" creationId="{CD20141F-85CA-4B42-BFBF-212718E2224C}"/>
          </ac:picMkLst>
        </pc:picChg>
      </pc:sldChg>
      <pc:sldChg chg="del">
        <pc:chgData name="易 方遒" userId="7365ce1964fcc26b" providerId="LiveId" clId="{4EC0E639-4227-4CE2-84A7-60D0B400C4C1}" dt="2021-10-23T08:52:41.074" v="2599" actId="47"/>
        <pc:sldMkLst>
          <pc:docMk/>
          <pc:sldMk cId="4145613738" sldId="276"/>
        </pc:sldMkLst>
      </pc:sldChg>
      <pc:sldChg chg="del">
        <pc:chgData name="易 方遒" userId="7365ce1964fcc26b" providerId="LiveId" clId="{4EC0E639-4227-4CE2-84A7-60D0B400C4C1}" dt="2021-10-23T08:52:41.037" v="2598" actId="47"/>
        <pc:sldMkLst>
          <pc:docMk/>
          <pc:sldMk cId="1558159813" sldId="371"/>
        </pc:sldMkLst>
      </pc:sldChg>
      <pc:sldChg chg="del">
        <pc:chgData name="易 方遒" userId="7365ce1964fcc26b" providerId="LiveId" clId="{4EC0E639-4227-4CE2-84A7-60D0B400C4C1}" dt="2021-10-23T08:52:38.925" v="2570" actId="47"/>
        <pc:sldMkLst>
          <pc:docMk/>
          <pc:sldMk cId="2249414424" sldId="375"/>
        </pc:sldMkLst>
      </pc:sldChg>
      <pc:sldChg chg="del">
        <pc:chgData name="易 方遒" userId="7365ce1964fcc26b" providerId="LiveId" clId="{4EC0E639-4227-4CE2-84A7-60D0B400C4C1}" dt="2021-10-23T08:52:35.485" v="2563" actId="47"/>
        <pc:sldMkLst>
          <pc:docMk/>
          <pc:sldMk cId="3962910133" sldId="422"/>
        </pc:sldMkLst>
      </pc:sldChg>
      <pc:sldChg chg="addSp delSp modSp mod modNotesTx">
        <pc:chgData name="易 方遒" userId="7365ce1964fcc26b" providerId="LiveId" clId="{4EC0E639-4227-4CE2-84A7-60D0B400C4C1}" dt="2021-10-23T08:52:26.272" v="2561" actId="478"/>
        <pc:sldMkLst>
          <pc:docMk/>
          <pc:sldMk cId="3137162663" sldId="428"/>
        </pc:sldMkLst>
        <pc:spChg chg="del">
          <ac:chgData name="易 方遒" userId="7365ce1964fcc26b" providerId="LiveId" clId="{4EC0E639-4227-4CE2-84A7-60D0B400C4C1}" dt="2021-10-23T02:27:09.367" v="144" actId="478"/>
          <ac:spMkLst>
            <pc:docMk/>
            <pc:sldMk cId="3137162663" sldId="428"/>
            <ac:spMk id="2" creationId="{00000000-0000-0000-0000-000000000000}"/>
          </ac:spMkLst>
        </pc:spChg>
        <pc:spChg chg="del">
          <ac:chgData name="易 方遒" userId="7365ce1964fcc26b" providerId="LiveId" clId="{4EC0E639-4227-4CE2-84A7-60D0B400C4C1}" dt="2021-10-23T08:52:26.272" v="2561" actId="478"/>
          <ac:spMkLst>
            <pc:docMk/>
            <pc:sldMk cId="3137162663" sldId="428"/>
            <ac:spMk id="3" creationId="{00000000-0000-0000-0000-000000000000}"/>
          </ac:spMkLst>
        </pc:spChg>
        <pc:spChg chg="mod">
          <ac:chgData name="易 方遒" userId="7365ce1964fcc26b" providerId="LiveId" clId="{4EC0E639-4227-4CE2-84A7-60D0B400C4C1}" dt="2021-10-23T02:28:51.134" v="146" actId="108"/>
          <ac:spMkLst>
            <pc:docMk/>
            <pc:sldMk cId="3137162663" sldId="428"/>
            <ac:spMk id="4" creationId="{00000000-0000-0000-0000-000000000000}"/>
          </ac:spMkLst>
        </pc:spChg>
        <pc:spChg chg="add del mod">
          <ac:chgData name="易 方遒" userId="7365ce1964fcc26b" providerId="LiveId" clId="{4EC0E639-4227-4CE2-84A7-60D0B400C4C1}" dt="2021-10-23T02:27:12.552" v="145" actId="478"/>
          <ac:spMkLst>
            <pc:docMk/>
            <pc:sldMk cId="3137162663" sldId="428"/>
            <ac:spMk id="5" creationId="{B9C225AA-AD4E-4DBD-84EF-E2CFCA6E991E}"/>
          </ac:spMkLst>
        </pc:spChg>
        <pc:spChg chg="add mod">
          <ac:chgData name="易 方遒" userId="7365ce1964fcc26b" providerId="LiveId" clId="{4EC0E639-4227-4CE2-84A7-60D0B400C4C1}" dt="2021-10-23T02:42:25.300" v="260" actId="1036"/>
          <ac:spMkLst>
            <pc:docMk/>
            <pc:sldMk cId="3137162663" sldId="428"/>
            <ac:spMk id="12" creationId="{4F41FD66-81F1-4A40-A95F-BC197A6FF4BE}"/>
          </ac:spMkLst>
        </pc:spChg>
        <pc:spChg chg="add del mod">
          <ac:chgData name="易 方遒" userId="7365ce1964fcc26b" providerId="LiveId" clId="{4EC0E639-4227-4CE2-84A7-60D0B400C4C1}" dt="2021-10-23T02:43:59.186" v="290" actId="478"/>
          <ac:spMkLst>
            <pc:docMk/>
            <pc:sldMk cId="3137162663" sldId="428"/>
            <ac:spMk id="18" creationId="{62FB7EAB-19CD-48F1-9B45-8AD85989086A}"/>
          </ac:spMkLst>
        </pc:spChg>
        <pc:spChg chg="add mod">
          <ac:chgData name="易 方遒" userId="7365ce1964fcc26b" providerId="LiveId" clId="{4EC0E639-4227-4CE2-84A7-60D0B400C4C1}" dt="2021-10-23T02:46:10.743" v="401" actId="108"/>
          <ac:spMkLst>
            <pc:docMk/>
            <pc:sldMk cId="3137162663" sldId="428"/>
            <ac:spMk id="19" creationId="{726E99C8-EA70-48FA-A6C1-EB1583E4E1DA}"/>
          </ac:spMkLst>
        </pc:spChg>
        <pc:spChg chg="add mod">
          <ac:chgData name="易 方遒" userId="7365ce1964fcc26b" providerId="LiveId" clId="{4EC0E639-4227-4CE2-84A7-60D0B400C4C1}" dt="2021-10-23T02:47:27.548" v="492" actId="1036"/>
          <ac:spMkLst>
            <pc:docMk/>
            <pc:sldMk cId="3137162663" sldId="428"/>
            <ac:spMk id="20" creationId="{0F5C9658-1F86-4331-A8D3-FA25E8E0B0FE}"/>
          </ac:spMkLst>
        </pc:spChg>
        <pc:spChg chg="add mod">
          <ac:chgData name="易 方遒" userId="7365ce1964fcc26b" providerId="LiveId" clId="{4EC0E639-4227-4CE2-84A7-60D0B400C4C1}" dt="2021-10-23T02:47:29.990" v="507" actId="1035"/>
          <ac:spMkLst>
            <pc:docMk/>
            <pc:sldMk cId="3137162663" sldId="428"/>
            <ac:spMk id="21" creationId="{374B7953-69FD-4270-A451-48A61E6F5FA7}"/>
          </ac:spMkLst>
        </pc:spChg>
        <pc:picChg chg="add del mod">
          <ac:chgData name="易 方遒" userId="7365ce1964fcc26b" providerId="LiveId" clId="{4EC0E639-4227-4CE2-84A7-60D0B400C4C1}" dt="2021-10-23T02:40:01.524" v="222" actId="478"/>
          <ac:picMkLst>
            <pc:docMk/>
            <pc:sldMk cId="3137162663" sldId="428"/>
            <ac:picMk id="7" creationId="{36E1C041-7704-459A-B0FF-0B2C99918E62}"/>
          </ac:picMkLst>
        </pc:picChg>
        <pc:picChg chg="add mod">
          <ac:chgData name="易 方遒" userId="7365ce1964fcc26b" providerId="LiveId" clId="{4EC0E639-4227-4CE2-84A7-60D0B400C4C1}" dt="2021-10-23T02:42:25.300" v="260" actId="1036"/>
          <ac:picMkLst>
            <pc:docMk/>
            <pc:sldMk cId="3137162663" sldId="428"/>
            <ac:picMk id="9" creationId="{458A7C91-6A3C-44C3-B697-D096A15A7888}"/>
          </ac:picMkLst>
        </pc:picChg>
        <pc:picChg chg="add mod">
          <ac:chgData name="易 方遒" userId="7365ce1964fcc26b" providerId="LiveId" clId="{4EC0E639-4227-4CE2-84A7-60D0B400C4C1}" dt="2021-10-23T02:42:25.300" v="260" actId="1036"/>
          <ac:picMkLst>
            <pc:docMk/>
            <pc:sldMk cId="3137162663" sldId="428"/>
            <ac:picMk id="11" creationId="{4CD1C80A-1102-41C9-B01A-7F1A733D3785}"/>
          </ac:picMkLst>
        </pc:picChg>
        <pc:picChg chg="add mod">
          <ac:chgData name="易 方遒" userId="7365ce1964fcc26b" providerId="LiveId" clId="{4EC0E639-4227-4CE2-84A7-60D0B400C4C1}" dt="2021-10-23T02:47:27.548" v="492" actId="1036"/>
          <ac:picMkLst>
            <pc:docMk/>
            <pc:sldMk cId="3137162663" sldId="428"/>
            <ac:picMk id="14" creationId="{D67EE685-048D-4744-A686-511534F618F2}"/>
          </ac:picMkLst>
        </pc:picChg>
        <pc:cxnChg chg="add del mod">
          <ac:chgData name="易 方遒" userId="7365ce1964fcc26b" providerId="LiveId" clId="{4EC0E639-4227-4CE2-84A7-60D0B400C4C1}" dt="2021-10-23T02:43:59.186" v="290" actId="478"/>
          <ac:cxnSpMkLst>
            <pc:docMk/>
            <pc:sldMk cId="3137162663" sldId="428"/>
            <ac:cxnSpMk id="16" creationId="{D7410679-3165-477B-9475-831371C591DC}"/>
          </ac:cxnSpMkLst>
        </pc:cxnChg>
      </pc:sldChg>
      <pc:sldChg chg="del">
        <pc:chgData name="易 方遒" userId="7365ce1964fcc26b" providerId="LiveId" clId="{4EC0E639-4227-4CE2-84A7-60D0B400C4C1}" dt="2021-10-23T08:52:38.755" v="2567" actId="47"/>
        <pc:sldMkLst>
          <pc:docMk/>
          <pc:sldMk cId="3257729143" sldId="429"/>
        </pc:sldMkLst>
      </pc:sldChg>
      <pc:sldChg chg="del">
        <pc:chgData name="易 方遒" userId="7365ce1964fcc26b" providerId="LiveId" clId="{4EC0E639-4227-4CE2-84A7-60D0B400C4C1}" dt="2021-10-23T08:52:40.441" v="2583" actId="47"/>
        <pc:sldMkLst>
          <pc:docMk/>
          <pc:sldMk cId="1301343530" sldId="430"/>
        </pc:sldMkLst>
      </pc:sldChg>
      <pc:sldChg chg="del">
        <pc:chgData name="易 方遒" userId="7365ce1964fcc26b" providerId="LiveId" clId="{4EC0E639-4227-4CE2-84A7-60D0B400C4C1}" dt="2021-10-23T08:52:40.907" v="2594" actId="47"/>
        <pc:sldMkLst>
          <pc:docMk/>
          <pc:sldMk cId="3400916171" sldId="431"/>
        </pc:sldMkLst>
      </pc:sldChg>
      <pc:sldChg chg="del">
        <pc:chgData name="易 方遒" userId="7365ce1964fcc26b" providerId="LiveId" clId="{4EC0E639-4227-4CE2-84A7-60D0B400C4C1}" dt="2021-10-23T08:52:41.007" v="2597" actId="47"/>
        <pc:sldMkLst>
          <pc:docMk/>
          <pc:sldMk cId="4291182086" sldId="433"/>
        </pc:sldMkLst>
      </pc:sldChg>
      <pc:sldChg chg="del">
        <pc:chgData name="易 方遒" userId="7365ce1964fcc26b" providerId="LiveId" clId="{4EC0E639-4227-4CE2-84A7-60D0B400C4C1}" dt="2021-10-23T08:52:38.237" v="2566" actId="47"/>
        <pc:sldMkLst>
          <pc:docMk/>
          <pc:sldMk cId="2126914960" sldId="436"/>
        </pc:sldMkLst>
      </pc:sldChg>
      <pc:sldChg chg="del">
        <pc:chgData name="易 方遒" userId="7365ce1964fcc26b" providerId="LiveId" clId="{4EC0E639-4227-4CE2-84A7-60D0B400C4C1}" dt="2021-10-23T08:52:40.406" v="2582" actId="47"/>
        <pc:sldMkLst>
          <pc:docMk/>
          <pc:sldMk cId="2863791083" sldId="456"/>
        </pc:sldMkLst>
      </pc:sldChg>
      <pc:sldChg chg="del">
        <pc:chgData name="易 方遒" userId="7365ce1964fcc26b" providerId="LiveId" clId="{4EC0E639-4227-4CE2-84A7-60D0B400C4C1}" dt="2021-10-23T08:52:40.274" v="2578" actId="47"/>
        <pc:sldMkLst>
          <pc:docMk/>
          <pc:sldMk cId="3922856852" sldId="472"/>
        </pc:sldMkLst>
      </pc:sldChg>
      <pc:sldChg chg="del">
        <pc:chgData name="易 方遒" userId="7365ce1964fcc26b" providerId="LiveId" clId="{4EC0E639-4227-4CE2-84A7-60D0B400C4C1}" dt="2021-10-23T08:52:40.108" v="2574" actId="47"/>
        <pc:sldMkLst>
          <pc:docMk/>
          <pc:sldMk cId="2624228990" sldId="477"/>
        </pc:sldMkLst>
      </pc:sldChg>
      <pc:sldChg chg="del">
        <pc:chgData name="易 方遒" userId="7365ce1964fcc26b" providerId="LiveId" clId="{4EC0E639-4227-4CE2-84A7-60D0B400C4C1}" dt="2021-10-23T08:52:38.836" v="2569" actId="47"/>
        <pc:sldMkLst>
          <pc:docMk/>
          <pc:sldMk cId="4220510747" sldId="490"/>
        </pc:sldMkLst>
      </pc:sldChg>
      <pc:sldChg chg="del">
        <pc:chgData name="易 方遒" userId="7365ce1964fcc26b" providerId="LiveId" clId="{4EC0E639-4227-4CE2-84A7-60D0B400C4C1}" dt="2021-10-23T08:52:39.576" v="2572" actId="47"/>
        <pc:sldMkLst>
          <pc:docMk/>
          <pc:sldMk cId="2630303363" sldId="505"/>
        </pc:sldMkLst>
      </pc:sldChg>
      <pc:sldChg chg="del">
        <pc:chgData name="易 方遒" userId="7365ce1964fcc26b" providerId="LiveId" clId="{4EC0E639-4227-4CE2-84A7-60D0B400C4C1}" dt="2021-10-23T08:52:38.791" v="2568" actId="47"/>
        <pc:sldMkLst>
          <pc:docMk/>
          <pc:sldMk cId="2520453717" sldId="508"/>
        </pc:sldMkLst>
      </pc:sldChg>
      <pc:sldChg chg="del">
        <pc:chgData name="易 方遒" userId="7365ce1964fcc26b" providerId="LiveId" clId="{4EC0E639-4227-4CE2-84A7-60D0B400C4C1}" dt="2021-10-23T08:52:38.055" v="2565" actId="47"/>
        <pc:sldMkLst>
          <pc:docMk/>
          <pc:sldMk cId="266493322" sldId="510"/>
        </pc:sldMkLst>
      </pc:sldChg>
      <pc:sldChg chg="del">
        <pc:chgData name="易 方遒" userId="7365ce1964fcc26b" providerId="LiveId" clId="{4EC0E639-4227-4CE2-84A7-60D0B400C4C1}" dt="2021-10-23T08:52:36.689" v="2564" actId="47"/>
        <pc:sldMkLst>
          <pc:docMk/>
          <pc:sldMk cId="2101888928" sldId="511"/>
        </pc:sldMkLst>
      </pc:sldChg>
      <pc:sldChg chg="del">
        <pc:chgData name="易 方遒" userId="7365ce1964fcc26b" providerId="LiveId" clId="{4EC0E639-4227-4CE2-84A7-60D0B400C4C1}" dt="2021-10-23T08:52:40.241" v="2577" actId="47"/>
        <pc:sldMkLst>
          <pc:docMk/>
          <pc:sldMk cId="775513157" sldId="517"/>
        </pc:sldMkLst>
      </pc:sldChg>
      <pc:sldChg chg="del">
        <pc:chgData name="易 方遒" userId="7365ce1964fcc26b" providerId="LiveId" clId="{4EC0E639-4227-4CE2-84A7-60D0B400C4C1}" dt="2021-10-23T08:52:40.940" v="2595" actId="47"/>
        <pc:sldMkLst>
          <pc:docMk/>
          <pc:sldMk cId="2682421412" sldId="519"/>
        </pc:sldMkLst>
      </pc:sldChg>
      <pc:sldChg chg="del">
        <pc:chgData name="易 方遒" userId="7365ce1964fcc26b" providerId="LiveId" clId="{4EC0E639-4227-4CE2-84A7-60D0B400C4C1}" dt="2021-10-23T08:52:40.351" v="2580" actId="47"/>
        <pc:sldMkLst>
          <pc:docMk/>
          <pc:sldMk cId="4014311238" sldId="520"/>
        </pc:sldMkLst>
      </pc:sldChg>
      <pc:sldChg chg="del">
        <pc:chgData name="易 方遒" userId="7365ce1964fcc26b" providerId="LiveId" clId="{4EC0E639-4227-4CE2-84A7-60D0B400C4C1}" dt="2021-10-23T08:52:40.073" v="2573" actId="47"/>
        <pc:sldMkLst>
          <pc:docMk/>
          <pc:sldMk cId="4239417627" sldId="521"/>
        </pc:sldMkLst>
      </pc:sldChg>
      <pc:sldChg chg="del">
        <pc:chgData name="易 方遒" userId="7365ce1964fcc26b" providerId="LiveId" clId="{4EC0E639-4227-4CE2-84A7-60D0B400C4C1}" dt="2021-10-23T08:52:38.958" v="2571" actId="47"/>
        <pc:sldMkLst>
          <pc:docMk/>
          <pc:sldMk cId="3673953779" sldId="522"/>
        </pc:sldMkLst>
      </pc:sldChg>
      <pc:sldChg chg="del">
        <pc:chgData name="易 方遒" userId="7365ce1964fcc26b" providerId="LiveId" clId="{4EC0E639-4227-4CE2-84A7-60D0B400C4C1}" dt="2021-10-23T08:52:40.713" v="2588" actId="47"/>
        <pc:sldMkLst>
          <pc:docMk/>
          <pc:sldMk cId="623704827" sldId="523"/>
        </pc:sldMkLst>
      </pc:sldChg>
      <pc:sldChg chg="del">
        <pc:chgData name="易 方遒" userId="7365ce1964fcc26b" providerId="LiveId" clId="{4EC0E639-4227-4CE2-84A7-60D0B400C4C1}" dt="2021-10-23T08:52:40.741" v="2589" actId="47"/>
        <pc:sldMkLst>
          <pc:docMk/>
          <pc:sldMk cId="3483558799" sldId="524"/>
        </pc:sldMkLst>
      </pc:sldChg>
      <pc:sldChg chg="del">
        <pc:chgData name="易 方遒" userId="7365ce1964fcc26b" providerId="LiveId" clId="{4EC0E639-4227-4CE2-84A7-60D0B400C4C1}" dt="2021-10-23T08:52:41.159" v="2600" actId="47"/>
        <pc:sldMkLst>
          <pc:docMk/>
          <pc:sldMk cId="236185270" sldId="525"/>
        </pc:sldMkLst>
      </pc:sldChg>
      <pc:sldChg chg="del">
        <pc:chgData name="易 方遒" userId="7365ce1964fcc26b" providerId="LiveId" clId="{4EC0E639-4227-4CE2-84A7-60D0B400C4C1}" dt="2021-10-23T08:52:40.808" v="2591" actId="47"/>
        <pc:sldMkLst>
          <pc:docMk/>
          <pc:sldMk cId="1164616935" sldId="527"/>
        </pc:sldMkLst>
      </pc:sldChg>
      <pc:sldChg chg="del">
        <pc:chgData name="易 方遒" userId="7365ce1964fcc26b" providerId="LiveId" clId="{4EC0E639-4227-4CE2-84A7-60D0B400C4C1}" dt="2021-10-23T08:52:40.174" v="2575" actId="47"/>
        <pc:sldMkLst>
          <pc:docMk/>
          <pc:sldMk cId="2380668273" sldId="529"/>
        </pc:sldMkLst>
      </pc:sldChg>
      <pc:sldChg chg="del">
        <pc:chgData name="易 方遒" userId="7365ce1964fcc26b" providerId="LiveId" clId="{4EC0E639-4227-4CE2-84A7-60D0B400C4C1}" dt="2021-10-23T08:52:40.207" v="2576" actId="47"/>
        <pc:sldMkLst>
          <pc:docMk/>
          <pc:sldMk cId="794905753" sldId="530"/>
        </pc:sldMkLst>
      </pc:sldChg>
      <pc:sldChg chg="del">
        <pc:chgData name="易 方遒" userId="7365ce1964fcc26b" providerId="LiveId" clId="{4EC0E639-4227-4CE2-84A7-60D0B400C4C1}" dt="2021-10-23T08:52:40.308" v="2579" actId="47"/>
        <pc:sldMkLst>
          <pc:docMk/>
          <pc:sldMk cId="705377606" sldId="531"/>
        </pc:sldMkLst>
      </pc:sldChg>
      <pc:sldChg chg="del">
        <pc:chgData name="易 方遒" userId="7365ce1964fcc26b" providerId="LiveId" clId="{4EC0E639-4227-4CE2-84A7-60D0B400C4C1}" dt="2021-10-23T08:52:40.380" v="2581" actId="47"/>
        <pc:sldMkLst>
          <pc:docMk/>
          <pc:sldMk cId="3110850561" sldId="532"/>
        </pc:sldMkLst>
      </pc:sldChg>
      <pc:sldChg chg="del">
        <pc:chgData name="易 方遒" userId="7365ce1964fcc26b" providerId="LiveId" clId="{4EC0E639-4227-4CE2-84A7-60D0B400C4C1}" dt="2021-10-23T08:52:40.562" v="2586" actId="47"/>
        <pc:sldMkLst>
          <pc:docMk/>
          <pc:sldMk cId="2773731438" sldId="534"/>
        </pc:sldMkLst>
      </pc:sldChg>
      <pc:sldChg chg="del">
        <pc:chgData name="易 方遒" userId="7365ce1964fcc26b" providerId="LiveId" clId="{4EC0E639-4227-4CE2-84A7-60D0B400C4C1}" dt="2021-10-23T08:52:40.589" v="2587" actId="47"/>
        <pc:sldMkLst>
          <pc:docMk/>
          <pc:sldMk cId="2098828671" sldId="535"/>
        </pc:sldMkLst>
      </pc:sldChg>
      <pc:sldChg chg="del">
        <pc:chgData name="易 方遒" userId="7365ce1964fcc26b" providerId="LiveId" clId="{4EC0E639-4227-4CE2-84A7-60D0B400C4C1}" dt="2021-10-23T08:52:40.873" v="2593" actId="47"/>
        <pc:sldMkLst>
          <pc:docMk/>
          <pc:sldMk cId="712319546" sldId="536"/>
        </pc:sldMkLst>
      </pc:sldChg>
      <pc:sldChg chg="del">
        <pc:chgData name="易 方遒" userId="7365ce1964fcc26b" providerId="LiveId" clId="{4EC0E639-4227-4CE2-84A7-60D0B400C4C1}" dt="2021-10-23T08:52:40.973" v="2596" actId="47"/>
        <pc:sldMkLst>
          <pc:docMk/>
          <pc:sldMk cId="1777566097" sldId="537"/>
        </pc:sldMkLst>
      </pc:sldChg>
      <pc:sldChg chg="del">
        <pc:chgData name="易 方遒" userId="7365ce1964fcc26b" providerId="LiveId" clId="{4EC0E639-4227-4CE2-84A7-60D0B400C4C1}" dt="2021-10-23T08:52:40.474" v="2584" actId="47"/>
        <pc:sldMkLst>
          <pc:docMk/>
          <pc:sldMk cId="3798274904" sldId="538"/>
        </pc:sldMkLst>
      </pc:sldChg>
      <pc:sldChg chg="del">
        <pc:chgData name="易 方遒" userId="7365ce1964fcc26b" providerId="LiveId" clId="{4EC0E639-4227-4CE2-84A7-60D0B400C4C1}" dt="2021-10-23T08:52:40.508" v="2585" actId="47"/>
        <pc:sldMkLst>
          <pc:docMk/>
          <pc:sldMk cId="2010713898" sldId="539"/>
        </pc:sldMkLst>
      </pc:sldChg>
      <pc:sldChg chg="del">
        <pc:chgData name="易 方遒" userId="7365ce1964fcc26b" providerId="LiveId" clId="{4EC0E639-4227-4CE2-84A7-60D0B400C4C1}" dt="2021-10-23T08:52:40.771" v="2590" actId="47"/>
        <pc:sldMkLst>
          <pc:docMk/>
          <pc:sldMk cId="1868946896" sldId="540"/>
        </pc:sldMkLst>
      </pc:sldChg>
      <pc:sldChg chg="del">
        <pc:chgData name="易 方遒" userId="7365ce1964fcc26b" providerId="LiveId" clId="{4EC0E639-4227-4CE2-84A7-60D0B400C4C1}" dt="2021-10-23T08:52:40.851" v="2592" actId="47"/>
        <pc:sldMkLst>
          <pc:docMk/>
          <pc:sldMk cId="2656445046" sldId="541"/>
        </pc:sldMkLst>
      </pc:sldChg>
      <pc:sldChg chg="addSp delSp modSp add mod modNotesTx">
        <pc:chgData name="易 方遒" userId="7365ce1964fcc26b" providerId="LiveId" clId="{4EC0E639-4227-4CE2-84A7-60D0B400C4C1}" dt="2021-10-23T09:00:43.396" v="2681" actId="20577"/>
        <pc:sldMkLst>
          <pc:docMk/>
          <pc:sldMk cId="2335339278" sldId="542"/>
        </pc:sldMkLst>
        <pc:spChg chg="del">
          <ac:chgData name="易 方遒" userId="7365ce1964fcc26b" providerId="LiveId" clId="{4EC0E639-4227-4CE2-84A7-60D0B400C4C1}" dt="2021-10-23T08:52:24.130" v="2560" actId="478"/>
          <ac:spMkLst>
            <pc:docMk/>
            <pc:sldMk cId="2335339278" sldId="542"/>
            <ac:spMk id="3" creationId="{00000000-0000-0000-0000-000000000000}"/>
          </ac:spMkLst>
        </pc:spChg>
        <pc:spChg chg="mod">
          <ac:chgData name="易 方遒" userId="7365ce1964fcc26b" providerId="LiveId" clId="{4EC0E639-4227-4CE2-84A7-60D0B400C4C1}" dt="2021-10-23T02:56:46.779" v="745" actId="20577"/>
          <ac:spMkLst>
            <pc:docMk/>
            <pc:sldMk cId="2335339278" sldId="542"/>
            <ac:spMk id="4" creationId="{00000000-0000-0000-0000-000000000000}"/>
          </ac:spMkLst>
        </pc:spChg>
        <pc:spChg chg="add del ord">
          <ac:chgData name="易 方遒" userId="7365ce1964fcc26b" providerId="LiveId" clId="{4EC0E639-4227-4CE2-84A7-60D0B400C4C1}" dt="2021-10-23T03:14:47.905" v="1040" actId="478"/>
          <ac:spMkLst>
            <pc:docMk/>
            <pc:sldMk cId="2335339278" sldId="542"/>
            <ac:spMk id="5" creationId="{FAD4F149-CB29-4FF1-A83B-844C5484D8C5}"/>
          </ac:spMkLst>
        </pc:spChg>
        <pc:spChg chg="del">
          <ac:chgData name="易 方遒" userId="7365ce1964fcc26b" providerId="LiveId" clId="{4EC0E639-4227-4CE2-84A7-60D0B400C4C1}" dt="2021-10-23T02:57:30.388" v="811" actId="478"/>
          <ac:spMkLst>
            <pc:docMk/>
            <pc:sldMk cId="2335339278" sldId="542"/>
            <ac:spMk id="12" creationId="{4F41FD66-81F1-4A40-A95F-BC197A6FF4BE}"/>
          </ac:spMkLst>
        </pc:spChg>
        <pc:spChg chg="add mod">
          <ac:chgData name="易 方遒" userId="7365ce1964fcc26b" providerId="LiveId" clId="{4EC0E639-4227-4CE2-84A7-60D0B400C4C1}" dt="2021-10-23T03:15:05.526" v="1042" actId="14100"/>
          <ac:spMkLst>
            <pc:docMk/>
            <pc:sldMk cId="2335339278" sldId="542"/>
            <ac:spMk id="13" creationId="{4ECD522B-9FD0-4F01-BE4E-274408EEE089}"/>
          </ac:spMkLst>
        </pc:spChg>
        <pc:spChg chg="del mod">
          <ac:chgData name="易 方遒" userId="7365ce1964fcc26b" providerId="LiveId" clId="{4EC0E639-4227-4CE2-84A7-60D0B400C4C1}" dt="2021-10-23T03:15:11.116" v="1044" actId="478"/>
          <ac:spMkLst>
            <pc:docMk/>
            <pc:sldMk cId="2335339278" sldId="542"/>
            <ac:spMk id="19" creationId="{726E99C8-EA70-48FA-A6C1-EB1583E4E1DA}"/>
          </ac:spMkLst>
        </pc:spChg>
        <pc:spChg chg="del">
          <ac:chgData name="易 方遒" userId="7365ce1964fcc26b" providerId="LiveId" clId="{4EC0E639-4227-4CE2-84A7-60D0B400C4C1}" dt="2021-10-23T02:57:30.388" v="811" actId="478"/>
          <ac:spMkLst>
            <pc:docMk/>
            <pc:sldMk cId="2335339278" sldId="542"/>
            <ac:spMk id="20" creationId="{0F5C9658-1F86-4331-A8D3-FA25E8E0B0FE}"/>
          </ac:spMkLst>
        </pc:spChg>
        <pc:spChg chg="del">
          <ac:chgData name="易 方遒" userId="7365ce1964fcc26b" providerId="LiveId" clId="{4EC0E639-4227-4CE2-84A7-60D0B400C4C1}" dt="2021-10-23T02:57:30.388" v="811" actId="478"/>
          <ac:spMkLst>
            <pc:docMk/>
            <pc:sldMk cId="2335339278" sldId="542"/>
            <ac:spMk id="21" creationId="{374B7953-69FD-4270-A451-48A61E6F5FA7}"/>
          </ac:spMkLst>
        </pc:spChg>
        <pc:picChg chg="del">
          <ac:chgData name="易 方遒" userId="7365ce1964fcc26b" providerId="LiveId" clId="{4EC0E639-4227-4CE2-84A7-60D0B400C4C1}" dt="2021-10-23T02:57:30.388" v="811" actId="478"/>
          <ac:picMkLst>
            <pc:docMk/>
            <pc:sldMk cId="2335339278" sldId="542"/>
            <ac:picMk id="9" creationId="{458A7C91-6A3C-44C3-B697-D096A15A7888}"/>
          </ac:picMkLst>
        </pc:picChg>
        <pc:picChg chg="del">
          <ac:chgData name="易 方遒" userId="7365ce1964fcc26b" providerId="LiveId" clId="{4EC0E639-4227-4CE2-84A7-60D0B400C4C1}" dt="2021-10-23T02:57:30.388" v="811" actId="478"/>
          <ac:picMkLst>
            <pc:docMk/>
            <pc:sldMk cId="2335339278" sldId="542"/>
            <ac:picMk id="11" creationId="{4CD1C80A-1102-41C9-B01A-7F1A733D3785}"/>
          </ac:picMkLst>
        </pc:picChg>
        <pc:picChg chg="del">
          <ac:chgData name="易 方遒" userId="7365ce1964fcc26b" providerId="LiveId" clId="{4EC0E639-4227-4CE2-84A7-60D0B400C4C1}" dt="2021-10-23T02:57:30.388" v="811" actId="478"/>
          <ac:picMkLst>
            <pc:docMk/>
            <pc:sldMk cId="2335339278" sldId="542"/>
            <ac:picMk id="14" creationId="{D67EE685-048D-4744-A686-511534F618F2}"/>
          </ac:picMkLst>
        </pc:picChg>
      </pc:sldChg>
      <pc:sldChg chg="add del">
        <pc:chgData name="易 方遒" userId="7365ce1964fcc26b" providerId="LiveId" clId="{4EC0E639-4227-4CE2-84A7-60D0B400C4C1}" dt="2021-10-23T03:14:42.161" v="1035"/>
        <pc:sldMkLst>
          <pc:docMk/>
          <pc:sldMk cId="3654651468" sldId="543"/>
        </pc:sldMkLst>
      </pc:sldChg>
      <pc:sldChg chg="addSp delSp modSp add mod modNotesTx">
        <pc:chgData name="易 方遒" userId="7365ce1964fcc26b" providerId="LiveId" clId="{4EC0E639-4227-4CE2-84A7-60D0B400C4C1}" dt="2021-10-23T09:00:55.764" v="2697" actId="20577"/>
        <pc:sldMkLst>
          <pc:docMk/>
          <pc:sldMk cId="3876669785" sldId="543"/>
        </pc:sldMkLst>
        <pc:spChg chg="add mod">
          <ac:chgData name="易 方遒" userId="7365ce1964fcc26b" providerId="LiveId" clId="{4EC0E639-4227-4CE2-84A7-60D0B400C4C1}" dt="2021-10-23T03:38:36.684" v="1609" actId="1038"/>
          <ac:spMkLst>
            <pc:docMk/>
            <pc:sldMk cId="3876669785" sldId="543"/>
            <ac:spMk id="2" creationId="{3B628E0D-D785-4112-A3E0-A3F99E937551}"/>
          </ac:spMkLst>
        </pc:spChg>
        <pc:spChg chg="del">
          <ac:chgData name="易 方遒" userId="7365ce1964fcc26b" providerId="LiveId" clId="{4EC0E639-4227-4CE2-84A7-60D0B400C4C1}" dt="2021-10-23T08:52:22.017" v="2559" actId="478"/>
          <ac:spMkLst>
            <pc:docMk/>
            <pc:sldMk cId="3876669785" sldId="543"/>
            <ac:spMk id="3" creationId="{00000000-0000-0000-0000-000000000000}"/>
          </ac:spMkLst>
        </pc:spChg>
        <pc:spChg chg="del">
          <ac:chgData name="易 方遒" userId="7365ce1964fcc26b" providerId="LiveId" clId="{4EC0E639-4227-4CE2-84A7-60D0B400C4C1}" dt="2021-10-23T03:15:37.837" v="1045" actId="478"/>
          <ac:spMkLst>
            <pc:docMk/>
            <pc:sldMk cId="3876669785" sldId="543"/>
            <ac:spMk id="5" creationId="{FAD4F149-CB29-4FF1-A83B-844C5484D8C5}"/>
          </ac:spMkLst>
        </pc:spChg>
        <pc:spChg chg="add mod">
          <ac:chgData name="易 方遒" userId="7365ce1964fcc26b" providerId="LiveId" clId="{4EC0E639-4227-4CE2-84A7-60D0B400C4C1}" dt="2021-10-23T03:38:28.331" v="1596" actId="1037"/>
          <ac:spMkLst>
            <pc:docMk/>
            <pc:sldMk cId="3876669785" sldId="543"/>
            <ac:spMk id="9" creationId="{D64817E4-3E2E-45B5-BDA1-84282AECD4C8}"/>
          </ac:spMkLst>
        </pc:spChg>
        <pc:spChg chg="add mod">
          <ac:chgData name="易 方遒" userId="7365ce1964fcc26b" providerId="LiveId" clId="{4EC0E639-4227-4CE2-84A7-60D0B400C4C1}" dt="2021-10-23T03:38:44.423" v="1617" actId="1038"/>
          <ac:spMkLst>
            <pc:docMk/>
            <pc:sldMk cId="3876669785" sldId="543"/>
            <ac:spMk id="10" creationId="{4789B59F-21B3-4D37-ADAA-1F9D76BDB3EF}"/>
          </ac:spMkLst>
        </pc:spChg>
        <pc:spChg chg="add mod">
          <ac:chgData name="易 方遒" userId="7365ce1964fcc26b" providerId="LiveId" clId="{4EC0E639-4227-4CE2-84A7-60D0B400C4C1}" dt="2021-10-23T03:38:28.331" v="1596" actId="1037"/>
          <ac:spMkLst>
            <pc:docMk/>
            <pc:sldMk cId="3876669785" sldId="543"/>
            <ac:spMk id="11" creationId="{71F04D87-916E-4E58-B153-25F30F802D3B}"/>
          </ac:spMkLst>
        </pc:spChg>
        <pc:spChg chg="add mod">
          <ac:chgData name="易 方遒" userId="7365ce1964fcc26b" providerId="LiveId" clId="{4EC0E639-4227-4CE2-84A7-60D0B400C4C1}" dt="2021-10-23T03:38:36.684" v="1609" actId="1038"/>
          <ac:spMkLst>
            <pc:docMk/>
            <pc:sldMk cId="3876669785" sldId="543"/>
            <ac:spMk id="12" creationId="{B1FB0806-E684-4FEB-844D-6776F2310523}"/>
          </ac:spMkLst>
        </pc:spChg>
        <pc:spChg chg="del">
          <ac:chgData name="易 方遒" userId="7365ce1964fcc26b" providerId="LiveId" clId="{4EC0E639-4227-4CE2-84A7-60D0B400C4C1}" dt="2021-10-23T03:15:39.468" v="1046" actId="478"/>
          <ac:spMkLst>
            <pc:docMk/>
            <pc:sldMk cId="3876669785" sldId="543"/>
            <ac:spMk id="13" creationId="{4ECD522B-9FD0-4F01-BE4E-274408EEE089}"/>
          </ac:spMkLst>
        </pc:spChg>
        <pc:spChg chg="add mod">
          <ac:chgData name="易 方遒" userId="7365ce1964fcc26b" providerId="LiveId" clId="{4EC0E639-4227-4CE2-84A7-60D0B400C4C1}" dt="2021-10-23T03:38:44.423" v="1617" actId="1038"/>
          <ac:spMkLst>
            <pc:docMk/>
            <pc:sldMk cId="3876669785" sldId="543"/>
            <ac:spMk id="14" creationId="{5FF57F8F-1E8A-4142-81AF-038D57C92C15}"/>
          </ac:spMkLst>
        </pc:spChg>
        <pc:spChg chg="add mod">
          <ac:chgData name="易 方遒" userId="7365ce1964fcc26b" providerId="LiveId" clId="{4EC0E639-4227-4CE2-84A7-60D0B400C4C1}" dt="2021-10-23T03:38:28.331" v="1596" actId="1037"/>
          <ac:spMkLst>
            <pc:docMk/>
            <pc:sldMk cId="3876669785" sldId="543"/>
            <ac:spMk id="15" creationId="{3B3D3504-CF92-4FD4-A156-2DC39CC0274B}"/>
          </ac:spMkLst>
        </pc:spChg>
        <pc:spChg chg="add mod">
          <ac:chgData name="易 方遒" userId="7365ce1964fcc26b" providerId="LiveId" clId="{4EC0E639-4227-4CE2-84A7-60D0B400C4C1}" dt="2021-10-23T03:38:36.684" v="1609" actId="1038"/>
          <ac:spMkLst>
            <pc:docMk/>
            <pc:sldMk cId="3876669785" sldId="543"/>
            <ac:spMk id="16" creationId="{A2EA6E14-E379-40AC-B37F-4AC1F005DA21}"/>
          </ac:spMkLst>
        </pc:spChg>
        <pc:spChg chg="add mod">
          <ac:chgData name="易 方遒" userId="7365ce1964fcc26b" providerId="LiveId" clId="{4EC0E639-4227-4CE2-84A7-60D0B400C4C1}" dt="2021-10-23T03:39:21.576" v="1672" actId="20577"/>
          <ac:spMkLst>
            <pc:docMk/>
            <pc:sldMk cId="3876669785" sldId="543"/>
            <ac:spMk id="17" creationId="{7C2B651C-56CD-4931-8CB1-531D65051DFB}"/>
          </ac:spMkLst>
        </pc:spChg>
        <pc:spChg chg="mod">
          <ac:chgData name="易 方遒" userId="7365ce1964fcc26b" providerId="LiveId" clId="{4EC0E639-4227-4CE2-84A7-60D0B400C4C1}" dt="2021-10-23T03:37:48.716" v="1582" actId="21"/>
          <ac:spMkLst>
            <pc:docMk/>
            <pc:sldMk cId="3876669785" sldId="543"/>
            <ac:spMk id="19" creationId="{726E99C8-EA70-48FA-A6C1-EB1583E4E1DA}"/>
          </ac:spMkLst>
        </pc:spChg>
      </pc:sldChg>
      <pc:sldChg chg="addSp delSp modSp add mod modAnim modNotesTx">
        <pc:chgData name="易 方遒" userId="7365ce1964fcc26b" providerId="LiveId" clId="{4EC0E639-4227-4CE2-84A7-60D0B400C4C1}" dt="2021-10-23T08:52:19.343" v="2558" actId="478"/>
        <pc:sldMkLst>
          <pc:docMk/>
          <pc:sldMk cId="3667346829" sldId="544"/>
        </pc:sldMkLst>
        <pc:spChg chg="del">
          <ac:chgData name="易 方遒" userId="7365ce1964fcc26b" providerId="LiveId" clId="{4EC0E639-4227-4CE2-84A7-60D0B400C4C1}" dt="2021-10-23T08:03:59.289" v="1728" actId="478"/>
          <ac:spMkLst>
            <pc:docMk/>
            <pc:sldMk cId="3667346829" sldId="544"/>
            <ac:spMk id="2" creationId="{3B628E0D-D785-4112-A3E0-A3F99E937551}"/>
          </ac:spMkLst>
        </pc:spChg>
        <pc:spChg chg="del">
          <ac:chgData name="易 方遒" userId="7365ce1964fcc26b" providerId="LiveId" clId="{4EC0E639-4227-4CE2-84A7-60D0B400C4C1}" dt="2021-10-23T08:52:19.343" v="2558" actId="478"/>
          <ac:spMkLst>
            <pc:docMk/>
            <pc:sldMk cId="3667346829" sldId="544"/>
            <ac:spMk id="3" creationId="{00000000-0000-0000-0000-000000000000}"/>
          </ac:spMkLst>
        </pc:spChg>
        <pc:spChg chg="mod">
          <ac:chgData name="易 方遒" userId="7365ce1964fcc26b" providerId="LiveId" clId="{4EC0E639-4227-4CE2-84A7-60D0B400C4C1}" dt="2021-10-23T07:59:42.670" v="1727" actId="20577"/>
          <ac:spMkLst>
            <pc:docMk/>
            <pc:sldMk cId="3667346829" sldId="544"/>
            <ac:spMk id="4" creationId="{00000000-0000-0000-0000-000000000000}"/>
          </ac:spMkLst>
        </pc:spChg>
        <pc:spChg chg="del">
          <ac:chgData name="易 方遒" userId="7365ce1964fcc26b" providerId="LiveId" clId="{4EC0E639-4227-4CE2-84A7-60D0B400C4C1}" dt="2021-10-23T08:03:59.289" v="1728" actId="478"/>
          <ac:spMkLst>
            <pc:docMk/>
            <pc:sldMk cId="3667346829" sldId="544"/>
            <ac:spMk id="9" creationId="{D64817E4-3E2E-45B5-BDA1-84282AECD4C8}"/>
          </ac:spMkLst>
        </pc:spChg>
        <pc:spChg chg="del">
          <ac:chgData name="易 方遒" userId="7365ce1964fcc26b" providerId="LiveId" clId="{4EC0E639-4227-4CE2-84A7-60D0B400C4C1}" dt="2021-10-23T08:03:59.289" v="1728" actId="478"/>
          <ac:spMkLst>
            <pc:docMk/>
            <pc:sldMk cId="3667346829" sldId="544"/>
            <ac:spMk id="10" creationId="{4789B59F-21B3-4D37-ADAA-1F9D76BDB3EF}"/>
          </ac:spMkLst>
        </pc:spChg>
        <pc:spChg chg="del">
          <ac:chgData name="易 方遒" userId="7365ce1964fcc26b" providerId="LiveId" clId="{4EC0E639-4227-4CE2-84A7-60D0B400C4C1}" dt="2021-10-23T08:03:59.289" v="1728" actId="478"/>
          <ac:spMkLst>
            <pc:docMk/>
            <pc:sldMk cId="3667346829" sldId="544"/>
            <ac:spMk id="11" creationId="{71F04D87-916E-4E58-B153-25F30F802D3B}"/>
          </ac:spMkLst>
        </pc:spChg>
        <pc:spChg chg="del">
          <ac:chgData name="易 方遒" userId="7365ce1964fcc26b" providerId="LiveId" clId="{4EC0E639-4227-4CE2-84A7-60D0B400C4C1}" dt="2021-10-23T08:03:59.289" v="1728" actId="478"/>
          <ac:spMkLst>
            <pc:docMk/>
            <pc:sldMk cId="3667346829" sldId="544"/>
            <ac:spMk id="12" creationId="{B1FB0806-E684-4FEB-844D-6776F2310523}"/>
          </ac:spMkLst>
        </pc:spChg>
        <pc:spChg chg="del">
          <ac:chgData name="易 方遒" userId="7365ce1964fcc26b" providerId="LiveId" clId="{4EC0E639-4227-4CE2-84A7-60D0B400C4C1}" dt="2021-10-23T08:03:59.289" v="1728" actId="478"/>
          <ac:spMkLst>
            <pc:docMk/>
            <pc:sldMk cId="3667346829" sldId="544"/>
            <ac:spMk id="14" creationId="{5FF57F8F-1E8A-4142-81AF-038D57C92C15}"/>
          </ac:spMkLst>
        </pc:spChg>
        <pc:spChg chg="del">
          <ac:chgData name="易 方遒" userId="7365ce1964fcc26b" providerId="LiveId" clId="{4EC0E639-4227-4CE2-84A7-60D0B400C4C1}" dt="2021-10-23T08:03:59.289" v="1728" actId="478"/>
          <ac:spMkLst>
            <pc:docMk/>
            <pc:sldMk cId="3667346829" sldId="544"/>
            <ac:spMk id="15" creationId="{3B3D3504-CF92-4FD4-A156-2DC39CC0274B}"/>
          </ac:spMkLst>
        </pc:spChg>
        <pc:spChg chg="del">
          <ac:chgData name="易 方遒" userId="7365ce1964fcc26b" providerId="LiveId" clId="{4EC0E639-4227-4CE2-84A7-60D0B400C4C1}" dt="2021-10-23T08:03:59.289" v="1728" actId="478"/>
          <ac:spMkLst>
            <pc:docMk/>
            <pc:sldMk cId="3667346829" sldId="544"/>
            <ac:spMk id="16" creationId="{A2EA6E14-E379-40AC-B37F-4AC1F005DA21}"/>
          </ac:spMkLst>
        </pc:spChg>
        <pc:spChg chg="del">
          <ac:chgData name="易 方遒" userId="7365ce1964fcc26b" providerId="LiveId" clId="{4EC0E639-4227-4CE2-84A7-60D0B400C4C1}" dt="2021-10-23T08:03:59.289" v="1728" actId="478"/>
          <ac:spMkLst>
            <pc:docMk/>
            <pc:sldMk cId="3667346829" sldId="544"/>
            <ac:spMk id="17" creationId="{7C2B651C-56CD-4931-8CB1-531D65051DFB}"/>
          </ac:spMkLst>
        </pc:spChg>
        <pc:spChg chg="add del mod">
          <ac:chgData name="易 方遒" userId="7365ce1964fcc26b" providerId="LiveId" clId="{4EC0E639-4227-4CE2-84A7-60D0B400C4C1}" dt="2021-10-23T08:04:40.617" v="1732"/>
          <ac:spMkLst>
            <pc:docMk/>
            <pc:sldMk cId="3667346829" sldId="544"/>
            <ac:spMk id="18" creationId="{D1CBCC04-1F59-4584-80B4-7E2C546E355A}"/>
          </ac:spMkLst>
        </pc:spChg>
        <pc:spChg chg="del">
          <ac:chgData name="易 方遒" userId="7365ce1964fcc26b" providerId="LiveId" clId="{4EC0E639-4227-4CE2-84A7-60D0B400C4C1}" dt="2021-10-23T08:03:59.289" v="1728" actId="478"/>
          <ac:spMkLst>
            <pc:docMk/>
            <pc:sldMk cId="3667346829" sldId="544"/>
            <ac:spMk id="19" creationId="{726E99C8-EA70-48FA-A6C1-EB1583E4E1DA}"/>
          </ac:spMkLst>
        </pc:spChg>
        <pc:spChg chg="add del mod">
          <ac:chgData name="易 方遒" userId="7365ce1964fcc26b" providerId="LiveId" clId="{4EC0E639-4227-4CE2-84A7-60D0B400C4C1}" dt="2021-10-23T08:04:40.617" v="1732"/>
          <ac:spMkLst>
            <pc:docMk/>
            <pc:sldMk cId="3667346829" sldId="544"/>
            <ac:spMk id="20" creationId="{A7EF009E-9ECD-4AA2-A3A0-FE251AB1C3C2}"/>
          </ac:spMkLst>
        </pc:spChg>
        <pc:spChg chg="add del mod">
          <ac:chgData name="易 方遒" userId="7365ce1964fcc26b" providerId="LiveId" clId="{4EC0E639-4227-4CE2-84A7-60D0B400C4C1}" dt="2021-10-23T08:04:40.617" v="1732"/>
          <ac:spMkLst>
            <pc:docMk/>
            <pc:sldMk cId="3667346829" sldId="544"/>
            <ac:spMk id="23" creationId="{D1ACE76A-3D4C-455F-840D-8038C0850ECE}"/>
          </ac:spMkLst>
        </pc:spChg>
        <pc:spChg chg="add del mod">
          <ac:chgData name="易 方遒" userId="7365ce1964fcc26b" providerId="LiveId" clId="{4EC0E639-4227-4CE2-84A7-60D0B400C4C1}" dt="2021-10-23T08:04:40.617" v="1732"/>
          <ac:spMkLst>
            <pc:docMk/>
            <pc:sldMk cId="3667346829" sldId="544"/>
            <ac:spMk id="25" creationId="{DA69DF55-615A-4FBD-B8AC-7AABD977DE2A}"/>
          </ac:spMkLst>
        </pc:spChg>
        <pc:spChg chg="add del mod">
          <ac:chgData name="易 方遒" userId="7365ce1964fcc26b" providerId="LiveId" clId="{4EC0E639-4227-4CE2-84A7-60D0B400C4C1}" dt="2021-10-23T08:04:40.617" v="1732"/>
          <ac:spMkLst>
            <pc:docMk/>
            <pc:sldMk cId="3667346829" sldId="544"/>
            <ac:spMk id="26" creationId="{A2CA0FAB-91A7-4944-BC35-18BEB0758A7D}"/>
          </ac:spMkLst>
        </pc:spChg>
        <pc:spChg chg="add del mod">
          <ac:chgData name="易 方遒" userId="7365ce1964fcc26b" providerId="LiveId" clId="{4EC0E639-4227-4CE2-84A7-60D0B400C4C1}" dt="2021-10-23T08:04:40.617" v="1732"/>
          <ac:spMkLst>
            <pc:docMk/>
            <pc:sldMk cId="3667346829" sldId="544"/>
            <ac:spMk id="33" creationId="{CBC8C4DA-33AB-411E-B93A-2F3780D16DBE}"/>
          </ac:spMkLst>
        </pc:spChg>
        <pc:spChg chg="add del mod">
          <ac:chgData name="易 方遒" userId="7365ce1964fcc26b" providerId="LiveId" clId="{4EC0E639-4227-4CE2-84A7-60D0B400C4C1}" dt="2021-10-23T08:04:40.617" v="1732"/>
          <ac:spMkLst>
            <pc:docMk/>
            <pc:sldMk cId="3667346829" sldId="544"/>
            <ac:spMk id="39" creationId="{3BAC7E3B-687B-4223-AEB9-6FC919F903BF}"/>
          </ac:spMkLst>
        </pc:spChg>
        <pc:spChg chg="add del mod">
          <ac:chgData name="易 方遒" userId="7365ce1964fcc26b" providerId="LiveId" clId="{4EC0E639-4227-4CE2-84A7-60D0B400C4C1}" dt="2021-10-23T08:04:40.617" v="1732"/>
          <ac:spMkLst>
            <pc:docMk/>
            <pc:sldMk cId="3667346829" sldId="544"/>
            <ac:spMk id="40" creationId="{35CE2CC6-EC1A-4BAE-848D-D347ED18347E}"/>
          </ac:spMkLst>
        </pc:spChg>
        <pc:spChg chg="add del mod">
          <ac:chgData name="易 方遒" userId="7365ce1964fcc26b" providerId="LiveId" clId="{4EC0E639-4227-4CE2-84A7-60D0B400C4C1}" dt="2021-10-23T08:04:40.617" v="1732"/>
          <ac:spMkLst>
            <pc:docMk/>
            <pc:sldMk cId="3667346829" sldId="544"/>
            <ac:spMk id="41" creationId="{F6D25778-67BF-483F-A299-AB73741DB0A3}"/>
          </ac:spMkLst>
        </pc:spChg>
        <pc:spChg chg="add del mod">
          <ac:chgData name="易 方遒" userId="7365ce1964fcc26b" providerId="LiveId" clId="{4EC0E639-4227-4CE2-84A7-60D0B400C4C1}" dt="2021-10-23T08:04:40.617" v="1732"/>
          <ac:spMkLst>
            <pc:docMk/>
            <pc:sldMk cId="3667346829" sldId="544"/>
            <ac:spMk id="42" creationId="{B788421D-C8BF-4B65-BD5F-EFE5ECE7CDC3}"/>
          </ac:spMkLst>
        </pc:spChg>
        <pc:spChg chg="add del mod">
          <ac:chgData name="易 方遒" userId="7365ce1964fcc26b" providerId="LiveId" clId="{4EC0E639-4227-4CE2-84A7-60D0B400C4C1}" dt="2021-10-23T08:04:40.617" v="1732"/>
          <ac:spMkLst>
            <pc:docMk/>
            <pc:sldMk cId="3667346829" sldId="544"/>
            <ac:spMk id="43" creationId="{48412BA0-B15D-463A-BB95-E6E218B53AAA}"/>
          </ac:spMkLst>
        </pc:spChg>
        <pc:spChg chg="add del mod">
          <ac:chgData name="易 方遒" userId="7365ce1964fcc26b" providerId="LiveId" clId="{4EC0E639-4227-4CE2-84A7-60D0B400C4C1}" dt="2021-10-23T08:04:40.617" v="1732"/>
          <ac:spMkLst>
            <pc:docMk/>
            <pc:sldMk cId="3667346829" sldId="544"/>
            <ac:spMk id="44" creationId="{77680ED4-8AC1-406A-BF45-45F43B7BCF46}"/>
          </ac:spMkLst>
        </pc:spChg>
        <pc:spChg chg="add del mod">
          <ac:chgData name="易 方遒" userId="7365ce1964fcc26b" providerId="LiveId" clId="{4EC0E639-4227-4CE2-84A7-60D0B400C4C1}" dt="2021-10-23T08:04:40.617" v="1732"/>
          <ac:spMkLst>
            <pc:docMk/>
            <pc:sldMk cId="3667346829" sldId="544"/>
            <ac:spMk id="45" creationId="{6BEE79C3-1ED6-42D1-B82B-66FE55656095}"/>
          </ac:spMkLst>
        </pc:spChg>
        <pc:spChg chg="add del mod">
          <ac:chgData name="易 方遒" userId="7365ce1964fcc26b" providerId="LiveId" clId="{4EC0E639-4227-4CE2-84A7-60D0B400C4C1}" dt="2021-10-23T08:04:40.617" v="1732"/>
          <ac:spMkLst>
            <pc:docMk/>
            <pc:sldMk cId="3667346829" sldId="544"/>
            <ac:spMk id="46" creationId="{602DCAB4-2F43-4EE2-8BF4-14058A633E95}"/>
          </ac:spMkLst>
        </pc:spChg>
        <pc:spChg chg="add del mod">
          <ac:chgData name="易 方遒" userId="7365ce1964fcc26b" providerId="LiveId" clId="{4EC0E639-4227-4CE2-84A7-60D0B400C4C1}" dt="2021-10-23T08:04:40.617" v="1732"/>
          <ac:spMkLst>
            <pc:docMk/>
            <pc:sldMk cId="3667346829" sldId="544"/>
            <ac:spMk id="47" creationId="{EDDB92EF-EC87-4129-B1FC-A6A4DEC9AA50}"/>
          </ac:spMkLst>
        </pc:spChg>
        <pc:spChg chg="add del mod">
          <ac:chgData name="易 方遒" userId="7365ce1964fcc26b" providerId="LiveId" clId="{4EC0E639-4227-4CE2-84A7-60D0B400C4C1}" dt="2021-10-23T08:04:40.617" v="1732"/>
          <ac:spMkLst>
            <pc:docMk/>
            <pc:sldMk cId="3667346829" sldId="544"/>
            <ac:spMk id="48" creationId="{6FED677E-E614-470B-BEA0-97EB46960F58}"/>
          </ac:spMkLst>
        </pc:spChg>
        <pc:spChg chg="add del mod">
          <ac:chgData name="易 方遒" userId="7365ce1964fcc26b" providerId="LiveId" clId="{4EC0E639-4227-4CE2-84A7-60D0B400C4C1}" dt="2021-10-23T08:04:40.617" v="1732"/>
          <ac:spMkLst>
            <pc:docMk/>
            <pc:sldMk cId="3667346829" sldId="544"/>
            <ac:spMk id="49" creationId="{0CF2B32E-C7C2-4DA6-B74A-F6789F9775C6}"/>
          </ac:spMkLst>
        </pc:spChg>
        <pc:spChg chg="add del mod">
          <ac:chgData name="易 方遒" userId="7365ce1964fcc26b" providerId="LiveId" clId="{4EC0E639-4227-4CE2-84A7-60D0B400C4C1}" dt="2021-10-23T08:04:40.617" v="1732"/>
          <ac:spMkLst>
            <pc:docMk/>
            <pc:sldMk cId="3667346829" sldId="544"/>
            <ac:spMk id="50" creationId="{546F8DC4-F483-48B3-8804-05F11164DB89}"/>
          </ac:spMkLst>
        </pc:spChg>
        <pc:spChg chg="add del mod">
          <ac:chgData name="易 方遒" userId="7365ce1964fcc26b" providerId="LiveId" clId="{4EC0E639-4227-4CE2-84A7-60D0B400C4C1}" dt="2021-10-23T08:04:40.617" v="1732"/>
          <ac:spMkLst>
            <pc:docMk/>
            <pc:sldMk cId="3667346829" sldId="544"/>
            <ac:spMk id="51" creationId="{4BF74581-79B9-408B-856A-D98BEA0A635A}"/>
          </ac:spMkLst>
        </pc:spChg>
        <pc:spChg chg="add del mod">
          <ac:chgData name="易 方遒" userId="7365ce1964fcc26b" providerId="LiveId" clId="{4EC0E639-4227-4CE2-84A7-60D0B400C4C1}" dt="2021-10-23T08:04:40.617" v="1732"/>
          <ac:spMkLst>
            <pc:docMk/>
            <pc:sldMk cId="3667346829" sldId="544"/>
            <ac:spMk id="52" creationId="{45C7DA9C-F237-42DB-92C4-A830933B2E5E}"/>
          </ac:spMkLst>
        </pc:spChg>
        <pc:spChg chg="add del mod">
          <ac:chgData name="易 方遒" userId="7365ce1964fcc26b" providerId="LiveId" clId="{4EC0E639-4227-4CE2-84A7-60D0B400C4C1}" dt="2021-10-23T08:04:40.617" v="1732"/>
          <ac:spMkLst>
            <pc:docMk/>
            <pc:sldMk cId="3667346829" sldId="544"/>
            <ac:spMk id="53" creationId="{EB5DBD79-9F91-40A0-9C0C-0BC5BFA0E4F0}"/>
          </ac:spMkLst>
        </pc:spChg>
        <pc:spChg chg="add del mod">
          <ac:chgData name="易 方遒" userId="7365ce1964fcc26b" providerId="LiveId" clId="{4EC0E639-4227-4CE2-84A7-60D0B400C4C1}" dt="2021-10-23T08:04:40.617" v="1732"/>
          <ac:spMkLst>
            <pc:docMk/>
            <pc:sldMk cId="3667346829" sldId="544"/>
            <ac:spMk id="54" creationId="{57B65341-8654-4633-98E8-9EB8DD8DD559}"/>
          </ac:spMkLst>
        </pc:spChg>
        <pc:spChg chg="add del mod">
          <ac:chgData name="易 方遒" userId="7365ce1964fcc26b" providerId="LiveId" clId="{4EC0E639-4227-4CE2-84A7-60D0B400C4C1}" dt="2021-10-23T08:04:40.617" v="1732"/>
          <ac:spMkLst>
            <pc:docMk/>
            <pc:sldMk cId="3667346829" sldId="544"/>
            <ac:spMk id="55" creationId="{5733D5EC-BE91-4F03-84D9-CF44DFC8B8E9}"/>
          </ac:spMkLst>
        </pc:spChg>
        <pc:spChg chg="add del mod">
          <ac:chgData name="易 方遒" userId="7365ce1964fcc26b" providerId="LiveId" clId="{4EC0E639-4227-4CE2-84A7-60D0B400C4C1}" dt="2021-10-23T08:04:40.617" v="1732"/>
          <ac:spMkLst>
            <pc:docMk/>
            <pc:sldMk cId="3667346829" sldId="544"/>
            <ac:spMk id="56" creationId="{BAF299BD-C696-49D3-B0E2-81B761C75AF0}"/>
          </ac:spMkLst>
        </pc:spChg>
        <pc:spChg chg="add del mod">
          <ac:chgData name="易 方遒" userId="7365ce1964fcc26b" providerId="LiveId" clId="{4EC0E639-4227-4CE2-84A7-60D0B400C4C1}" dt="2021-10-23T08:04:40.617" v="1732"/>
          <ac:spMkLst>
            <pc:docMk/>
            <pc:sldMk cId="3667346829" sldId="544"/>
            <ac:spMk id="60" creationId="{5F74EB51-2EE3-45B1-885C-2260A410FAA1}"/>
          </ac:spMkLst>
        </pc:spChg>
        <pc:spChg chg="add del mod">
          <ac:chgData name="易 方遒" userId="7365ce1964fcc26b" providerId="LiveId" clId="{4EC0E639-4227-4CE2-84A7-60D0B400C4C1}" dt="2021-10-23T08:04:40.617" v="1732"/>
          <ac:spMkLst>
            <pc:docMk/>
            <pc:sldMk cId="3667346829" sldId="544"/>
            <ac:spMk id="63" creationId="{D18F5C1C-93D6-4234-8D3A-E9889D630F71}"/>
          </ac:spMkLst>
        </pc:spChg>
        <pc:spChg chg="add del mod">
          <ac:chgData name="易 方遒" userId="7365ce1964fcc26b" providerId="LiveId" clId="{4EC0E639-4227-4CE2-84A7-60D0B400C4C1}" dt="2021-10-23T08:04:40.617" v="1732"/>
          <ac:spMkLst>
            <pc:docMk/>
            <pc:sldMk cId="3667346829" sldId="544"/>
            <ac:spMk id="65" creationId="{68DB7D14-B3CD-422E-BA7D-47E041C58B44}"/>
          </ac:spMkLst>
        </pc:spChg>
        <pc:spChg chg="add del mod">
          <ac:chgData name="易 方遒" userId="7365ce1964fcc26b" providerId="LiveId" clId="{4EC0E639-4227-4CE2-84A7-60D0B400C4C1}" dt="2021-10-23T08:04:40.617" v="1732"/>
          <ac:spMkLst>
            <pc:docMk/>
            <pc:sldMk cId="3667346829" sldId="544"/>
            <ac:spMk id="66" creationId="{C9BF22FD-D17B-4051-9E55-53C4A7E4072A}"/>
          </ac:spMkLst>
        </pc:spChg>
        <pc:spChg chg="add del mod">
          <ac:chgData name="易 方遒" userId="7365ce1964fcc26b" providerId="LiveId" clId="{4EC0E639-4227-4CE2-84A7-60D0B400C4C1}" dt="2021-10-23T08:04:40.617" v="1732"/>
          <ac:spMkLst>
            <pc:docMk/>
            <pc:sldMk cId="3667346829" sldId="544"/>
            <ac:spMk id="70" creationId="{0B852A7E-CC89-4C2B-B8D2-A52BDB65987C}"/>
          </ac:spMkLst>
        </pc:spChg>
        <pc:spChg chg="add del mod">
          <ac:chgData name="易 方遒" userId="7365ce1964fcc26b" providerId="LiveId" clId="{4EC0E639-4227-4CE2-84A7-60D0B400C4C1}" dt="2021-10-23T08:04:40.617" v="1732"/>
          <ac:spMkLst>
            <pc:docMk/>
            <pc:sldMk cId="3667346829" sldId="544"/>
            <ac:spMk id="71" creationId="{4F59612B-04D4-4C66-9BBC-4D27B6C72EA2}"/>
          </ac:spMkLst>
        </pc:spChg>
        <pc:spChg chg="add del mod">
          <ac:chgData name="易 方遒" userId="7365ce1964fcc26b" providerId="LiveId" clId="{4EC0E639-4227-4CE2-84A7-60D0B400C4C1}" dt="2021-10-23T08:04:40.617" v="1732"/>
          <ac:spMkLst>
            <pc:docMk/>
            <pc:sldMk cId="3667346829" sldId="544"/>
            <ac:spMk id="84" creationId="{BC505A6B-46FA-4260-8968-FAADE3D4CB32}"/>
          </ac:spMkLst>
        </pc:spChg>
        <pc:spChg chg="add del mod">
          <ac:chgData name="易 方遒" userId="7365ce1964fcc26b" providerId="LiveId" clId="{4EC0E639-4227-4CE2-84A7-60D0B400C4C1}" dt="2021-10-23T08:04:40.617" v="1732"/>
          <ac:spMkLst>
            <pc:docMk/>
            <pc:sldMk cId="3667346829" sldId="544"/>
            <ac:spMk id="85" creationId="{59D72F30-249F-4963-BBF5-1CB67B013569}"/>
          </ac:spMkLst>
        </pc:spChg>
        <pc:spChg chg="mod">
          <ac:chgData name="易 方遒" userId="7365ce1964fcc26b" providerId="LiveId" clId="{4EC0E639-4227-4CE2-84A7-60D0B400C4C1}" dt="2021-10-23T08:04:28.782" v="1729"/>
          <ac:spMkLst>
            <pc:docMk/>
            <pc:sldMk cId="3667346829" sldId="544"/>
            <ac:spMk id="87" creationId="{FAA1A064-C8CB-4A4A-879C-4DAE65D5E329}"/>
          </ac:spMkLst>
        </pc:spChg>
        <pc:spChg chg="mod">
          <ac:chgData name="易 方遒" userId="7365ce1964fcc26b" providerId="LiveId" clId="{4EC0E639-4227-4CE2-84A7-60D0B400C4C1}" dt="2021-10-23T08:04:28.782" v="1729"/>
          <ac:spMkLst>
            <pc:docMk/>
            <pc:sldMk cId="3667346829" sldId="544"/>
            <ac:spMk id="88" creationId="{26CAD6D0-3CFD-427A-9A65-501248FD413E}"/>
          </ac:spMkLst>
        </pc:spChg>
        <pc:spChg chg="mod">
          <ac:chgData name="易 方遒" userId="7365ce1964fcc26b" providerId="LiveId" clId="{4EC0E639-4227-4CE2-84A7-60D0B400C4C1}" dt="2021-10-23T08:04:28.782" v="1729"/>
          <ac:spMkLst>
            <pc:docMk/>
            <pc:sldMk cId="3667346829" sldId="544"/>
            <ac:spMk id="89" creationId="{51976157-1638-444D-BA0B-3EB14E282E97}"/>
          </ac:spMkLst>
        </pc:spChg>
        <pc:spChg chg="mod">
          <ac:chgData name="易 方遒" userId="7365ce1964fcc26b" providerId="LiveId" clId="{4EC0E639-4227-4CE2-84A7-60D0B400C4C1}" dt="2021-10-23T08:04:28.782" v="1729"/>
          <ac:spMkLst>
            <pc:docMk/>
            <pc:sldMk cId="3667346829" sldId="544"/>
            <ac:spMk id="90" creationId="{B9E7B974-E6C3-411A-A0DF-53D66BB4F8DC}"/>
          </ac:spMkLst>
        </pc:spChg>
        <pc:spChg chg="mod">
          <ac:chgData name="易 方遒" userId="7365ce1964fcc26b" providerId="LiveId" clId="{4EC0E639-4227-4CE2-84A7-60D0B400C4C1}" dt="2021-10-23T08:04:28.782" v="1729"/>
          <ac:spMkLst>
            <pc:docMk/>
            <pc:sldMk cId="3667346829" sldId="544"/>
            <ac:spMk id="91" creationId="{E188D251-4B28-4250-B4C0-8BF87DD91BF7}"/>
          </ac:spMkLst>
        </pc:spChg>
        <pc:spChg chg="mod">
          <ac:chgData name="易 方遒" userId="7365ce1964fcc26b" providerId="LiveId" clId="{4EC0E639-4227-4CE2-84A7-60D0B400C4C1}" dt="2021-10-23T08:04:28.782" v="1729"/>
          <ac:spMkLst>
            <pc:docMk/>
            <pc:sldMk cId="3667346829" sldId="544"/>
            <ac:spMk id="92" creationId="{8CE7CB62-E858-4BC7-A614-164FE18E2513}"/>
          </ac:spMkLst>
        </pc:spChg>
        <pc:spChg chg="mod">
          <ac:chgData name="易 方遒" userId="7365ce1964fcc26b" providerId="LiveId" clId="{4EC0E639-4227-4CE2-84A7-60D0B400C4C1}" dt="2021-10-23T08:04:28.782" v="1729"/>
          <ac:spMkLst>
            <pc:docMk/>
            <pc:sldMk cId="3667346829" sldId="544"/>
            <ac:spMk id="93" creationId="{2578339A-8A54-42D0-B477-D784DBD19678}"/>
          </ac:spMkLst>
        </pc:spChg>
        <pc:spChg chg="mod">
          <ac:chgData name="易 方遒" userId="7365ce1964fcc26b" providerId="LiveId" clId="{4EC0E639-4227-4CE2-84A7-60D0B400C4C1}" dt="2021-10-23T08:04:28.782" v="1729"/>
          <ac:spMkLst>
            <pc:docMk/>
            <pc:sldMk cId="3667346829" sldId="544"/>
            <ac:spMk id="94" creationId="{796AB772-8411-437A-AA0B-7B44FF7C037D}"/>
          </ac:spMkLst>
        </pc:spChg>
        <pc:spChg chg="mod">
          <ac:chgData name="易 方遒" userId="7365ce1964fcc26b" providerId="LiveId" clId="{4EC0E639-4227-4CE2-84A7-60D0B400C4C1}" dt="2021-10-23T08:04:28.782" v="1729"/>
          <ac:spMkLst>
            <pc:docMk/>
            <pc:sldMk cId="3667346829" sldId="544"/>
            <ac:spMk id="95" creationId="{FF2295B0-2044-41B3-ACB5-115C78A868BB}"/>
          </ac:spMkLst>
        </pc:spChg>
        <pc:spChg chg="mod">
          <ac:chgData name="易 方遒" userId="7365ce1964fcc26b" providerId="LiveId" clId="{4EC0E639-4227-4CE2-84A7-60D0B400C4C1}" dt="2021-10-23T08:04:28.782" v="1729"/>
          <ac:spMkLst>
            <pc:docMk/>
            <pc:sldMk cId="3667346829" sldId="544"/>
            <ac:spMk id="96" creationId="{9DD9360C-9B0F-404F-B797-77158E6E6EDD}"/>
          </ac:spMkLst>
        </pc:spChg>
        <pc:spChg chg="mod">
          <ac:chgData name="易 方遒" userId="7365ce1964fcc26b" providerId="LiveId" clId="{4EC0E639-4227-4CE2-84A7-60D0B400C4C1}" dt="2021-10-23T08:04:28.782" v="1729"/>
          <ac:spMkLst>
            <pc:docMk/>
            <pc:sldMk cId="3667346829" sldId="544"/>
            <ac:spMk id="97" creationId="{2A6C39D1-E112-49D8-A9B2-0CF654D08CF2}"/>
          </ac:spMkLst>
        </pc:spChg>
        <pc:spChg chg="add del mod">
          <ac:chgData name="易 方遒" userId="7365ce1964fcc26b" providerId="LiveId" clId="{4EC0E639-4227-4CE2-84A7-60D0B400C4C1}" dt="2021-10-23T08:04:40.617" v="1732"/>
          <ac:spMkLst>
            <pc:docMk/>
            <pc:sldMk cId="3667346829" sldId="544"/>
            <ac:spMk id="99" creationId="{C6D800A1-9383-4207-8C02-0ED32C950F65}"/>
          </ac:spMkLst>
        </pc:spChg>
        <pc:spChg chg="add del mod">
          <ac:chgData name="易 方遒" userId="7365ce1964fcc26b" providerId="LiveId" clId="{4EC0E639-4227-4CE2-84A7-60D0B400C4C1}" dt="2021-10-23T08:05:36.882" v="1735" actId="478"/>
          <ac:spMkLst>
            <pc:docMk/>
            <pc:sldMk cId="3667346829" sldId="544"/>
            <ac:spMk id="110" creationId="{CB056BAC-0378-462D-941E-31ACEC61CBDC}"/>
          </ac:spMkLst>
        </pc:spChg>
        <pc:spChg chg="add del mod">
          <ac:chgData name="易 方遒" userId="7365ce1964fcc26b" providerId="LiveId" clId="{4EC0E639-4227-4CE2-84A7-60D0B400C4C1}" dt="2021-10-23T08:05:36.882" v="1735" actId="478"/>
          <ac:spMkLst>
            <pc:docMk/>
            <pc:sldMk cId="3667346829" sldId="544"/>
            <ac:spMk id="111" creationId="{01DF557B-C44E-4CA0-A846-6A9F3628A5D7}"/>
          </ac:spMkLst>
        </pc:spChg>
        <pc:spChg chg="add del mod">
          <ac:chgData name="易 方遒" userId="7365ce1964fcc26b" providerId="LiveId" clId="{4EC0E639-4227-4CE2-84A7-60D0B400C4C1}" dt="2021-10-23T08:05:36.882" v="1735" actId="478"/>
          <ac:spMkLst>
            <pc:docMk/>
            <pc:sldMk cId="3667346829" sldId="544"/>
            <ac:spMk id="114" creationId="{236BD0B5-66A9-4A1C-A7BE-E66151F285E3}"/>
          </ac:spMkLst>
        </pc:spChg>
        <pc:spChg chg="add del mod">
          <ac:chgData name="易 方遒" userId="7365ce1964fcc26b" providerId="LiveId" clId="{4EC0E639-4227-4CE2-84A7-60D0B400C4C1}" dt="2021-10-23T08:05:36.882" v="1735" actId="478"/>
          <ac:spMkLst>
            <pc:docMk/>
            <pc:sldMk cId="3667346829" sldId="544"/>
            <ac:spMk id="116" creationId="{B4D125A8-00D2-49AE-B2E2-C0AD1D4624DA}"/>
          </ac:spMkLst>
        </pc:spChg>
        <pc:spChg chg="add del mod">
          <ac:chgData name="易 方遒" userId="7365ce1964fcc26b" providerId="LiveId" clId="{4EC0E639-4227-4CE2-84A7-60D0B400C4C1}" dt="2021-10-23T08:05:36.882" v="1735" actId="478"/>
          <ac:spMkLst>
            <pc:docMk/>
            <pc:sldMk cId="3667346829" sldId="544"/>
            <ac:spMk id="117" creationId="{F4A2C609-2DB9-4E5B-9A55-A3F62059778C}"/>
          </ac:spMkLst>
        </pc:spChg>
        <pc:spChg chg="add del mod">
          <ac:chgData name="易 方遒" userId="7365ce1964fcc26b" providerId="LiveId" clId="{4EC0E639-4227-4CE2-84A7-60D0B400C4C1}" dt="2021-10-23T08:05:36.882" v="1735" actId="478"/>
          <ac:spMkLst>
            <pc:docMk/>
            <pc:sldMk cId="3667346829" sldId="544"/>
            <ac:spMk id="124" creationId="{37AD1850-E37D-4296-AB13-F29CA38B457E}"/>
          </ac:spMkLst>
        </pc:spChg>
        <pc:spChg chg="add del mod">
          <ac:chgData name="易 方遒" userId="7365ce1964fcc26b" providerId="LiveId" clId="{4EC0E639-4227-4CE2-84A7-60D0B400C4C1}" dt="2021-10-23T08:05:36.882" v="1735" actId="478"/>
          <ac:spMkLst>
            <pc:docMk/>
            <pc:sldMk cId="3667346829" sldId="544"/>
            <ac:spMk id="130" creationId="{9F92F2A7-EA22-4195-833D-D128B754ABBE}"/>
          </ac:spMkLst>
        </pc:spChg>
        <pc:spChg chg="add del mod">
          <ac:chgData name="易 方遒" userId="7365ce1964fcc26b" providerId="LiveId" clId="{4EC0E639-4227-4CE2-84A7-60D0B400C4C1}" dt="2021-10-23T08:05:36.882" v="1735" actId="478"/>
          <ac:spMkLst>
            <pc:docMk/>
            <pc:sldMk cId="3667346829" sldId="544"/>
            <ac:spMk id="131" creationId="{CD53D246-1F70-4DE6-86B9-8050AE0FE592}"/>
          </ac:spMkLst>
        </pc:spChg>
        <pc:spChg chg="add del mod">
          <ac:chgData name="易 方遒" userId="7365ce1964fcc26b" providerId="LiveId" clId="{4EC0E639-4227-4CE2-84A7-60D0B400C4C1}" dt="2021-10-23T08:05:36.882" v="1735" actId="478"/>
          <ac:spMkLst>
            <pc:docMk/>
            <pc:sldMk cId="3667346829" sldId="544"/>
            <ac:spMk id="132" creationId="{49D26405-1A86-4FEC-BAAA-087DA24DC99B}"/>
          </ac:spMkLst>
        </pc:spChg>
        <pc:spChg chg="add del mod">
          <ac:chgData name="易 方遒" userId="7365ce1964fcc26b" providerId="LiveId" clId="{4EC0E639-4227-4CE2-84A7-60D0B400C4C1}" dt="2021-10-23T08:05:36.882" v="1735" actId="478"/>
          <ac:spMkLst>
            <pc:docMk/>
            <pc:sldMk cId="3667346829" sldId="544"/>
            <ac:spMk id="133" creationId="{4D0D3A04-DA73-4229-A608-681BA1016B55}"/>
          </ac:spMkLst>
        </pc:spChg>
        <pc:spChg chg="add del mod">
          <ac:chgData name="易 方遒" userId="7365ce1964fcc26b" providerId="LiveId" clId="{4EC0E639-4227-4CE2-84A7-60D0B400C4C1}" dt="2021-10-23T08:05:36.882" v="1735" actId="478"/>
          <ac:spMkLst>
            <pc:docMk/>
            <pc:sldMk cId="3667346829" sldId="544"/>
            <ac:spMk id="134" creationId="{3C9F43AA-1205-4E65-8C43-46C61410A90B}"/>
          </ac:spMkLst>
        </pc:spChg>
        <pc:spChg chg="add del mod">
          <ac:chgData name="易 方遒" userId="7365ce1964fcc26b" providerId="LiveId" clId="{4EC0E639-4227-4CE2-84A7-60D0B400C4C1}" dt="2021-10-23T08:05:36.882" v="1735" actId="478"/>
          <ac:spMkLst>
            <pc:docMk/>
            <pc:sldMk cId="3667346829" sldId="544"/>
            <ac:spMk id="135" creationId="{94494033-50A3-4DF0-8789-D200AA0837C2}"/>
          </ac:spMkLst>
        </pc:spChg>
        <pc:spChg chg="add del mod">
          <ac:chgData name="易 方遒" userId="7365ce1964fcc26b" providerId="LiveId" clId="{4EC0E639-4227-4CE2-84A7-60D0B400C4C1}" dt="2021-10-23T08:05:36.882" v="1735" actId="478"/>
          <ac:spMkLst>
            <pc:docMk/>
            <pc:sldMk cId="3667346829" sldId="544"/>
            <ac:spMk id="136" creationId="{30249AF1-5504-452D-B2F3-4DA71159DC10}"/>
          </ac:spMkLst>
        </pc:spChg>
        <pc:spChg chg="add del mod">
          <ac:chgData name="易 方遒" userId="7365ce1964fcc26b" providerId="LiveId" clId="{4EC0E639-4227-4CE2-84A7-60D0B400C4C1}" dt="2021-10-23T08:05:36.882" v="1735" actId="478"/>
          <ac:spMkLst>
            <pc:docMk/>
            <pc:sldMk cId="3667346829" sldId="544"/>
            <ac:spMk id="137" creationId="{2153F8B4-A5F1-48E1-B2A6-D13D4725B00B}"/>
          </ac:spMkLst>
        </pc:spChg>
        <pc:spChg chg="add del mod">
          <ac:chgData name="易 方遒" userId="7365ce1964fcc26b" providerId="LiveId" clId="{4EC0E639-4227-4CE2-84A7-60D0B400C4C1}" dt="2021-10-23T08:05:36.882" v="1735" actId="478"/>
          <ac:spMkLst>
            <pc:docMk/>
            <pc:sldMk cId="3667346829" sldId="544"/>
            <ac:spMk id="138" creationId="{EDB79532-9A72-4843-B982-333709981FAC}"/>
          </ac:spMkLst>
        </pc:spChg>
        <pc:spChg chg="add del mod">
          <ac:chgData name="易 方遒" userId="7365ce1964fcc26b" providerId="LiveId" clId="{4EC0E639-4227-4CE2-84A7-60D0B400C4C1}" dt="2021-10-23T08:05:36.882" v="1735" actId="478"/>
          <ac:spMkLst>
            <pc:docMk/>
            <pc:sldMk cId="3667346829" sldId="544"/>
            <ac:spMk id="139" creationId="{440D2741-20F4-4A36-80CD-2D0DD539A421}"/>
          </ac:spMkLst>
        </pc:spChg>
        <pc:spChg chg="add del mod">
          <ac:chgData name="易 方遒" userId="7365ce1964fcc26b" providerId="LiveId" clId="{4EC0E639-4227-4CE2-84A7-60D0B400C4C1}" dt="2021-10-23T08:05:36.882" v="1735" actId="478"/>
          <ac:spMkLst>
            <pc:docMk/>
            <pc:sldMk cId="3667346829" sldId="544"/>
            <ac:spMk id="140" creationId="{54833CE5-8051-4705-926E-009F377461C1}"/>
          </ac:spMkLst>
        </pc:spChg>
        <pc:spChg chg="add del mod">
          <ac:chgData name="易 方遒" userId="7365ce1964fcc26b" providerId="LiveId" clId="{4EC0E639-4227-4CE2-84A7-60D0B400C4C1}" dt="2021-10-23T08:05:36.882" v="1735" actId="478"/>
          <ac:spMkLst>
            <pc:docMk/>
            <pc:sldMk cId="3667346829" sldId="544"/>
            <ac:spMk id="141" creationId="{AD95E822-1388-4906-950B-6180118C826B}"/>
          </ac:spMkLst>
        </pc:spChg>
        <pc:spChg chg="add del mod">
          <ac:chgData name="易 方遒" userId="7365ce1964fcc26b" providerId="LiveId" clId="{4EC0E639-4227-4CE2-84A7-60D0B400C4C1}" dt="2021-10-23T08:05:36.882" v="1735" actId="478"/>
          <ac:spMkLst>
            <pc:docMk/>
            <pc:sldMk cId="3667346829" sldId="544"/>
            <ac:spMk id="142" creationId="{9B9939C5-64D9-46A9-9518-AB80E805B308}"/>
          </ac:spMkLst>
        </pc:spChg>
        <pc:spChg chg="add del mod">
          <ac:chgData name="易 方遒" userId="7365ce1964fcc26b" providerId="LiveId" clId="{4EC0E639-4227-4CE2-84A7-60D0B400C4C1}" dt="2021-10-23T08:05:36.882" v="1735" actId="478"/>
          <ac:spMkLst>
            <pc:docMk/>
            <pc:sldMk cId="3667346829" sldId="544"/>
            <ac:spMk id="143" creationId="{CEAE5568-B692-4B79-B674-5BF60407D603}"/>
          </ac:spMkLst>
        </pc:spChg>
        <pc:spChg chg="add del mod">
          <ac:chgData name="易 方遒" userId="7365ce1964fcc26b" providerId="LiveId" clId="{4EC0E639-4227-4CE2-84A7-60D0B400C4C1}" dt="2021-10-23T08:05:36.882" v="1735" actId="478"/>
          <ac:spMkLst>
            <pc:docMk/>
            <pc:sldMk cId="3667346829" sldId="544"/>
            <ac:spMk id="144" creationId="{420D0F1F-D5D3-4F17-95BF-36299F69ECD1}"/>
          </ac:spMkLst>
        </pc:spChg>
        <pc:spChg chg="add del mod">
          <ac:chgData name="易 方遒" userId="7365ce1964fcc26b" providerId="LiveId" clId="{4EC0E639-4227-4CE2-84A7-60D0B400C4C1}" dt="2021-10-23T08:05:36.882" v="1735" actId="478"/>
          <ac:spMkLst>
            <pc:docMk/>
            <pc:sldMk cId="3667346829" sldId="544"/>
            <ac:spMk id="145" creationId="{C6FE3904-83C3-4D60-B0F6-87F002A54CBB}"/>
          </ac:spMkLst>
        </pc:spChg>
        <pc:spChg chg="add del mod">
          <ac:chgData name="易 方遒" userId="7365ce1964fcc26b" providerId="LiveId" clId="{4EC0E639-4227-4CE2-84A7-60D0B400C4C1}" dt="2021-10-23T08:05:36.882" v="1735" actId="478"/>
          <ac:spMkLst>
            <pc:docMk/>
            <pc:sldMk cId="3667346829" sldId="544"/>
            <ac:spMk id="146" creationId="{2419C674-E4D2-4E7A-BF4C-7D6D2D82FED1}"/>
          </ac:spMkLst>
        </pc:spChg>
        <pc:spChg chg="add del mod">
          <ac:chgData name="易 方遒" userId="7365ce1964fcc26b" providerId="LiveId" clId="{4EC0E639-4227-4CE2-84A7-60D0B400C4C1}" dt="2021-10-23T08:05:36.882" v="1735" actId="478"/>
          <ac:spMkLst>
            <pc:docMk/>
            <pc:sldMk cId="3667346829" sldId="544"/>
            <ac:spMk id="147" creationId="{D9C4B7D6-57C5-4721-B9B0-68A730B12806}"/>
          </ac:spMkLst>
        </pc:spChg>
        <pc:spChg chg="add del mod">
          <ac:chgData name="易 方遒" userId="7365ce1964fcc26b" providerId="LiveId" clId="{4EC0E639-4227-4CE2-84A7-60D0B400C4C1}" dt="2021-10-23T08:05:36.882" v="1735" actId="478"/>
          <ac:spMkLst>
            <pc:docMk/>
            <pc:sldMk cId="3667346829" sldId="544"/>
            <ac:spMk id="151" creationId="{6DA4A7DA-2178-4965-B5F7-30CD0AC8A011}"/>
          </ac:spMkLst>
        </pc:spChg>
        <pc:spChg chg="add del mod">
          <ac:chgData name="易 方遒" userId="7365ce1964fcc26b" providerId="LiveId" clId="{4EC0E639-4227-4CE2-84A7-60D0B400C4C1}" dt="2021-10-23T08:05:36.882" v="1735" actId="478"/>
          <ac:spMkLst>
            <pc:docMk/>
            <pc:sldMk cId="3667346829" sldId="544"/>
            <ac:spMk id="154" creationId="{7A5BB943-B3C2-4E53-95AC-726E9E3414A8}"/>
          </ac:spMkLst>
        </pc:spChg>
        <pc:spChg chg="add del mod">
          <ac:chgData name="易 方遒" userId="7365ce1964fcc26b" providerId="LiveId" clId="{4EC0E639-4227-4CE2-84A7-60D0B400C4C1}" dt="2021-10-23T08:05:36.882" v="1735" actId="478"/>
          <ac:spMkLst>
            <pc:docMk/>
            <pc:sldMk cId="3667346829" sldId="544"/>
            <ac:spMk id="156" creationId="{D7D8A8FC-2F4E-4D69-8F14-355362772149}"/>
          </ac:spMkLst>
        </pc:spChg>
        <pc:spChg chg="add del mod">
          <ac:chgData name="易 方遒" userId="7365ce1964fcc26b" providerId="LiveId" clId="{4EC0E639-4227-4CE2-84A7-60D0B400C4C1}" dt="2021-10-23T08:05:36.882" v="1735" actId="478"/>
          <ac:spMkLst>
            <pc:docMk/>
            <pc:sldMk cId="3667346829" sldId="544"/>
            <ac:spMk id="157" creationId="{8013B134-DFB7-405F-852A-36B360C55C67}"/>
          </ac:spMkLst>
        </pc:spChg>
        <pc:spChg chg="add del mod">
          <ac:chgData name="易 方遒" userId="7365ce1964fcc26b" providerId="LiveId" clId="{4EC0E639-4227-4CE2-84A7-60D0B400C4C1}" dt="2021-10-23T08:05:36.882" v="1735" actId="478"/>
          <ac:spMkLst>
            <pc:docMk/>
            <pc:sldMk cId="3667346829" sldId="544"/>
            <ac:spMk id="161" creationId="{F5D2D541-B3CA-4666-B2BB-CC220B521534}"/>
          </ac:spMkLst>
        </pc:spChg>
        <pc:spChg chg="add del mod">
          <ac:chgData name="易 方遒" userId="7365ce1964fcc26b" providerId="LiveId" clId="{4EC0E639-4227-4CE2-84A7-60D0B400C4C1}" dt="2021-10-23T08:05:36.882" v="1735" actId="478"/>
          <ac:spMkLst>
            <pc:docMk/>
            <pc:sldMk cId="3667346829" sldId="544"/>
            <ac:spMk id="162" creationId="{36B148AF-F6EE-42F8-AF28-FF72CD4A2C2C}"/>
          </ac:spMkLst>
        </pc:spChg>
        <pc:spChg chg="add del mod">
          <ac:chgData name="易 方遒" userId="7365ce1964fcc26b" providerId="LiveId" clId="{4EC0E639-4227-4CE2-84A7-60D0B400C4C1}" dt="2021-10-23T08:05:36.882" v="1735" actId="478"/>
          <ac:spMkLst>
            <pc:docMk/>
            <pc:sldMk cId="3667346829" sldId="544"/>
            <ac:spMk id="175" creationId="{564973D6-54D4-4213-9E7C-1A822CE83C32}"/>
          </ac:spMkLst>
        </pc:spChg>
        <pc:spChg chg="add del mod">
          <ac:chgData name="易 方遒" userId="7365ce1964fcc26b" providerId="LiveId" clId="{4EC0E639-4227-4CE2-84A7-60D0B400C4C1}" dt="2021-10-23T08:05:36.882" v="1735" actId="478"/>
          <ac:spMkLst>
            <pc:docMk/>
            <pc:sldMk cId="3667346829" sldId="544"/>
            <ac:spMk id="176" creationId="{6BE25A23-77BC-4AA5-960A-13DFF3208F51}"/>
          </ac:spMkLst>
        </pc:spChg>
        <pc:spChg chg="mod">
          <ac:chgData name="易 方遒" userId="7365ce1964fcc26b" providerId="LiveId" clId="{4EC0E639-4227-4CE2-84A7-60D0B400C4C1}" dt="2021-10-23T08:04:52.998" v="1733"/>
          <ac:spMkLst>
            <pc:docMk/>
            <pc:sldMk cId="3667346829" sldId="544"/>
            <ac:spMk id="178" creationId="{AA717852-4B67-4D80-8422-9FDCAEAE5691}"/>
          </ac:spMkLst>
        </pc:spChg>
        <pc:spChg chg="mod">
          <ac:chgData name="易 方遒" userId="7365ce1964fcc26b" providerId="LiveId" clId="{4EC0E639-4227-4CE2-84A7-60D0B400C4C1}" dt="2021-10-23T08:04:52.998" v="1733"/>
          <ac:spMkLst>
            <pc:docMk/>
            <pc:sldMk cId="3667346829" sldId="544"/>
            <ac:spMk id="179" creationId="{D852BCD5-AEB2-4695-8EEA-348D1AC016E0}"/>
          </ac:spMkLst>
        </pc:spChg>
        <pc:spChg chg="mod">
          <ac:chgData name="易 方遒" userId="7365ce1964fcc26b" providerId="LiveId" clId="{4EC0E639-4227-4CE2-84A7-60D0B400C4C1}" dt="2021-10-23T08:04:52.998" v="1733"/>
          <ac:spMkLst>
            <pc:docMk/>
            <pc:sldMk cId="3667346829" sldId="544"/>
            <ac:spMk id="180" creationId="{89199DBE-B8B0-40EF-B6B6-23429F5E6FD3}"/>
          </ac:spMkLst>
        </pc:spChg>
        <pc:spChg chg="mod">
          <ac:chgData name="易 方遒" userId="7365ce1964fcc26b" providerId="LiveId" clId="{4EC0E639-4227-4CE2-84A7-60D0B400C4C1}" dt="2021-10-23T08:04:52.998" v="1733"/>
          <ac:spMkLst>
            <pc:docMk/>
            <pc:sldMk cId="3667346829" sldId="544"/>
            <ac:spMk id="181" creationId="{9F6DED42-AD59-4917-B43B-DAB100A084A9}"/>
          </ac:spMkLst>
        </pc:spChg>
        <pc:spChg chg="mod">
          <ac:chgData name="易 方遒" userId="7365ce1964fcc26b" providerId="LiveId" clId="{4EC0E639-4227-4CE2-84A7-60D0B400C4C1}" dt="2021-10-23T08:04:52.998" v="1733"/>
          <ac:spMkLst>
            <pc:docMk/>
            <pc:sldMk cId="3667346829" sldId="544"/>
            <ac:spMk id="182" creationId="{8D5087A5-DA1D-41E2-BAB2-1CE67E639825}"/>
          </ac:spMkLst>
        </pc:spChg>
        <pc:spChg chg="mod">
          <ac:chgData name="易 方遒" userId="7365ce1964fcc26b" providerId="LiveId" clId="{4EC0E639-4227-4CE2-84A7-60D0B400C4C1}" dt="2021-10-23T08:04:52.998" v="1733"/>
          <ac:spMkLst>
            <pc:docMk/>
            <pc:sldMk cId="3667346829" sldId="544"/>
            <ac:spMk id="183" creationId="{8EFEF84E-4511-428E-B525-14A083387C95}"/>
          </ac:spMkLst>
        </pc:spChg>
        <pc:spChg chg="mod">
          <ac:chgData name="易 方遒" userId="7365ce1964fcc26b" providerId="LiveId" clId="{4EC0E639-4227-4CE2-84A7-60D0B400C4C1}" dt="2021-10-23T08:04:52.998" v="1733"/>
          <ac:spMkLst>
            <pc:docMk/>
            <pc:sldMk cId="3667346829" sldId="544"/>
            <ac:spMk id="184" creationId="{E0BE3FF8-D2F1-43AF-8242-F44BBD220B3E}"/>
          </ac:spMkLst>
        </pc:spChg>
        <pc:spChg chg="mod">
          <ac:chgData name="易 方遒" userId="7365ce1964fcc26b" providerId="LiveId" clId="{4EC0E639-4227-4CE2-84A7-60D0B400C4C1}" dt="2021-10-23T08:04:52.998" v="1733"/>
          <ac:spMkLst>
            <pc:docMk/>
            <pc:sldMk cId="3667346829" sldId="544"/>
            <ac:spMk id="185" creationId="{6ADA661A-2D4C-4B13-A0C7-D206AE0B7949}"/>
          </ac:spMkLst>
        </pc:spChg>
        <pc:spChg chg="mod">
          <ac:chgData name="易 方遒" userId="7365ce1964fcc26b" providerId="LiveId" clId="{4EC0E639-4227-4CE2-84A7-60D0B400C4C1}" dt="2021-10-23T08:04:52.998" v="1733"/>
          <ac:spMkLst>
            <pc:docMk/>
            <pc:sldMk cId="3667346829" sldId="544"/>
            <ac:spMk id="186" creationId="{9042BFD1-662B-4D98-9A7B-7132A70FBE62}"/>
          </ac:spMkLst>
        </pc:spChg>
        <pc:spChg chg="mod">
          <ac:chgData name="易 方遒" userId="7365ce1964fcc26b" providerId="LiveId" clId="{4EC0E639-4227-4CE2-84A7-60D0B400C4C1}" dt="2021-10-23T08:04:52.998" v="1733"/>
          <ac:spMkLst>
            <pc:docMk/>
            <pc:sldMk cId="3667346829" sldId="544"/>
            <ac:spMk id="187" creationId="{CE471E5B-2CD4-4351-80E3-3A30C0B1BA56}"/>
          </ac:spMkLst>
        </pc:spChg>
        <pc:spChg chg="mod">
          <ac:chgData name="易 方遒" userId="7365ce1964fcc26b" providerId="LiveId" clId="{4EC0E639-4227-4CE2-84A7-60D0B400C4C1}" dt="2021-10-23T08:04:52.998" v="1733"/>
          <ac:spMkLst>
            <pc:docMk/>
            <pc:sldMk cId="3667346829" sldId="544"/>
            <ac:spMk id="188" creationId="{4EF03FDE-2A9C-4EE7-934A-9676E8A49B4D}"/>
          </ac:spMkLst>
        </pc:spChg>
        <pc:spChg chg="add del mod">
          <ac:chgData name="易 方遒" userId="7365ce1964fcc26b" providerId="LiveId" clId="{4EC0E639-4227-4CE2-84A7-60D0B400C4C1}" dt="2021-10-23T08:05:36.882" v="1735" actId="478"/>
          <ac:spMkLst>
            <pc:docMk/>
            <pc:sldMk cId="3667346829" sldId="544"/>
            <ac:spMk id="190" creationId="{0B078A09-1151-4253-A79A-E0EDFC81A19C}"/>
          </ac:spMkLst>
        </pc:spChg>
        <pc:spChg chg="add del mod">
          <ac:chgData name="易 方遒" userId="7365ce1964fcc26b" providerId="LiveId" clId="{4EC0E639-4227-4CE2-84A7-60D0B400C4C1}" dt="2021-10-23T08:07:13.994" v="1755" actId="478"/>
          <ac:spMkLst>
            <pc:docMk/>
            <pc:sldMk cId="3667346829" sldId="544"/>
            <ac:spMk id="197" creationId="{83B82630-8CCF-4297-9A85-189FB7037313}"/>
          </ac:spMkLst>
        </pc:spChg>
        <pc:spChg chg="add del mod">
          <ac:chgData name="易 方遒" userId="7365ce1964fcc26b" providerId="LiveId" clId="{4EC0E639-4227-4CE2-84A7-60D0B400C4C1}" dt="2021-10-23T08:07:13.994" v="1755" actId="478"/>
          <ac:spMkLst>
            <pc:docMk/>
            <pc:sldMk cId="3667346829" sldId="544"/>
            <ac:spMk id="198" creationId="{AF4B13F5-E3F3-4F06-ACE0-F3A5D502AFFE}"/>
          </ac:spMkLst>
        </pc:spChg>
        <pc:spChg chg="add mod">
          <ac:chgData name="易 方遒" userId="7365ce1964fcc26b" providerId="LiveId" clId="{4EC0E639-4227-4CE2-84A7-60D0B400C4C1}" dt="2021-10-23T08:11:28.164" v="1879" actId="1076"/>
          <ac:spMkLst>
            <pc:docMk/>
            <pc:sldMk cId="3667346829" sldId="544"/>
            <ac:spMk id="203" creationId="{BCD97D1D-13CD-42FC-BE66-4F2D6BB5737D}"/>
          </ac:spMkLst>
        </pc:spChg>
        <pc:spChg chg="add mod">
          <ac:chgData name="易 方遒" userId="7365ce1964fcc26b" providerId="LiveId" clId="{4EC0E639-4227-4CE2-84A7-60D0B400C4C1}" dt="2021-10-23T08:11:28.164" v="1879" actId="1076"/>
          <ac:spMkLst>
            <pc:docMk/>
            <pc:sldMk cId="3667346829" sldId="544"/>
            <ac:spMk id="204" creationId="{4BD6C52B-B831-4A8D-BADF-84A0A70DF021}"/>
          </ac:spMkLst>
        </pc:spChg>
        <pc:spChg chg="add del mod">
          <ac:chgData name="易 方遒" userId="7365ce1964fcc26b" providerId="LiveId" clId="{4EC0E639-4227-4CE2-84A7-60D0B400C4C1}" dt="2021-10-23T08:18:03.230" v="1924" actId="478"/>
          <ac:spMkLst>
            <pc:docMk/>
            <pc:sldMk cId="3667346829" sldId="544"/>
            <ac:spMk id="207" creationId="{AF0F3471-2B3C-4C99-BBCD-230CED7F56A7}"/>
          </ac:spMkLst>
        </pc:spChg>
        <pc:grpChg chg="add del mod">
          <ac:chgData name="易 方遒" userId="7365ce1964fcc26b" providerId="LiveId" clId="{4EC0E639-4227-4CE2-84A7-60D0B400C4C1}" dt="2021-10-23T08:04:40.617" v="1732"/>
          <ac:grpSpMkLst>
            <pc:docMk/>
            <pc:sldMk cId="3667346829" sldId="544"/>
            <ac:grpSpMk id="86" creationId="{AA160817-6367-475F-B3C0-FAFCB830661B}"/>
          </ac:grpSpMkLst>
        </pc:grpChg>
        <pc:grpChg chg="add del mod">
          <ac:chgData name="易 方遒" userId="7365ce1964fcc26b" providerId="LiveId" clId="{4EC0E639-4227-4CE2-84A7-60D0B400C4C1}" dt="2021-10-23T08:05:36.882" v="1735" actId="478"/>
          <ac:grpSpMkLst>
            <pc:docMk/>
            <pc:sldMk cId="3667346829" sldId="544"/>
            <ac:grpSpMk id="177" creationId="{53D9B2D3-B934-44F4-8A34-EE3CF64BEFF6}"/>
          </ac:grpSpMkLst>
        </pc:grpChg>
        <pc:picChg chg="add del mod">
          <ac:chgData name="易 方遒" userId="7365ce1964fcc26b" providerId="LiveId" clId="{4EC0E639-4227-4CE2-84A7-60D0B400C4C1}" dt="2021-10-23T08:04:40.617" v="1732"/>
          <ac:picMkLst>
            <pc:docMk/>
            <pc:sldMk cId="3667346829" sldId="544"/>
            <ac:picMk id="27" creationId="{17BFFBF9-3E02-43E9-AF2D-5D83A6EBF54E}"/>
          </ac:picMkLst>
        </pc:picChg>
        <pc:picChg chg="add del mod">
          <ac:chgData name="易 方遒" userId="7365ce1964fcc26b" providerId="LiveId" clId="{4EC0E639-4227-4CE2-84A7-60D0B400C4C1}" dt="2021-10-23T08:04:40.617" v="1732"/>
          <ac:picMkLst>
            <pc:docMk/>
            <pc:sldMk cId="3667346829" sldId="544"/>
            <ac:picMk id="28" creationId="{47757359-D620-4899-A9ED-8B7482F5E1A1}"/>
          </ac:picMkLst>
        </pc:picChg>
        <pc:picChg chg="add del mod">
          <ac:chgData name="易 方遒" userId="7365ce1964fcc26b" providerId="LiveId" clId="{4EC0E639-4227-4CE2-84A7-60D0B400C4C1}" dt="2021-10-23T08:04:40.617" v="1732"/>
          <ac:picMkLst>
            <pc:docMk/>
            <pc:sldMk cId="3667346829" sldId="544"/>
            <ac:picMk id="29" creationId="{E68ECD61-8F7F-47CA-B7CD-61CEA2EA9FFB}"/>
          </ac:picMkLst>
        </pc:picChg>
        <pc:picChg chg="add del mod">
          <ac:chgData name="易 方遒" userId="7365ce1964fcc26b" providerId="LiveId" clId="{4EC0E639-4227-4CE2-84A7-60D0B400C4C1}" dt="2021-10-23T08:04:40.617" v="1732"/>
          <ac:picMkLst>
            <pc:docMk/>
            <pc:sldMk cId="3667346829" sldId="544"/>
            <ac:picMk id="30" creationId="{C2CE18D4-F373-418F-A1D3-41076ACB8E5E}"/>
          </ac:picMkLst>
        </pc:picChg>
        <pc:picChg chg="add del mod">
          <ac:chgData name="易 方遒" userId="7365ce1964fcc26b" providerId="LiveId" clId="{4EC0E639-4227-4CE2-84A7-60D0B400C4C1}" dt="2021-10-23T08:04:40.617" v="1732"/>
          <ac:picMkLst>
            <pc:docMk/>
            <pc:sldMk cId="3667346829" sldId="544"/>
            <ac:picMk id="31" creationId="{1ABE2345-95B7-492F-B7E1-D676E655A2A3}"/>
          </ac:picMkLst>
        </pc:picChg>
        <pc:picChg chg="add del mod">
          <ac:chgData name="易 方遒" userId="7365ce1964fcc26b" providerId="LiveId" clId="{4EC0E639-4227-4CE2-84A7-60D0B400C4C1}" dt="2021-10-23T08:04:40.617" v="1732"/>
          <ac:picMkLst>
            <pc:docMk/>
            <pc:sldMk cId="3667346829" sldId="544"/>
            <ac:picMk id="32" creationId="{A4C2EC9D-74B3-44B0-B3BD-00D9859CF444}"/>
          </ac:picMkLst>
        </pc:picChg>
        <pc:picChg chg="add del mod">
          <ac:chgData name="易 方遒" userId="7365ce1964fcc26b" providerId="LiveId" clId="{4EC0E639-4227-4CE2-84A7-60D0B400C4C1}" dt="2021-10-23T08:05:36.882" v="1735" actId="478"/>
          <ac:picMkLst>
            <pc:docMk/>
            <pc:sldMk cId="3667346829" sldId="544"/>
            <ac:picMk id="118" creationId="{C0D364C2-6525-4DF5-B6BD-74C2CAEEA2AF}"/>
          </ac:picMkLst>
        </pc:picChg>
        <pc:picChg chg="add del mod">
          <ac:chgData name="易 方遒" userId="7365ce1964fcc26b" providerId="LiveId" clId="{4EC0E639-4227-4CE2-84A7-60D0B400C4C1}" dt="2021-10-23T08:05:36.882" v="1735" actId="478"/>
          <ac:picMkLst>
            <pc:docMk/>
            <pc:sldMk cId="3667346829" sldId="544"/>
            <ac:picMk id="119" creationId="{CA13D479-76FC-4679-B86A-9B7E44C8FBDE}"/>
          </ac:picMkLst>
        </pc:picChg>
        <pc:picChg chg="add del mod">
          <ac:chgData name="易 方遒" userId="7365ce1964fcc26b" providerId="LiveId" clId="{4EC0E639-4227-4CE2-84A7-60D0B400C4C1}" dt="2021-10-23T08:05:36.882" v="1735" actId="478"/>
          <ac:picMkLst>
            <pc:docMk/>
            <pc:sldMk cId="3667346829" sldId="544"/>
            <ac:picMk id="120" creationId="{BEA9C162-E627-432A-94C4-BDFE50DFB01B}"/>
          </ac:picMkLst>
        </pc:picChg>
        <pc:picChg chg="add del mod">
          <ac:chgData name="易 方遒" userId="7365ce1964fcc26b" providerId="LiveId" clId="{4EC0E639-4227-4CE2-84A7-60D0B400C4C1}" dt="2021-10-23T08:05:36.882" v="1735" actId="478"/>
          <ac:picMkLst>
            <pc:docMk/>
            <pc:sldMk cId="3667346829" sldId="544"/>
            <ac:picMk id="121" creationId="{F7BD3204-3D90-48B9-9297-EAA04853AAAD}"/>
          </ac:picMkLst>
        </pc:picChg>
        <pc:picChg chg="add del mod">
          <ac:chgData name="易 方遒" userId="7365ce1964fcc26b" providerId="LiveId" clId="{4EC0E639-4227-4CE2-84A7-60D0B400C4C1}" dt="2021-10-23T08:05:36.882" v="1735" actId="478"/>
          <ac:picMkLst>
            <pc:docMk/>
            <pc:sldMk cId="3667346829" sldId="544"/>
            <ac:picMk id="122" creationId="{230AF456-CC86-4345-967F-51F9BC92625B}"/>
          </ac:picMkLst>
        </pc:picChg>
        <pc:picChg chg="add del mod">
          <ac:chgData name="易 方遒" userId="7365ce1964fcc26b" providerId="LiveId" clId="{4EC0E639-4227-4CE2-84A7-60D0B400C4C1}" dt="2021-10-23T08:05:36.882" v="1735" actId="478"/>
          <ac:picMkLst>
            <pc:docMk/>
            <pc:sldMk cId="3667346829" sldId="544"/>
            <ac:picMk id="123" creationId="{AD434BDF-5BD0-4B5F-9BF0-EC14773FA275}"/>
          </ac:picMkLst>
        </pc:picChg>
        <pc:picChg chg="add del mod">
          <ac:chgData name="易 方遒" userId="7365ce1964fcc26b" providerId="LiveId" clId="{4EC0E639-4227-4CE2-84A7-60D0B400C4C1}" dt="2021-10-23T08:07:13.994" v="1755" actId="478"/>
          <ac:picMkLst>
            <pc:docMk/>
            <pc:sldMk cId="3667346829" sldId="544"/>
            <ac:picMk id="191" creationId="{C7C183DD-8339-4384-B401-25AE41F1EF0C}"/>
          </ac:picMkLst>
        </pc:picChg>
        <pc:picChg chg="add del mod">
          <ac:chgData name="易 方遒" userId="7365ce1964fcc26b" providerId="LiveId" clId="{4EC0E639-4227-4CE2-84A7-60D0B400C4C1}" dt="2021-10-23T08:07:13.994" v="1755" actId="478"/>
          <ac:picMkLst>
            <pc:docMk/>
            <pc:sldMk cId="3667346829" sldId="544"/>
            <ac:picMk id="192" creationId="{A0355414-9CB7-4C88-880F-7ECA4F70FF80}"/>
          </ac:picMkLst>
        </pc:picChg>
        <pc:picChg chg="add del mod">
          <ac:chgData name="易 方遒" userId="7365ce1964fcc26b" providerId="LiveId" clId="{4EC0E639-4227-4CE2-84A7-60D0B400C4C1}" dt="2021-10-23T08:07:13.994" v="1755" actId="478"/>
          <ac:picMkLst>
            <pc:docMk/>
            <pc:sldMk cId="3667346829" sldId="544"/>
            <ac:picMk id="193" creationId="{8FF5D0CF-5C26-4955-A7DF-E093E498C7F3}"/>
          </ac:picMkLst>
        </pc:picChg>
        <pc:picChg chg="add del mod">
          <ac:chgData name="易 方遒" userId="7365ce1964fcc26b" providerId="LiveId" clId="{4EC0E639-4227-4CE2-84A7-60D0B400C4C1}" dt="2021-10-23T08:07:13.994" v="1755" actId="478"/>
          <ac:picMkLst>
            <pc:docMk/>
            <pc:sldMk cId="3667346829" sldId="544"/>
            <ac:picMk id="194" creationId="{322A2368-6CCE-49F0-AFCF-31D07457F3E7}"/>
          </ac:picMkLst>
        </pc:picChg>
        <pc:picChg chg="add del mod">
          <ac:chgData name="易 方遒" userId="7365ce1964fcc26b" providerId="LiveId" clId="{4EC0E639-4227-4CE2-84A7-60D0B400C4C1}" dt="2021-10-23T08:07:13.994" v="1755" actId="478"/>
          <ac:picMkLst>
            <pc:docMk/>
            <pc:sldMk cId="3667346829" sldId="544"/>
            <ac:picMk id="195" creationId="{504776C9-FCA2-4A01-A929-2FACE3849320}"/>
          </ac:picMkLst>
        </pc:picChg>
        <pc:picChg chg="add del mod">
          <ac:chgData name="易 方遒" userId="7365ce1964fcc26b" providerId="LiveId" clId="{4EC0E639-4227-4CE2-84A7-60D0B400C4C1}" dt="2021-10-23T08:07:13.994" v="1755" actId="478"/>
          <ac:picMkLst>
            <pc:docMk/>
            <pc:sldMk cId="3667346829" sldId="544"/>
            <ac:picMk id="196" creationId="{825D79FC-2F0A-41A0-9D37-1D5CFA1D638F}"/>
          </ac:picMkLst>
        </pc:picChg>
        <pc:picChg chg="add mod">
          <ac:chgData name="易 方遒" userId="7365ce1964fcc26b" providerId="LiveId" clId="{4EC0E639-4227-4CE2-84A7-60D0B400C4C1}" dt="2021-10-23T08:11:28.164" v="1879" actId="1076"/>
          <ac:picMkLst>
            <pc:docMk/>
            <pc:sldMk cId="3667346829" sldId="544"/>
            <ac:picMk id="199" creationId="{49817CC2-3F7F-4703-9477-2927116C3BE7}"/>
          </ac:picMkLst>
        </pc:picChg>
        <pc:picChg chg="add mod">
          <ac:chgData name="易 方遒" userId="7365ce1964fcc26b" providerId="LiveId" clId="{4EC0E639-4227-4CE2-84A7-60D0B400C4C1}" dt="2021-10-23T08:11:28.164" v="1879" actId="1076"/>
          <ac:picMkLst>
            <pc:docMk/>
            <pc:sldMk cId="3667346829" sldId="544"/>
            <ac:picMk id="205" creationId="{BBAAAF33-5F04-490F-9405-64A541A48490}"/>
          </ac:picMkLst>
        </pc:picChg>
        <pc:picChg chg="add mod">
          <ac:chgData name="易 方遒" userId="7365ce1964fcc26b" providerId="LiveId" clId="{4EC0E639-4227-4CE2-84A7-60D0B400C4C1}" dt="2021-10-23T08:13:15.655" v="1889" actId="1076"/>
          <ac:picMkLst>
            <pc:docMk/>
            <pc:sldMk cId="3667346829" sldId="544"/>
            <ac:picMk id="206" creationId="{07B60892-D108-4F19-B8F9-FE64024EBD73}"/>
          </ac:picMkLst>
        </pc:picChg>
        <pc:cxnChg chg="add del mod">
          <ac:chgData name="易 方遒" userId="7365ce1964fcc26b" providerId="LiveId" clId="{4EC0E639-4227-4CE2-84A7-60D0B400C4C1}" dt="2021-10-23T08:04:40.617" v="1732"/>
          <ac:cxnSpMkLst>
            <pc:docMk/>
            <pc:sldMk cId="3667346829" sldId="544"/>
            <ac:cxnSpMk id="21" creationId="{E8131A08-7C58-419A-88E8-1D13E855800A}"/>
          </ac:cxnSpMkLst>
        </pc:cxnChg>
        <pc:cxnChg chg="add del mod">
          <ac:chgData name="易 方遒" userId="7365ce1964fcc26b" providerId="LiveId" clId="{4EC0E639-4227-4CE2-84A7-60D0B400C4C1}" dt="2021-10-23T08:04:40.617" v="1732"/>
          <ac:cxnSpMkLst>
            <pc:docMk/>
            <pc:sldMk cId="3667346829" sldId="544"/>
            <ac:cxnSpMk id="22" creationId="{BD659BC1-2E23-4DDA-AB48-9E162831A20D}"/>
          </ac:cxnSpMkLst>
        </pc:cxnChg>
        <pc:cxnChg chg="add del mod">
          <ac:chgData name="易 方遒" userId="7365ce1964fcc26b" providerId="LiveId" clId="{4EC0E639-4227-4CE2-84A7-60D0B400C4C1}" dt="2021-10-23T08:04:40.617" v="1732"/>
          <ac:cxnSpMkLst>
            <pc:docMk/>
            <pc:sldMk cId="3667346829" sldId="544"/>
            <ac:cxnSpMk id="24" creationId="{8BE374AA-39AF-44E1-B0AB-9059AC1C66F4}"/>
          </ac:cxnSpMkLst>
        </pc:cxnChg>
        <pc:cxnChg chg="add del mod">
          <ac:chgData name="易 方遒" userId="7365ce1964fcc26b" providerId="LiveId" clId="{4EC0E639-4227-4CE2-84A7-60D0B400C4C1}" dt="2021-10-23T08:04:40.617" v="1732"/>
          <ac:cxnSpMkLst>
            <pc:docMk/>
            <pc:sldMk cId="3667346829" sldId="544"/>
            <ac:cxnSpMk id="34" creationId="{6265827B-852F-4705-B013-AC8285A2FC6F}"/>
          </ac:cxnSpMkLst>
        </pc:cxnChg>
        <pc:cxnChg chg="add del mod">
          <ac:chgData name="易 方遒" userId="7365ce1964fcc26b" providerId="LiveId" clId="{4EC0E639-4227-4CE2-84A7-60D0B400C4C1}" dt="2021-10-23T08:04:40.617" v="1732"/>
          <ac:cxnSpMkLst>
            <pc:docMk/>
            <pc:sldMk cId="3667346829" sldId="544"/>
            <ac:cxnSpMk id="35" creationId="{57E3CB76-DD1A-4816-817C-0F0735D66895}"/>
          </ac:cxnSpMkLst>
        </pc:cxnChg>
        <pc:cxnChg chg="add del mod">
          <ac:chgData name="易 方遒" userId="7365ce1964fcc26b" providerId="LiveId" clId="{4EC0E639-4227-4CE2-84A7-60D0B400C4C1}" dt="2021-10-23T08:04:40.617" v="1732"/>
          <ac:cxnSpMkLst>
            <pc:docMk/>
            <pc:sldMk cId="3667346829" sldId="544"/>
            <ac:cxnSpMk id="36" creationId="{0AEA11F2-0824-4766-8D1C-3FD0B5E42CB2}"/>
          </ac:cxnSpMkLst>
        </pc:cxnChg>
        <pc:cxnChg chg="add del mod">
          <ac:chgData name="易 方遒" userId="7365ce1964fcc26b" providerId="LiveId" clId="{4EC0E639-4227-4CE2-84A7-60D0B400C4C1}" dt="2021-10-23T08:04:40.617" v="1732"/>
          <ac:cxnSpMkLst>
            <pc:docMk/>
            <pc:sldMk cId="3667346829" sldId="544"/>
            <ac:cxnSpMk id="37" creationId="{CC80C41E-925E-4F7A-B33D-345CF5C7EF06}"/>
          </ac:cxnSpMkLst>
        </pc:cxnChg>
        <pc:cxnChg chg="add del mod">
          <ac:chgData name="易 方遒" userId="7365ce1964fcc26b" providerId="LiveId" clId="{4EC0E639-4227-4CE2-84A7-60D0B400C4C1}" dt="2021-10-23T08:04:40.617" v="1732"/>
          <ac:cxnSpMkLst>
            <pc:docMk/>
            <pc:sldMk cId="3667346829" sldId="544"/>
            <ac:cxnSpMk id="38" creationId="{B361FDE8-66A5-43A9-91D4-3663F51BDD4A}"/>
          </ac:cxnSpMkLst>
        </pc:cxnChg>
        <pc:cxnChg chg="add del mod">
          <ac:chgData name="易 方遒" userId="7365ce1964fcc26b" providerId="LiveId" clId="{4EC0E639-4227-4CE2-84A7-60D0B400C4C1}" dt="2021-10-23T08:04:40.617" v="1732"/>
          <ac:cxnSpMkLst>
            <pc:docMk/>
            <pc:sldMk cId="3667346829" sldId="544"/>
            <ac:cxnSpMk id="57" creationId="{8A5061BE-5053-4C44-A1D6-F37076D4A39F}"/>
          </ac:cxnSpMkLst>
        </pc:cxnChg>
        <pc:cxnChg chg="add del mod">
          <ac:chgData name="易 方遒" userId="7365ce1964fcc26b" providerId="LiveId" clId="{4EC0E639-4227-4CE2-84A7-60D0B400C4C1}" dt="2021-10-23T08:04:40.617" v="1732"/>
          <ac:cxnSpMkLst>
            <pc:docMk/>
            <pc:sldMk cId="3667346829" sldId="544"/>
            <ac:cxnSpMk id="58" creationId="{C2E12131-5C87-4E4E-B121-BB97A9866868}"/>
          </ac:cxnSpMkLst>
        </pc:cxnChg>
        <pc:cxnChg chg="add del mod">
          <ac:chgData name="易 方遒" userId="7365ce1964fcc26b" providerId="LiveId" clId="{4EC0E639-4227-4CE2-84A7-60D0B400C4C1}" dt="2021-10-23T08:04:40.617" v="1732"/>
          <ac:cxnSpMkLst>
            <pc:docMk/>
            <pc:sldMk cId="3667346829" sldId="544"/>
            <ac:cxnSpMk id="59" creationId="{EC4F4CCA-0E27-4475-9195-CF57CBEBE185}"/>
          </ac:cxnSpMkLst>
        </pc:cxnChg>
        <pc:cxnChg chg="add del mod">
          <ac:chgData name="易 方遒" userId="7365ce1964fcc26b" providerId="LiveId" clId="{4EC0E639-4227-4CE2-84A7-60D0B400C4C1}" dt="2021-10-23T08:04:40.617" v="1732"/>
          <ac:cxnSpMkLst>
            <pc:docMk/>
            <pc:sldMk cId="3667346829" sldId="544"/>
            <ac:cxnSpMk id="61" creationId="{44813C5F-C03F-4807-B397-0CF26E9650EF}"/>
          </ac:cxnSpMkLst>
        </pc:cxnChg>
        <pc:cxnChg chg="add del mod">
          <ac:chgData name="易 方遒" userId="7365ce1964fcc26b" providerId="LiveId" clId="{4EC0E639-4227-4CE2-84A7-60D0B400C4C1}" dt="2021-10-23T08:04:40.617" v="1732"/>
          <ac:cxnSpMkLst>
            <pc:docMk/>
            <pc:sldMk cId="3667346829" sldId="544"/>
            <ac:cxnSpMk id="62" creationId="{1AA4225B-0A75-4BDE-B542-CBBC48837F04}"/>
          </ac:cxnSpMkLst>
        </pc:cxnChg>
        <pc:cxnChg chg="add del mod">
          <ac:chgData name="易 方遒" userId="7365ce1964fcc26b" providerId="LiveId" clId="{4EC0E639-4227-4CE2-84A7-60D0B400C4C1}" dt="2021-10-23T08:04:40.617" v="1732"/>
          <ac:cxnSpMkLst>
            <pc:docMk/>
            <pc:sldMk cId="3667346829" sldId="544"/>
            <ac:cxnSpMk id="64" creationId="{355EA1F8-782F-4305-BC8A-64D7D89E2686}"/>
          </ac:cxnSpMkLst>
        </pc:cxnChg>
        <pc:cxnChg chg="add del mod">
          <ac:chgData name="易 方遒" userId="7365ce1964fcc26b" providerId="LiveId" clId="{4EC0E639-4227-4CE2-84A7-60D0B400C4C1}" dt="2021-10-23T08:04:40.617" v="1732"/>
          <ac:cxnSpMkLst>
            <pc:docMk/>
            <pc:sldMk cId="3667346829" sldId="544"/>
            <ac:cxnSpMk id="67" creationId="{00D7DCED-C5A1-44F1-86BE-9E0CAAC7DFFC}"/>
          </ac:cxnSpMkLst>
        </pc:cxnChg>
        <pc:cxnChg chg="add del mod">
          <ac:chgData name="易 方遒" userId="7365ce1964fcc26b" providerId="LiveId" clId="{4EC0E639-4227-4CE2-84A7-60D0B400C4C1}" dt="2021-10-23T08:04:40.617" v="1732"/>
          <ac:cxnSpMkLst>
            <pc:docMk/>
            <pc:sldMk cId="3667346829" sldId="544"/>
            <ac:cxnSpMk id="68" creationId="{828CD866-AE79-4662-A0A8-EDB5C658DC2E}"/>
          </ac:cxnSpMkLst>
        </pc:cxnChg>
        <pc:cxnChg chg="add del mod">
          <ac:chgData name="易 方遒" userId="7365ce1964fcc26b" providerId="LiveId" clId="{4EC0E639-4227-4CE2-84A7-60D0B400C4C1}" dt="2021-10-23T08:04:40.617" v="1732"/>
          <ac:cxnSpMkLst>
            <pc:docMk/>
            <pc:sldMk cId="3667346829" sldId="544"/>
            <ac:cxnSpMk id="69" creationId="{5D1C57DD-8D52-488E-81D9-4CB709663E31}"/>
          </ac:cxnSpMkLst>
        </pc:cxnChg>
        <pc:cxnChg chg="add del mod">
          <ac:chgData name="易 方遒" userId="7365ce1964fcc26b" providerId="LiveId" clId="{4EC0E639-4227-4CE2-84A7-60D0B400C4C1}" dt="2021-10-23T08:04:40.617" v="1732"/>
          <ac:cxnSpMkLst>
            <pc:docMk/>
            <pc:sldMk cId="3667346829" sldId="544"/>
            <ac:cxnSpMk id="72" creationId="{A9A63B07-BB6F-45D7-864B-BBBE4FAF8B0B}"/>
          </ac:cxnSpMkLst>
        </pc:cxnChg>
        <pc:cxnChg chg="add del mod">
          <ac:chgData name="易 方遒" userId="7365ce1964fcc26b" providerId="LiveId" clId="{4EC0E639-4227-4CE2-84A7-60D0B400C4C1}" dt="2021-10-23T08:04:40.617" v="1732"/>
          <ac:cxnSpMkLst>
            <pc:docMk/>
            <pc:sldMk cId="3667346829" sldId="544"/>
            <ac:cxnSpMk id="73" creationId="{335BA840-209A-4690-80D3-E2129F1F053D}"/>
          </ac:cxnSpMkLst>
        </pc:cxnChg>
        <pc:cxnChg chg="add del mod">
          <ac:chgData name="易 方遒" userId="7365ce1964fcc26b" providerId="LiveId" clId="{4EC0E639-4227-4CE2-84A7-60D0B400C4C1}" dt="2021-10-23T08:04:40.617" v="1732"/>
          <ac:cxnSpMkLst>
            <pc:docMk/>
            <pc:sldMk cId="3667346829" sldId="544"/>
            <ac:cxnSpMk id="74" creationId="{F3789431-D5E0-405E-896E-EE7A64B60CAB}"/>
          </ac:cxnSpMkLst>
        </pc:cxnChg>
        <pc:cxnChg chg="add del mod">
          <ac:chgData name="易 方遒" userId="7365ce1964fcc26b" providerId="LiveId" clId="{4EC0E639-4227-4CE2-84A7-60D0B400C4C1}" dt="2021-10-23T08:04:40.617" v="1732"/>
          <ac:cxnSpMkLst>
            <pc:docMk/>
            <pc:sldMk cId="3667346829" sldId="544"/>
            <ac:cxnSpMk id="75" creationId="{F954ACCD-389F-4185-903D-20E543E26002}"/>
          </ac:cxnSpMkLst>
        </pc:cxnChg>
        <pc:cxnChg chg="add del mod">
          <ac:chgData name="易 方遒" userId="7365ce1964fcc26b" providerId="LiveId" clId="{4EC0E639-4227-4CE2-84A7-60D0B400C4C1}" dt="2021-10-23T08:04:40.617" v="1732"/>
          <ac:cxnSpMkLst>
            <pc:docMk/>
            <pc:sldMk cId="3667346829" sldId="544"/>
            <ac:cxnSpMk id="76" creationId="{5324AF75-E5F1-4A8A-ADA4-F9F8FBA805D1}"/>
          </ac:cxnSpMkLst>
        </pc:cxnChg>
        <pc:cxnChg chg="add del mod">
          <ac:chgData name="易 方遒" userId="7365ce1964fcc26b" providerId="LiveId" clId="{4EC0E639-4227-4CE2-84A7-60D0B400C4C1}" dt="2021-10-23T08:04:40.617" v="1732"/>
          <ac:cxnSpMkLst>
            <pc:docMk/>
            <pc:sldMk cId="3667346829" sldId="544"/>
            <ac:cxnSpMk id="77" creationId="{CFB4D12E-455F-4B30-BA12-77D3E91B9E4E}"/>
          </ac:cxnSpMkLst>
        </pc:cxnChg>
        <pc:cxnChg chg="add del mod">
          <ac:chgData name="易 方遒" userId="7365ce1964fcc26b" providerId="LiveId" clId="{4EC0E639-4227-4CE2-84A7-60D0B400C4C1}" dt="2021-10-23T08:04:40.617" v="1732"/>
          <ac:cxnSpMkLst>
            <pc:docMk/>
            <pc:sldMk cId="3667346829" sldId="544"/>
            <ac:cxnSpMk id="78" creationId="{8A435D06-BCB7-4A3E-8713-FDD7A8E30B5B}"/>
          </ac:cxnSpMkLst>
        </pc:cxnChg>
        <pc:cxnChg chg="add del mod">
          <ac:chgData name="易 方遒" userId="7365ce1964fcc26b" providerId="LiveId" clId="{4EC0E639-4227-4CE2-84A7-60D0B400C4C1}" dt="2021-10-23T08:04:40.617" v="1732"/>
          <ac:cxnSpMkLst>
            <pc:docMk/>
            <pc:sldMk cId="3667346829" sldId="544"/>
            <ac:cxnSpMk id="79" creationId="{28C74C48-2B0B-471F-8ECD-58590238EA13}"/>
          </ac:cxnSpMkLst>
        </pc:cxnChg>
        <pc:cxnChg chg="add del mod">
          <ac:chgData name="易 方遒" userId="7365ce1964fcc26b" providerId="LiveId" clId="{4EC0E639-4227-4CE2-84A7-60D0B400C4C1}" dt="2021-10-23T08:04:40.617" v="1732"/>
          <ac:cxnSpMkLst>
            <pc:docMk/>
            <pc:sldMk cId="3667346829" sldId="544"/>
            <ac:cxnSpMk id="80" creationId="{8B37AB0E-A9AA-4F08-ADD5-FDC86CF6E682}"/>
          </ac:cxnSpMkLst>
        </pc:cxnChg>
        <pc:cxnChg chg="add del mod">
          <ac:chgData name="易 方遒" userId="7365ce1964fcc26b" providerId="LiveId" clId="{4EC0E639-4227-4CE2-84A7-60D0B400C4C1}" dt="2021-10-23T08:04:40.617" v="1732"/>
          <ac:cxnSpMkLst>
            <pc:docMk/>
            <pc:sldMk cId="3667346829" sldId="544"/>
            <ac:cxnSpMk id="81" creationId="{B7034125-08F0-4130-B302-1E314BE55230}"/>
          </ac:cxnSpMkLst>
        </pc:cxnChg>
        <pc:cxnChg chg="add del mod">
          <ac:chgData name="易 方遒" userId="7365ce1964fcc26b" providerId="LiveId" clId="{4EC0E639-4227-4CE2-84A7-60D0B400C4C1}" dt="2021-10-23T08:04:40.617" v="1732"/>
          <ac:cxnSpMkLst>
            <pc:docMk/>
            <pc:sldMk cId="3667346829" sldId="544"/>
            <ac:cxnSpMk id="82" creationId="{D984DBDB-6684-4D38-AF5D-952F9F0CD7AC}"/>
          </ac:cxnSpMkLst>
        </pc:cxnChg>
        <pc:cxnChg chg="add del mod">
          <ac:chgData name="易 方遒" userId="7365ce1964fcc26b" providerId="LiveId" clId="{4EC0E639-4227-4CE2-84A7-60D0B400C4C1}" dt="2021-10-23T08:04:40.617" v="1732"/>
          <ac:cxnSpMkLst>
            <pc:docMk/>
            <pc:sldMk cId="3667346829" sldId="544"/>
            <ac:cxnSpMk id="83" creationId="{2C374C42-168E-4122-A219-92C3A2D469D2}"/>
          </ac:cxnSpMkLst>
        </pc:cxnChg>
        <pc:cxnChg chg="add del mod">
          <ac:chgData name="易 方遒" userId="7365ce1964fcc26b" providerId="LiveId" clId="{4EC0E639-4227-4CE2-84A7-60D0B400C4C1}" dt="2021-10-23T08:04:40.617" v="1732"/>
          <ac:cxnSpMkLst>
            <pc:docMk/>
            <pc:sldMk cId="3667346829" sldId="544"/>
            <ac:cxnSpMk id="98" creationId="{6626164E-453F-4B4A-8102-0D5A3FB1C726}"/>
          </ac:cxnSpMkLst>
        </pc:cxnChg>
        <pc:cxnChg chg="add del mod">
          <ac:chgData name="易 方遒" userId="7365ce1964fcc26b" providerId="LiveId" clId="{4EC0E639-4227-4CE2-84A7-60D0B400C4C1}" dt="2021-10-23T08:05:36.882" v="1735" actId="478"/>
          <ac:cxnSpMkLst>
            <pc:docMk/>
            <pc:sldMk cId="3667346829" sldId="544"/>
            <ac:cxnSpMk id="112" creationId="{5BC454B9-9C8F-4D0B-AB3B-F0A53143D049}"/>
          </ac:cxnSpMkLst>
        </pc:cxnChg>
        <pc:cxnChg chg="add del mod">
          <ac:chgData name="易 方遒" userId="7365ce1964fcc26b" providerId="LiveId" clId="{4EC0E639-4227-4CE2-84A7-60D0B400C4C1}" dt="2021-10-23T08:05:36.882" v="1735" actId="478"/>
          <ac:cxnSpMkLst>
            <pc:docMk/>
            <pc:sldMk cId="3667346829" sldId="544"/>
            <ac:cxnSpMk id="113" creationId="{3601EEC1-2DE5-4325-8DDF-7C3660E82F70}"/>
          </ac:cxnSpMkLst>
        </pc:cxnChg>
        <pc:cxnChg chg="add del mod">
          <ac:chgData name="易 方遒" userId="7365ce1964fcc26b" providerId="LiveId" clId="{4EC0E639-4227-4CE2-84A7-60D0B400C4C1}" dt="2021-10-23T08:05:36.882" v="1735" actId="478"/>
          <ac:cxnSpMkLst>
            <pc:docMk/>
            <pc:sldMk cId="3667346829" sldId="544"/>
            <ac:cxnSpMk id="115" creationId="{83A62CA2-9C22-4FBA-919C-1CBEB100E63D}"/>
          </ac:cxnSpMkLst>
        </pc:cxnChg>
        <pc:cxnChg chg="add del mod">
          <ac:chgData name="易 方遒" userId="7365ce1964fcc26b" providerId="LiveId" clId="{4EC0E639-4227-4CE2-84A7-60D0B400C4C1}" dt="2021-10-23T08:05:36.882" v="1735" actId="478"/>
          <ac:cxnSpMkLst>
            <pc:docMk/>
            <pc:sldMk cId="3667346829" sldId="544"/>
            <ac:cxnSpMk id="125" creationId="{DA7B2C8A-B92C-425E-8C3C-5D4F313DEF54}"/>
          </ac:cxnSpMkLst>
        </pc:cxnChg>
        <pc:cxnChg chg="add del mod">
          <ac:chgData name="易 方遒" userId="7365ce1964fcc26b" providerId="LiveId" clId="{4EC0E639-4227-4CE2-84A7-60D0B400C4C1}" dt="2021-10-23T08:05:36.882" v="1735" actId="478"/>
          <ac:cxnSpMkLst>
            <pc:docMk/>
            <pc:sldMk cId="3667346829" sldId="544"/>
            <ac:cxnSpMk id="126" creationId="{55433378-0E7E-40F0-A91A-B88BF84FEA5C}"/>
          </ac:cxnSpMkLst>
        </pc:cxnChg>
        <pc:cxnChg chg="add del mod">
          <ac:chgData name="易 方遒" userId="7365ce1964fcc26b" providerId="LiveId" clId="{4EC0E639-4227-4CE2-84A7-60D0B400C4C1}" dt="2021-10-23T08:05:36.882" v="1735" actId="478"/>
          <ac:cxnSpMkLst>
            <pc:docMk/>
            <pc:sldMk cId="3667346829" sldId="544"/>
            <ac:cxnSpMk id="127" creationId="{07143D5A-DB65-47D8-93D9-A83DF28309E9}"/>
          </ac:cxnSpMkLst>
        </pc:cxnChg>
        <pc:cxnChg chg="add del mod">
          <ac:chgData name="易 方遒" userId="7365ce1964fcc26b" providerId="LiveId" clId="{4EC0E639-4227-4CE2-84A7-60D0B400C4C1}" dt="2021-10-23T08:05:36.882" v="1735" actId="478"/>
          <ac:cxnSpMkLst>
            <pc:docMk/>
            <pc:sldMk cId="3667346829" sldId="544"/>
            <ac:cxnSpMk id="128" creationId="{A12011F6-A1B6-49BE-801A-C33E926F2E34}"/>
          </ac:cxnSpMkLst>
        </pc:cxnChg>
        <pc:cxnChg chg="add del mod">
          <ac:chgData name="易 方遒" userId="7365ce1964fcc26b" providerId="LiveId" clId="{4EC0E639-4227-4CE2-84A7-60D0B400C4C1}" dt="2021-10-23T08:05:36.882" v="1735" actId="478"/>
          <ac:cxnSpMkLst>
            <pc:docMk/>
            <pc:sldMk cId="3667346829" sldId="544"/>
            <ac:cxnSpMk id="129" creationId="{F2BE9CDF-F2B5-4786-9749-9B09D2EB60C8}"/>
          </ac:cxnSpMkLst>
        </pc:cxnChg>
        <pc:cxnChg chg="add del mod">
          <ac:chgData name="易 方遒" userId="7365ce1964fcc26b" providerId="LiveId" clId="{4EC0E639-4227-4CE2-84A7-60D0B400C4C1}" dt="2021-10-23T08:05:36.882" v="1735" actId="478"/>
          <ac:cxnSpMkLst>
            <pc:docMk/>
            <pc:sldMk cId="3667346829" sldId="544"/>
            <ac:cxnSpMk id="148" creationId="{E88CE3E5-2D76-4D29-9840-961192859B83}"/>
          </ac:cxnSpMkLst>
        </pc:cxnChg>
        <pc:cxnChg chg="add del mod">
          <ac:chgData name="易 方遒" userId="7365ce1964fcc26b" providerId="LiveId" clId="{4EC0E639-4227-4CE2-84A7-60D0B400C4C1}" dt="2021-10-23T08:05:36.882" v="1735" actId="478"/>
          <ac:cxnSpMkLst>
            <pc:docMk/>
            <pc:sldMk cId="3667346829" sldId="544"/>
            <ac:cxnSpMk id="149" creationId="{EFD7E381-E980-41D5-9721-5A51F0DB15BE}"/>
          </ac:cxnSpMkLst>
        </pc:cxnChg>
        <pc:cxnChg chg="add del mod">
          <ac:chgData name="易 方遒" userId="7365ce1964fcc26b" providerId="LiveId" clId="{4EC0E639-4227-4CE2-84A7-60D0B400C4C1}" dt="2021-10-23T08:05:36.882" v="1735" actId="478"/>
          <ac:cxnSpMkLst>
            <pc:docMk/>
            <pc:sldMk cId="3667346829" sldId="544"/>
            <ac:cxnSpMk id="150" creationId="{C2C7854A-BD4D-417F-8D29-15D09E491BCA}"/>
          </ac:cxnSpMkLst>
        </pc:cxnChg>
        <pc:cxnChg chg="add del mod">
          <ac:chgData name="易 方遒" userId="7365ce1964fcc26b" providerId="LiveId" clId="{4EC0E639-4227-4CE2-84A7-60D0B400C4C1}" dt="2021-10-23T08:05:36.882" v="1735" actId="478"/>
          <ac:cxnSpMkLst>
            <pc:docMk/>
            <pc:sldMk cId="3667346829" sldId="544"/>
            <ac:cxnSpMk id="152" creationId="{FF6B1666-0C9C-4EC1-8F1F-9903E7EB6C87}"/>
          </ac:cxnSpMkLst>
        </pc:cxnChg>
        <pc:cxnChg chg="add del mod">
          <ac:chgData name="易 方遒" userId="7365ce1964fcc26b" providerId="LiveId" clId="{4EC0E639-4227-4CE2-84A7-60D0B400C4C1}" dt="2021-10-23T08:05:36.882" v="1735" actId="478"/>
          <ac:cxnSpMkLst>
            <pc:docMk/>
            <pc:sldMk cId="3667346829" sldId="544"/>
            <ac:cxnSpMk id="153" creationId="{29AFEDC5-DFA4-49D0-972D-9532F7F0AA38}"/>
          </ac:cxnSpMkLst>
        </pc:cxnChg>
        <pc:cxnChg chg="add del mod">
          <ac:chgData name="易 方遒" userId="7365ce1964fcc26b" providerId="LiveId" clId="{4EC0E639-4227-4CE2-84A7-60D0B400C4C1}" dt="2021-10-23T08:05:36.882" v="1735" actId="478"/>
          <ac:cxnSpMkLst>
            <pc:docMk/>
            <pc:sldMk cId="3667346829" sldId="544"/>
            <ac:cxnSpMk id="155" creationId="{81A3BF01-139A-4ED7-91DD-5DC41999B652}"/>
          </ac:cxnSpMkLst>
        </pc:cxnChg>
        <pc:cxnChg chg="add del mod">
          <ac:chgData name="易 方遒" userId="7365ce1964fcc26b" providerId="LiveId" clId="{4EC0E639-4227-4CE2-84A7-60D0B400C4C1}" dt="2021-10-23T08:05:36.882" v="1735" actId="478"/>
          <ac:cxnSpMkLst>
            <pc:docMk/>
            <pc:sldMk cId="3667346829" sldId="544"/>
            <ac:cxnSpMk id="158" creationId="{B139EB8D-622D-457E-B022-0845BD9CA25D}"/>
          </ac:cxnSpMkLst>
        </pc:cxnChg>
        <pc:cxnChg chg="add del mod">
          <ac:chgData name="易 方遒" userId="7365ce1964fcc26b" providerId="LiveId" clId="{4EC0E639-4227-4CE2-84A7-60D0B400C4C1}" dt="2021-10-23T08:05:36.882" v="1735" actId="478"/>
          <ac:cxnSpMkLst>
            <pc:docMk/>
            <pc:sldMk cId="3667346829" sldId="544"/>
            <ac:cxnSpMk id="159" creationId="{4FC1D53A-EA0B-4E4F-886F-6BE6F8B242F7}"/>
          </ac:cxnSpMkLst>
        </pc:cxnChg>
        <pc:cxnChg chg="add del mod">
          <ac:chgData name="易 方遒" userId="7365ce1964fcc26b" providerId="LiveId" clId="{4EC0E639-4227-4CE2-84A7-60D0B400C4C1}" dt="2021-10-23T08:05:36.882" v="1735" actId="478"/>
          <ac:cxnSpMkLst>
            <pc:docMk/>
            <pc:sldMk cId="3667346829" sldId="544"/>
            <ac:cxnSpMk id="160" creationId="{1FDDDEF7-A47F-4243-A29D-4FDDCBF3DE31}"/>
          </ac:cxnSpMkLst>
        </pc:cxnChg>
        <pc:cxnChg chg="add del mod">
          <ac:chgData name="易 方遒" userId="7365ce1964fcc26b" providerId="LiveId" clId="{4EC0E639-4227-4CE2-84A7-60D0B400C4C1}" dt="2021-10-23T08:05:36.882" v="1735" actId="478"/>
          <ac:cxnSpMkLst>
            <pc:docMk/>
            <pc:sldMk cId="3667346829" sldId="544"/>
            <ac:cxnSpMk id="163" creationId="{A41DE132-C255-469D-BB63-E009730F7541}"/>
          </ac:cxnSpMkLst>
        </pc:cxnChg>
        <pc:cxnChg chg="add del mod">
          <ac:chgData name="易 方遒" userId="7365ce1964fcc26b" providerId="LiveId" clId="{4EC0E639-4227-4CE2-84A7-60D0B400C4C1}" dt="2021-10-23T08:05:36.882" v="1735" actId="478"/>
          <ac:cxnSpMkLst>
            <pc:docMk/>
            <pc:sldMk cId="3667346829" sldId="544"/>
            <ac:cxnSpMk id="164" creationId="{BE67196C-C1F6-4EE9-9B15-92AB38174D26}"/>
          </ac:cxnSpMkLst>
        </pc:cxnChg>
        <pc:cxnChg chg="add del mod">
          <ac:chgData name="易 方遒" userId="7365ce1964fcc26b" providerId="LiveId" clId="{4EC0E639-4227-4CE2-84A7-60D0B400C4C1}" dt="2021-10-23T08:05:36.882" v="1735" actId="478"/>
          <ac:cxnSpMkLst>
            <pc:docMk/>
            <pc:sldMk cId="3667346829" sldId="544"/>
            <ac:cxnSpMk id="165" creationId="{9713C59D-0085-4F66-BB06-9D6330E616C4}"/>
          </ac:cxnSpMkLst>
        </pc:cxnChg>
        <pc:cxnChg chg="add del mod">
          <ac:chgData name="易 方遒" userId="7365ce1964fcc26b" providerId="LiveId" clId="{4EC0E639-4227-4CE2-84A7-60D0B400C4C1}" dt="2021-10-23T08:05:36.882" v="1735" actId="478"/>
          <ac:cxnSpMkLst>
            <pc:docMk/>
            <pc:sldMk cId="3667346829" sldId="544"/>
            <ac:cxnSpMk id="166" creationId="{0744BDD5-3F0F-4D6B-A06B-D569B019F84B}"/>
          </ac:cxnSpMkLst>
        </pc:cxnChg>
        <pc:cxnChg chg="add del mod">
          <ac:chgData name="易 方遒" userId="7365ce1964fcc26b" providerId="LiveId" clId="{4EC0E639-4227-4CE2-84A7-60D0B400C4C1}" dt="2021-10-23T08:05:36.882" v="1735" actId="478"/>
          <ac:cxnSpMkLst>
            <pc:docMk/>
            <pc:sldMk cId="3667346829" sldId="544"/>
            <ac:cxnSpMk id="167" creationId="{91141083-E1AA-49BC-88B1-612ADB422AA9}"/>
          </ac:cxnSpMkLst>
        </pc:cxnChg>
        <pc:cxnChg chg="add del mod">
          <ac:chgData name="易 方遒" userId="7365ce1964fcc26b" providerId="LiveId" clId="{4EC0E639-4227-4CE2-84A7-60D0B400C4C1}" dt="2021-10-23T08:05:36.882" v="1735" actId="478"/>
          <ac:cxnSpMkLst>
            <pc:docMk/>
            <pc:sldMk cId="3667346829" sldId="544"/>
            <ac:cxnSpMk id="168" creationId="{F6462F10-948D-45FE-9704-6CF264BE8F2B}"/>
          </ac:cxnSpMkLst>
        </pc:cxnChg>
        <pc:cxnChg chg="add del mod">
          <ac:chgData name="易 方遒" userId="7365ce1964fcc26b" providerId="LiveId" clId="{4EC0E639-4227-4CE2-84A7-60D0B400C4C1}" dt="2021-10-23T08:05:36.882" v="1735" actId="478"/>
          <ac:cxnSpMkLst>
            <pc:docMk/>
            <pc:sldMk cId="3667346829" sldId="544"/>
            <ac:cxnSpMk id="169" creationId="{86636E82-556F-4618-934A-8D70CA93062C}"/>
          </ac:cxnSpMkLst>
        </pc:cxnChg>
        <pc:cxnChg chg="add del mod">
          <ac:chgData name="易 方遒" userId="7365ce1964fcc26b" providerId="LiveId" clId="{4EC0E639-4227-4CE2-84A7-60D0B400C4C1}" dt="2021-10-23T08:05:36.882" v="1735" actId="478"/>
          <ac:cxnSpMkLst>
            <pc:docMk/>
            <pc:sldMk cId="3667346829" sldId="544"/>
            <ac:cxnSpMk id="170" creationId="{219D9907-C508-4B30-B4AC-2738A9ED3BF1}"/>
          </ac:cxnSpMkLst>
        </pc:cxnChg>
        <pc:cxnChg chg="add del mod">
          <ac:chgData name="易 方遒" userId="7365ce1964fcc26b" providerId="LiveId" clId="{4EC0E639-4227-4CE2-84A7-60D0B400C4C1}" dt="2021-10-23T08:05:36.882" v="1735" actId="478"/>
          <ac:cxnSpMkLst>
            <pc:docMk/>
            <pc:sldMk cId="3667346829" sldId="544"/>
            <ac:cxnSpMk id="171" creationId="{378DD410-2E36-4C2A-9795-0117150D3310}"/>
          </ac:cxnSpMkLst>
        </pc:cxnChg>
        <pc:cxnChg chg="add del mod">
          <ac:chgData name="易 方遒" userId="7365ce1964fcc26b" providerId="LiveId" clId="{4EC0E639-4227-4CE2-84A7-60D0B400C4C1}" dt="2021-10-23T08:05:36.882" v="1735" actId="478"/>
          <ac:cxnSpMkLst>
            <pc:docMk/>
            <pc:sldMk cId="3667346829" sldId="544"/>
            <ac:cxnSpMk id="172" creationId="{C6175EE8-BFA7-43CD-AF61-89194DBB9380}"/>
          </ac:cxnSpMkLst>
        </pc:cxnChg>
        <pc:cxnChg chg="add del mod">
          <ac:chgData name="易 方遒" userId="7365ce1964fcc26b" providerId="LiveId" clId="{4EC0E639-4227-4CE2-84A7-60D0B400C4C1}" dt="2021-10-23T08:05:36.882" v="1735" actId="478"/>
          <ac:cxnSpMkLst>
            <pc:docMk/>
            <pc:sldMk cId="3667346829" sldId="544"/>
            <ac:cxnSpMk id="173" creationId="{D7EAE8CC-86FF-48B1-978D-E9AD04376399}"/>
          </ac:cxnSpMkLst>
        </pc:cxnChg>
        <pc:cxnChg chg="add del mod">
          <ac:chgData name="易 方遒" userId="7365ce1964fcc26b" providerId="LiveId" clId="{4EC0E639-4227-4CE2-84A7-60D0B400C4C1}" dt="2021-10-23T08:05:36.882" v="1735" actId="478"/>
          <ac:cxnSpMkLst>
            <pc:docMk/>
            <pc:sldMk cId="3667346829" sldId="544"/>
            <ac:cxnSpMk id="174" creationId="{F4077CB8-34C7-4643-81FC-FF09C783E23C}"/>
          </ac:cxnSpMkLst>
        </pc:cxnChg>
        <pc:cxnChg chg="add del mod">
          <ac:chgData name="易 方遒" userId="7365ce1964fcc26b" providerId="LiveId" clId="{4EC0E639-4227-4CE2-84A7-60D0B400C4C1}" dt="2021-10-23T08:05:36.882" v="1735" actId="478"/>
          <ac:cxnSpMkLst>
            <pc:docMk/>
            <pc:sldMk cId="3667346829" sldId="544"/>
            <ac:cxnSpMk id="189" creationId="{2D7FE672-9F2F-404F-977A-13C55278A28F}"/>
          </ac:cxnSpMkLst>
        </pc:cxnChg>
        <pc:cxnChg chg="add mod">
          <ac:chgData name="易 方遒" userId="7365ce1964fcc26b" providerId="LiveId" clId="{4EC0E639-4227-4CE2-84A7-60D0B400C4C1}" dt="2021-10-23T08:11:28.164" v="1879" actId="1076"/>
          <ac:cxnSpMkLst>
            <pc:docMk/>
            <pc:sldMk cId="3667346829" sldId="544"/>
            <ac:cxnSpMk id="201" creationId="{33AC062E-F710-4E4A-80E6-8820744B75D7}"/>
          </ac:cxnSpMkLst>
        </pc:cxnChg>
      </pc:sldChg>
      <pc:sldChg chg="add del modAnim">
        <pc:chgData name="易 方遒" userId="7365ce1964fcc26b" providerId="LiveId" clId="{4EC0E639-4227-4CE2-84A7-60D0B400C4C1}" dt="2021-10-23T08:42:35.524" v="2402" actId="47"/>
        <pc:sldMkLst>
          <pc:docMk/>
          <pc:sldMk cId="1447523675" sldId="545"/>
        </pc:sldMkLst>
      </pc:sldChg>
      <pc:sldChg chg="add del modTransition">
        <pc:chgData name="易 方遒" userId="7365ce1964fcc26b" providerId="LiveId" clId="{4EC0E639-4227-4CE2-84A7-60D0B400C4C1}" dt="2021-10-23T08:05:48.062" v="1736" actId="47"/>
        <pc:sldMkLst>
          <pc:docMk/>
          <pc:sldMk cId="4293003505" sldId="545"/>
        </pc:sldMkLst>
      </pc:sldChg>
      <pc:sldChg chg="add del">
        <pc:chgData name="易 方遒" userId="7365ce1964fcc26b" providerId="LiveId" clId="{4EC0E639-4227-4CE2-84A7-60D0B400C4C1}" dt="2021-10-23T08:42:38.127" v="2403" actId="47"/>
        <pc:sldMkLst>
          <pc:docMk/>
          <pc:sldMk cId="2687607800" sldId="546"/>
        </pc:sldMkLst>
      </pc:sldChg>
      <pc:sldChg chg="addSp delSp modSp add mod modTransition modAnim modNotesTx">
        <pc:chgData name="易 方遒" userId="7365ce1964fcc26b" providerId="LiveId" clId="{4EC0E639-4227-4CE2-84A7-60D0B400C4C1}" dt="2021-10-23T08:52:16.964" v="2557" actId="478"/>
        <pc:sldMkLst>
          <pc:docMk/>
          <pc:sldMk cId="1011004996" sldId="547"/>
        </pc:sldMkLst>
        <pc:spChg chg="add del mod">
          <ac:chgData name="易 方遒" userId="7365ce1964fcc26b" providerId="LiveId" clId="{4EC0E639-4227-4CE2-84A7-60D0B400C4C1}" dt="2021-10-23T08:23:20.310" v="2006" actId="478"/>
          <ac:spMkLst>
            <pc:docMk/>
            <pc:sldMk cId="1011004996" sldId="547"/>
            <ac:spMk id="2" creationId="{0CEA2346-AADB-4DB6-ABBA-344233B49ED9}"/>
          </ac:spMkLst>
        </pc:spChg>
        <pc:spChg chg="del">
          <ac:chgData name="易 方遒" userId="7365ce1964fcc26b" providerId="LiveId" clId="{4EC0E639-4227-4CE2-84A7-60D0B400C4C1}" dt="2021-10-23T08:52:16.964" v="2557" actId="478"/>
          <ac:spMkLst>
            <pc:docMk/>
            <pc:sldMk cId="1011004996" sldId="547"/>
            <ac:spMk id="3" creationId="{00000000-0000-0000-0000-000000000000}"/>
          </ac:spMkLst>
        </pc:spChg>
        <pc:spChg chg="add del mod ord">
          <ac:chgData name="易 方遒" userId="7365ce1964fcc26b" providerId="LiveId" clId="{4EC0E639-4227-4CE2-84A7-60D0B400C4C1}" dt="2021-10-23T08:23:20.310" v="2006" actId="478"/>
          <ac:spMkLst>
            <pc:docMk/>
            <pc:sldMk cId="1011004996" sldId="547"/>
            <ac:spMk id="5" creationId="{D7DBDC69-BB9B-48AE-B3CB-10CDE44D3CE5}"/>
          </ac:spMkLst>
        </pc:spChg>
        <pc:spChg chg="add mod">
          <ac:chgData name="易 方遒" userId="7365ce1964fcc26b" providerId="LiveId" clId="{4EC0E639-4227-4CE2-84A7-60D0B400C4C1}" dt="2021-10-23T08:25:46.879" v="2161" actId="1076"/>
          <ac:spMkLst>
            <pc:docMk/>
            <pc:sldMk cId="1011004996" sldId="547"/>
            <ac:spMk id="8" creationId="{8356BA97-663C-4182-9F14-173EF3D52BA2}"/>
          </ac:spMkLst>
        </pc:spChg>
        <pc:spChg chg="add mod">
          <ac:chgData name="易 方遒" userId="7365ce1964fcc26b" providerId="LiveId" clId="{4EC0E639-4227-4CE2-84A7-60D0B400C4C1}" dt="2021-10-23T08:26:30.835" v="2186" actId="20577"/>
          <ac:spMkLst>
            <pc:docMk/>
            <pc:sldMk cId="1011004996" sldId="547"/>
            <ac:spMk id="16" creationId="{8C704067-A1B0-40F0-9BD7-BE7212C4082D}"/>
          </ac:spMkLst>
        </pc:spChg>
        <pc:spChg chg="mod">
          <ac:chgData name="易 方遒" userId="7365ce1964fcc26b" providerId="LiveId" clId="{4EC0E639-4227-4CE2-84A7-60D0B400C4C1}" dt="2021-10-23T08:23:28.284" v="2096" actId="1038"/>
          <ac:spMkLst>
            <pc:docMk/>
            <pc:sldMk cId="1011004996" sldId="547"/>
            <ac:spMk id="203" creationId="{BCD97D1D-13CD-42FC-BE66-4F2D6BB5737D}"/>
          </ac:spMkLst>
        </pc:spChg>
        <pc:spChg chg="mod">
          <ac:chgData name="易 方遒" userId="7365ce1964fcc26b" providerId="LiveId" clId="{4EC0E639-4227-4CE2-84A7-60D0B400C4C1}" dt="2021-10-23T08:23:28.284" v="2096" actId="1038"/>
          <ac:spMkLst>
            <pc:docMk/>
            <pc:sldMk cId="1011004996" sldId="547"/>
            <ac:spMk id="204" creationId="{4BD6C52B-B831-4A8D-BADF-84A0A70DF021}"/>
          </ac:spMkLst>
        </pc:spChg>
        <pc:picChg chg="mod">
          <ac:chgData name="易 方遒" userId="7365ce1964fcc26b" providerId="LiveId" clId="{4EC0E639-4227-4CE2-84A7-60D0B400C4C1}" dt="2021-10-23T08:23:28.284" v="2096" actId="1038"/>
          <ac:picMkLst>
            <pc:docMk/>
            <pc:sldMk cId="1011004996" sldId="547"/>
            <ac:picMk id="199" creationId="{49817CC2-3F7F-4703-9477-2927116C3BE7}"/>
          </ac:picMkLst>
        </pc:picChg>
        <pc:picChg chg="mod">
          <ac:chgData name="易 方遒" userId="7365ce1964fcc26b" providerId="LiveId" clId="{4EC0E639-4227-4CE2-84A7-60D0B400C4C1}" dt="2021-10-23T08:23:28.284" v="2096" actId="1038"/>
          <ac:picMkLst>
            <pc:docMk/>
            <pc:sldMk cId="1011004996" sldId="547"/>
            <ac:picMk id="205" creationId="{BBAAAF33-5F04-490F-9405-64A541A48490}"/>
          </ac:picMkLst>
        </pc:picChg>
        <pc:picChg chg="mod">
          <ac:chgData name="易 方遒" userId="7365ce1964fcc26b" providerId="LiveId" clId="{4EC0E639-4227-4CE2-84A7-60D0B400C4C1}" dt="2021-10-23T08:23:28.284" v="2096" actId="1038"/>
          <ac:picMkLst>
            <pc:docMk/>
            <pc:sldMk cId="1011004996" sldId="547"/>
            <ac:picMk id="206" creationId="{07B60892-D108-4F19-B8F9-FE64024EBD73}"/>
          </ac:picMkLst>
        </pc:picChg>
        <pc:cxnChg chg="add mod">
          <ac:chgData name="易 方遒" userId="7365ce1964fcc26b" providerId="LiveId" clId="{4EC0E639-4227-4CE2-84A7-60D0B400C4C1}" dt="2021-10-23T08:25:33.335" v="2160" actId="552"/>
          <ac:cxnSpMkLst>
            <pc:docMk/>
            <pc:sldMk cId="1011004996" sldId="547"/>
            <ac:cxnSpMk id="7" creationId="{302044B2-40C2-43AA-805F-66E35BE68228}"/>
          </ac:cxnSpMkLst>
        </pc:cxnChg>
        <pc:cxnChg chg="add">
          <ac:chgData name="易 方遒" userId="7365ce1964fcc26b" providerId="LiveId" clId="{4EC0E639-4227-4CE2-84A7-60D0B400C4C1}" dt="2021-10-23T08:27:57.851" v="2191" actId="11529"/>
          <ac:cxnSpMkLst>
            <pc:docMk/>
            <pc:sldMk cId="1011004996" sldId="547"/>
            <ac:cxnSpMk id="10" creationId="{2D4FB5E6-E59D-4E80-BF25-3054D71EF9FF}"/>
          </ac:cxnSpMkLst>
        </pc:cxnChg>
        <pc:cxnChg chg="add mod">
          <ac:chgData name="易 方遒" userId="7365ce1964fcc26b" providerId="LiveId" clId="{4EC0E639-4227-4CE2-84A7-60D0B400C4C1}" dt="2021-10-23T08:25:33.335" v="2160" actId="552"/>
          <ac:cxnSpMkLst>
            <pc:docMk/>
            <pc:sldMk cId="1011004996" sldId="547"/>
            <ac:cxnSpMk id="15" creationId="{D5A08DE6-7C21-47FF-BDF2-C07035A7235F}"/>
          </ac:cxnSpMkLst>
        </pc:cxnChg>
        <pc:cxnChg chg="mod">
          <ac:chgData name="易 方遒" userId="7365ce1964fcc26b" providerId="LiveId" clId="{4EC0E639-4227-4CE2-84A7-60D0B400C4C1}" dt="2021-10-23T08:23:28.284" v="2096" actId="1038"/>
          <ac:cxnSpMkLst>
            <pc:docMk/>
            <pc:sldMk cId="1011004996" sldId="547"/>
            <ac:cxnSpMk id="201" creationId="{33AC062E-F710-4E4A-80E6-8820744B75D7}"/>
          </ac:cxnSpMkLst>
        </pc:cxnChg>
      </pc:sldChg>
      <pc:sldChg chg="addSp delSp modSp add mod modTransition modAnim modNotesTx">
        <pc:chgData name="易 方遒" userId="7365ce1964fcc26b" providerId="LiveId" clId="{4EC0E639-4227-4CE2-84A7-60D0B400C4C1}" dt="2021-10-23T08:52:13.701" v="2556" actId="478"/>
        <pc:sldMkLst>
          <pc:docMk/>
          <pc:sldMk cId="598924772" sldId="548"/>
        </pc:sldMkLst>
        <pc:spChg chg="del">
          <ac:chgData name="易 方遒" userId="7365ce1964fcc26b" providerId="LiveId" clId="{4EC0E639-4227-4CE2-84A7-60D0B400C4C1}" dt="2021-10-23T08:52:13.701" v="2556" actId="478"/>
          <ac:spMkLst>
            <pc:docMk/>
            <pc:sldMk cId="598924772" sldId="548"/>
            <ac:spMk id="3" creationId="{00000000-0000-0000-0000-000000000000}"/>
          </ac:spMkLst>
        </pc:spChg>
        <pc:spChg chg="add del mod">
          <ac:chgData name="易 方遒" userId="7365ce1964fcc26b" providerId="LiveId" clId="{4EC0E639-4227-4CE2-84A7-60D0B400C4C1}" dt="2021-10-23T08:39:10.588" v="2239" actId="478"/>
          <ac:spMkLst>
            <pc:docMk/>
            <pc:sldMk cId="598924772" sldId="548"/>
            <ac:spMk id="7" creationId="{16156553-D219-4EBC-9BAD-55BADC125174}"/>
          </ac:spMkLst>
        </pc:spChg>
        <pc:spChg chg="add mod">
          <ac:chgData name="易 方遒" userId="7365ce1964fcc26b" providerId="LiveId" clId="{4EC0E639-4227-4CE2-84A7-60D0B400C4C1}" dt="2021-10-23T08:40:19.460" v="2356" actId="1076"/>
          <ac:spMkLst>
            <pc:docMk/>
            <pc:sldMk cId="598924772" sldId="548"/>
            <ac:spMk id="8" creationId="{A394F8C8-F8A6-452A-AFD6-D66A6DE08C1F}"/>
          </ac:spMkLst>
        </pc:spChg>
        <pc:spChg chg="mod">
          <ac:chgData name="易 方遒" userId="7365ce1964fcc26b" providerId="LiveId" clId="{4EC0E639-4227-4CE2-84A7-60D0B400C4C1}" dt="2021-10-23T08:31:37.893" v="2205" actId="1076"/>
          <ac:spMkLst>
            <pc:docMk/>
            <pc:sldMk cId="598924772" sldId="548"/>
            <ac:spMk id="203" creationId="{BCD97D1D-13CD-42FC-BE66-4F2D6BB5737D}"/>
          </ac:spMkLst>
        </pc:spChg>
        <pc:spChg chg="mod">
          <ac:chgData name="易 方遒" userId="7365ce1964fcc26b" providerId="LiveId" clId="{4EC0E639-4227-4CE2-84A7-60D0B400C4C1}" dt="2021-10-23T08:31:37.893" v="2205" actId="1076"/>
          <ac:spMkLst>
            <pc:docMk/>
            <pc:sldMk cId="598924772" sldId="548"/>
            <ac:spMk id="204" creationId="{4BD6C52B-B831-4A8D-BADF-84A0A70DF021}"/>
          </ac:spMkLst>
        </pc:spChg>
        <pc:picChg chg="add del mod">
          <ac:chgData name="易 方遒" userId="7365ce1964fcc26b" providerId="LiveId" clId="{4EC0E639-4227-4CE2-84A7-60D0B400C4C1}" dt="2021-10-23T08:32:20" v="2209" actId="478"/>
          <ac:picMkLst>
            <pc:docMk/>
            <pc:sldMk cId="598924772" sldId="548"/>
            <ac:picMk id="2" creationId="{6DC2BCA0-C53A-4D7F-813E-17CCC82F5F0C}"/>
          </ac:picMkLst>
        </pc:picChg>
        <pc:picChg chg="add mod">
          <ac:chgData name="易 方遒" userId="7365ce1964fcc26b" providerId="LiveId" clId="{4EC0E639-4227-4CE2-84A7-60D0B400C4C1}" dt="2021-10-23T08:32:57.722" v="2213" actId="1076"/>
          <ac:picMkLst>
            <pc:docMk/>
            <pc:sldMk cId="598924772" sldId="548"/>
            <ac:picMk id="5" creationId="{445CBB85-EB6D-48F3-BCA9-2C0FF867379C}"/>
          </ac:picMkLst>
        </pc:picChg>
        <pc:picChg chg="add mod">
          <ac:chgData name="易 方遒" userId="7365ce1964fcc26b" providerId="LiveId" clId="{4EC0E639-4227-4CE2-84A7-60D0B400C4C1}" dt="2021-10-23T08:33:56.571" v="2217" actId="1076"/>
          <ac:picMkLst>
            <pc:docMk/>
            <pc:sldMk cId="598924772" sldId="548"/>
            <ac:picMk id="6" creationId="{8D6EFCB3-4CE9-45F4-9A3A-67D5AEAF984F}"/>
          </ac:picMkLst>
        </pc:picChg>
        <pc:picChg chg="mod">
          <ac:chgData name="易 方遒" userId="7365ce1964fcc26b" providerId="LiveId" clId="{4EC0E639-4227-4CE2-84A7-60D0B400C4C1}" dt="2021-10-23T08:31:37.893" v="2205" actId="1076"/>
          <ac:picMkLst>
            <pc:docMk/>
            <pc:sldMk cId="598924772" sldId="548"/>
            <ac:picMk id="199" creationId="{49817CC2-3F7F-4703-9477-2927116C3BE7}"/>
          </ac:picMkLst>
        </pc:picChg>
        <pc:picChg chg="mod">
          <ac:chgData name="易 方遒" userId="7365ce1964fcc26b" providerId="LiveId" clId="{4EC0E639-4227-4CE2-84A7-60D0B400C4C1}" dt="2021-10-23T08:31:37.893" v="2205" actId="1076"/>
          <ac:picMkLst>
            <pc:docMk/>
            <pc:sldMk cId="598924772" sldId="548"/>
            <ac:picMk id="205" creationId="{BBAAAF33-5F04-490F-9405-64A541A48490}"/>
          </ac:picMkLst>
        </pc:picChg>
        <pc:picChg chg="del">
          <ac:chgData name="易 方遒" userId="7365ce1964fcc26b" providerId="LiveId" clId="{4EC0E639-4227-4CE2-84A7-60D0B400C4C1}" dt="2021-10-23T08:31:30.243" v="2204" actId="478"/>
          <ac:picMkLst>
            <pc:docMk/>
            <pc:sldMk cId="598924772" sldId="548"/>
            <ac:picMk id="206" creationId="{07B60892-D108-4F19-B8F9-FE64024EBD73}"/>
          </ac:picMkLst>
        </pc:picChg>
        <pc:cxnChg chg="add">
          <ac:chgData name="易 方遒" userId="7365ce1964fcc26b" providerId="LiveId" clId="{4EC0E639-4227-4CE2-84A7-60D0B400C4C1}" dt="2021-10-23T08:40:28.101" v="2357" actId="11529"/>
          <ac:cxnSpMkLst>
            <pc:docMk/>
            <pc:sldMk cId="598924772" sldId="548"/>
            <ac:cxnSpMk id="10" creationId="{84784A0D-B36B-45D0-AE1C-676019D32296}"/>
          </ac:cxnSpMkLst>
        </pc:cxnChg>
        <pc:cxnChg chg="mod">
          <ac:chgData name="易 方遒" userId="7365ce1964fcc26b" providerId="LiveId" clId="{4EC0E639-4227-4CE2-84A7-60D0B400C4C1}" dt="2021-10-23T08:31:37.893" v="2205" actId="1076"/>
          <ac:cxnSpMkLst>
            <pc:docMk/>
            <pc:sldMk cId="598924772" sldId="548"/>
            <ac:cxnSpMk id="201" creationId="{33AC062E-F710-4E4A-80E6-8820744B75D7}"/>
          </ac:cxnSpMkLst>
        </pc:cxnChg>
      </pc:sldChg>
      <pc:sldChg chg="addSp delSp modSp add mod modAnim">
        <pc:chgData name="易 方遒" userId="7365ce1964fcc26b" providerId="LiveId" clId="{4EC0E639-4227-4CE2-84A7-60D0B400C4C1}" dt="2021-10-23T08:52:11.135" v="2555" actId="478"/>
        <pc:sldMkLst>
          <pc:docMk/>
          <pc:sldMk cId="1737803619" sldId="549"/>
        </pc:sldMkLst>
        <pc:spChg chg="del">
          <ac:chgData name="易 方遒" userId="7365ce1964fcc26b" providerId="LiveId" clId="{4EC0E639-4227-4CE2-84A7-60D0B400C4C1}" dt="2021-10-23T08:52:11.135" v="2555" actId="478"/>
          <ac:spMkLst>
            <pc:docMk/>
            <pc:sldMk cId="1737803619" sldId="549"/>
            <ac:spMk id="3" creationId="{00000000-0000-0000-0000-000000000000}"/>
          </ac:spMkLst>
        </pc:spChg>
        <pc:spChg chg="del">
          <ac:chgData name="易 方遒" userId="7365ce1964fcc26b" providerId="LiveId" clId="{4EC0E639-4227-4CE2-84A7-60D0B400C4C1}" dt="2021-10-23T08:41:04.688" v="2361" actId="478"/>
          <ac:spMkLst>
            <pc:docMk/>
            <pc:sldMk cId="1737803619" sldId="549"/>
            <ac:spMk id="8" creationId="{A394F8C8-F8A6-452A-AFD6-D66A6DE08C1F}"/>
          </ac:spMkLst>
        </pc:spChg>
        <pc:spChg chg="add mod">
          <ac:chgData name="易 方遒" userId="7365ce1964fcc26b" providerId="LiveId" clId="{4EC0E639-4227-4CE2-84A7-60D0B400C4C1}" dt="2021-10-23T08:42:14.613" v="2399" actId="1076"/>
          <ac:spMkLst>
            <pc:docMk/>
            <pc:sldMk cId="1737803619" sldId="549"/>
            <ac:spMk id="17" creationId="{A1C6CD88-552A-4D24-AC78-9D47DED130B4}"/>
          </ac:spMkLst>
        </pc:spChg>
        <pc:picChg chg="add mod">
          <ac:chgData name="易 方遒" userId="7365ce1964fcc26b" providerId="LiveId" clId="{4EC0E639-4227-4CE2-84A7-60D0B400C4C1}" dt="2021-10-23T08:41:36.771" v="2369" actId="14100"/>
          <ac:picMkLst>
            <pc:docMk/>
            <pc:sldMk cId="1737803619" sldId="549"/>
            <ac:picMk id="2" creationId="{43BA939B-1319-4261-80A3-669B778195A1}"/>
          </ac:picMkLst>
        </pc:picChg>
        <pc:picChg chg="del">
          <ac:chgData name="易 方遒" userId="7365ce1964fcc26b" providerId="LiveId" clId="{4EC0E639-4227-4CE2-84A7-60D0B400C4C1}" dt="2021-10-23T08:41:05.481" v="2362" actId="478"/>
          <ac:picMkLst>
            <pc:docMk/>
            <pc:sldMk cId="1737803619" sldId="549"/>
            <ac:picMk id="6" creationId="{8D6EFCB3-4CE9-45F4-9A3A-67D5AEAF984F}"/>
          </ac:picMkLst>
        </pc:picChg>
        <pc:cxnChg chg="add">
          <ac:chgData name="易 方遒" userId="7365ce1964fcc26b" providerId="LiveId" clId="{4EC0E639-4227-4CE2-84A7-60D0B400C4C1}" dt="2021-10-23T08:41:51.766" v="2370" actId="11529"/>
          <ac:cxnSpMkLst>
            <pc:docMk/>
            <pc:sldMk cId="1737803619" sldId="549"/>
            <ac:cxnSpMk id="9" creationId="{1FDD9D0C-F091-4160-8D49-8C3E33B92F53}"/>
          </ac:cxnSpMkLst>
        </pc:cxnChg>
        <pc:cxnChg chg="del mod">
          <ac:chgData name="易 方遒" userId="7365ce1964fcc26b" providerId="LiveId" clId="{4EC0E639-4227-4CE2-84A7-60D0B400C4C1}" dt="2021-10-23T08:41:06.316" v="2363" actId="478"/>
          <ac:cxnSpMkLst>
            <pc:docMk/>
            <pc:sldMk cId="1737803619" sldId="549"/>
            <ac:cxnSpMk id="10" creationId="{84784A0D-B36B-45D0-AE1C-676019D32296}"/>
          </ac:cxnSpMkLst>
        </pc:cxnChg>
      </pc:sldChg>
      <pc:sldChg chg="new del">
        <pc:chgData name="易 方遒" userId="7365ce1964fcc26b" providerId="LiveId" clId="{4EC0E639-4227-4CE2-84A7-60D0B400C4C1}" dt="2021-10-23T08:43:03.849" v="2405" actId="680"/>
        <pc:sldMkLst>
          <pc:docMk/>
          <pc:sldMk cId="2018058187" sldId="550"/>
        </pc:sldMkLst>
      </pc:sldChg>
      <pc:sldChg chg="addSp delSp modSp add mod delAnim modNotesTx">
        <pc:chgData name="易 方遒" userId="7365ce1964fcc26b" providerId="LiveId" clId="{4EC0E639-4227-4CE2-84A7-60D0B400C4C1}" dt="2021-10-23T09:01:04.420" v="2701" actId="20577"/>
        <pc:sldMkLst>
          <pc:docMk/>
          <pc:sldMk cId="3297007435" sldId="550"/>
        </pc:sldMkLst>
        <pc:spChg chg="del">
          <ac:chgData name="易 方遒" userId="7365ce1964fcc26b" providerId="LiveId" clId="{4EC0E639-4227-4CE2-84A7-60D0B400C4C1}" dt="2021-10-23T08:52:08.487" v="2554" actId="478"/>
          <ac:spMkLst>
            <pc:docMk/>
            <pc:sldMk cId="3297007435" sldId="550"/>
            <ac:spMk id="3" creationId="{00000000-0000-0000-0000-000000000000}"/>
          </ac:spMkLst>
        </pc:spChg>
        <pc:spChg chg="add del mod">
          <ac:chgData name="易 方遒" userId="7365ce1964fcc26b" providerId="LiveId" clId="{4EC0E639-4227-4CE2-84A7-60D0B400C4C1}" dt="2021-10-23T08:43:57.508" v="2414"/>
          <ac:spMkLst>
            <pc:docMk/>
            <pc:sldMk cId="3297007435" sldId="550"/>
            <ac:spMk id="14" creationId="{7719BD3A-33F9-4AAB-9FE3-C6C7C89012B1}"/>
          </ac:spMkLst>
        </pc:spChg>
        <pc:spChg chg="add del mod">
          <ac:chgData name="易 方遒" userId="7365ce1964fcc26b" providerId="LiveId" clId="{4EC0E639-4227-4CE2-84A7-60D0B400C4C1}" dt="2021-10-23T08:43:57.508" v="2414"/>
          <ac:spMkLst>
            <pc:docMk/>
            <pc:sldMk cId="3297007435" sldId="550"/>
            <ac:spMk id="15" creationId="{265D78E4-E24A-4E3C-BC92-86242D55B723}"/>
          </ac:spMkLst>
        </pc:spChg>
        <pc:spChg chg="del">
          <ac:chgData name="易 方遒" userId="7365ce1964fcc26b" providerId="LiveId" clId="{4EC0E639-4227-4CE2-84A7-60D0B400C4C1}" dt="2021-10-23T08:43:16.563" v="2408" actId="478"/>
          <ac:spMkLst>
            <pc:docMk/>
            <pc:sldMk cId="3297007435" sldId="550"/>
            <ac:spMk id="17" creationId="{A1C6CD88-552A-4D24-AC78-9D47DED130B4}"/>
          </ac:spMkLst>
        </pc:spChg>
        <pc:spChg chg="add del mod">
          <ac:chgData name="易 方遒" userId="7365ce1964fcc26b" providerId="LiveId" clId="{4EC0E639-4227-4CE2-84A7-60D0B400C4C1}" dt="2021-10-23T08:43:57.508" v="2414"/>
          <ac:spMkLst>
            <pc:docMk/>
            <pc:sldMk cId="3297007435" sldId="550"/>
            <ac:spMk id="19" creationId="{E0C55CAE-74D6-4820-8906-D9F096AF0947}"/>
          </ac:spMkLst>
        </pc:spChg>
        <pc:spChg chg="add del mod">
          <ac:chgData name="易 方遒" userId="7365ce1964fcc26b" providerId="LiveId" clId="{4EC0E639-4227-4CE2-84A7-60D0B400C4C1}" dt="2021-10-23T08:43:57.508" v="2414"/>
          <ac:spMkLst>
            <pc:docMk/>
            <pc:sldMk cId="3297007435" sldId="550"/>
            <ac:spMk id="21" creationId="{C60CAE2E-BDDA-47F7-B90B-19F693DBC920}"/>
          </ac:spMkLst>
        </pc:spChg>
        <pc:spChg chg="add del mod">
          <ac:chgData name="易 方遒" userId="7365ce1964fcc26b" providerId="LiveId" clId="{4EC0E639-4227-4CE2-84A7-60D0B400C4C1}" dt="2021-10-23T08:43:57.508" v="2414"/>
          <ac:spMkLst>
            <pc:docMk/>
            <pc:sldMk cId="3297007435" sldId="550"/>
            <ac:spMk id="22" creationId="{810C933C-E7EB-4180-B9CE-7ED90213F7D2}"/>
          </ac:spMkLst>
        </pc:spChg>
        <pc:spChg chg="add del mod">
          <ac:chgData name="易 方遒" userId="7365ce1964fcc26b" providerId="LiveId" clId="{4EC0E639-4227-4CE2-84A7-60D0B400C4C1}" dt="2021-10-23T08:43:57.508" v="2414"/>
          <ac:spMkLst>
            <pc:docMk/>
            <pc:sldMk cId="3297007435" sldId="550"/>
            <ac:spMk id="28" creationId="{BEBBFF3D-E3CF-40EA-AA21-3CC99C91E45E}"/>
          </ac:spMkLst>
        </pc:spChg>
        <pc:spChg chg="add del mod">
          <ac:chgData name="易 方遒" userId="7365ce1964fcc26b" providerId="LiveId" clId="{4EC0E639-4227-4CE2-84A7-60D0B400C4C1}" dt="2021-10-23T08:43:57.508" v="2414"/>
          <ac:spMkLst>
            <pc:docMk/>
            <pc:sldMk cId="3297007435" sldId="550"/>
            <ac:spMk id="29" creationId="{50677F7C-CC76-4DA7-BB41-3764B53B40B6}"/>
          </ac:spMkLst>
        </pc:spChg>
        <pc:spChg chg="add del mod">
          <ac:chgData name="易 方遒" userId="7365ce1964fcc26b" providerId="LiveId" clId="{4EC0E639-4227-4CE2-84A7-60D0B400C4C1}" dt="2021-10-23T08:43:57.508" v="2414"/>
          <ac:spMkLst>
            <pc:docMk/>
            <pc:sldMk cId="3297007435" sldId="550"/>
            <ac:spMk id="30" creationId="{B856B1E2-37EA-4B09-ABB2-D69288E6A09F}"/>
          </ac:spMkLst>
        </pc:spChg>
        <pc:spChg chg="add del mod">
          <ac:chgData name="易 方遒" userId="7365ce1964fcc26b" providerId="LiveId" clId="{4EC0E639-4227-4CE2-84A7-60D0B400C4C1}" dt="2021-10-23T08:43:57.508" v="2414"/>
          <ac:spMkLst>
            <pc:docMk/>
            <pc:sldMk cId="3297007435" sldId="550"/>
            <ac:spMk id="31" creationId="{B1FFFC8E-C941-42A1-94C1-DE7C13100319}"/>
          </ac:spMkLst>
        </pc:spChg>
        <pc:spChg chg="add del mod">
          <ac:chgData name="易 方遒" userId="7365ce1964fcc26b" providerId="LiveId" clId="{4EC0E639-4227-4CE2-84A7-60D0B400C4C1}" dt="2021-10-23T08:43:57.508" v="2414"/>
          <ac:spMkLst>
            <pc:docMk/>
            <pc:sldMk cId="3297007435" sldId="550"/>
            <ac:spMk id="32" creationId="{11C6C36C-7EE3-4C9C-AECE-4630182D1594}"/>
          </ac:spMkLst>
        </pc:spChg>
        <pc:spChg chg="add del mod">
          <ac:chgData name="易 方遒" userId="7365ce1964fcc26b" providerId="LiveId" clId="{4EC0E639-4227-4CE2-84A7-60D0B400C4C1}" dt="2021-10-23T08:43:57.508" v="2414"/>
          <ac:spMkLst>
            <pc:docMk/>
            <pc:sldMk cId="3297007435" sldId="550"/>
            <ac:spMk id="33" creationId="{FD43C812-E743-4C8E-A16C-51CEA44CB581}"/>
          </ac:spMkLst>
        </pc:spChg>
        <pc:spChg chg="add del mod">
          <ac:chgData name="易 方遒" userId="7365ce1964fcc26b" providerId="LiveId" clId="{4EC0E639-4227-4CE2-84A7-60D0B400C4C1}" dt="2021-10-23T08:43:57.508" v="2414"/>
          <ac:spMkLst>
            <pc:docMk/>
            <pc:sldMk cId="3297007435" sldId="550"/>
            <ac:spMk id="34" creationId="{974EDAF6-C442-46AC-BF11-D18660BB1F02}"/>
          </ac:spMkLst>
        </pc:spChg>
        <pc:spChg chg="add del mod">
          <ac:chgData name="易 方遒" userId="7365ce1964fcc26b" providerId="LiveId" clId="{4EC0E639-4227-4CE2-84A7-60D0B400C4C1}" dt="2021-10-23T08:43:57.508" v="2414"/>
          <ac:spMkLst>
            <pc:docMk/>
            <pc:sldMk cId="3297007435" sldId="550"/>
            <ac:spMk id="35" creationId="{BBFF851C-5406-444F-9787-B11E1244BC5E}"/>
          </ac:spMkLst>
        </pc:spChg>
        <pc:spChg chg="add del mod">
          <ac:chgData name="易 方遒" userId="7365ce1964fcc26b" providerId="LiveId" clId="{4EC0E639-4227-4CE2-84A7-60D0B400C4C1}" dt="2021-10-23T08:43:57.508" v="2414"/>
          <ac:spMkLst>
            <pc:docMk/>
            <pc:sldMk cId="3297007435" sldId="550"/>
            <ac:spMk id="36" creationId="{ACD30F5C-13CC-4725-ADAA-D654CDAE72EF}"/>
          </ac:spMkLst>
        </pc:spChg>
        <pc:spChg chg="add del mod">
          <ac:chgData name="易 方遒" userId="7365ce1964fcc26b" providerId="LiveId" clId="{4EC0E639-4227-4CE2-84A7-60D0B400C4C1}" dt="2021-10-23T08:43:57.508" v="2414"/>
          <ac:spMkLst>
            <pc:docMk/>
            <pc:sldMk cId="3297007435" sldId="550"/>
            <ac:spMk id="37" creationId="{79A50C7E-0069-47C0-9443-AF6B332F4E16}"/>
          </ac:spMkLst>
        </pc:spChg>
        <pc:spChg chg="add del mod">
          <ac:chgData name="易 方遒" userId="7365ce1964fcc26b" providerId="LiveId" clId="{4EC0E639-4227-4CE2-84A7-60D0B400C4C1}" dt="2021-10-23T08:43:57.508" v="2414"/>
          <ac:spMkLst>
            <pc:docMk/>
            <pc:sldMk cId="3297007435" sldId="550"/>
            <ac:spMk id="38" creationId="{6371E651-2B83-4EE0-8936-F2CEA48C86E0}"/>
          </ac:spMkLst>
        </pc:spChg>
        <pc:spChg chg="add del mod">
          <ac:chgData name="易 方遒" userId="7365ce1964fcc26b" providerId="LiveId" clId="{4EC0E639-4227-4CE2-84A7-60D0B400C4C1}" dt="2021-10-23T08:43:57.508" v="2414"/>
          <ac:spMkLst>
            <pc:docMk/>
            <pc:sldMk cId="3297007435" sldId="550"/>
            <ac:spMk id="39" creationId="{10D403D0-4807-452B-AE8B-966EDEBB2E66}"/>
          </ac:spMkLst>
        </pc:spChg>
        <pc:spChg chg="add del mod">
          <ac:chgData name="易 方遒" userId="7365ce1964fcc26b" providerId="LiveId" clId="{4EC0E639-4227-4CE2-84A7-60D0B400C4C1}" dt="2021-10-23T08:43:57.508" v="2414"/>
          <ac:spMkLst>
            <pc:docMk/>
            <pc:sldMk cId="3297007435" sldId="550"/>
            <ac:spMk id="40" creationId="{B9912DCD-FD66-4435-86E0-8A572B530D22}"/>
          </ac:spMkLst>
        </pc:spChg>
        <pc:spChg chg="add del mod">
          <ac:chgData name="易 方遒" userId="7365ce1964fcc26b" providerId="LiveId" clId="{4EC0E639-4227-4CE2-84A7-60D0B400C4C1}" dt="2021-10-23T08:43:57.508" v="2414"/>
          <ac:spMkLst>
            <pc:docMk/>
            <pc:sldMk cId="3297007435" sldId="550"/>
            <ac:spMk id="41" creationId="{13F457D0-9F06-4360-A5BD-0AB594BA3D69}"/>
          </ac:spMkLst>
        </pc:spChg>
        <pc:spChg chg="add del mod">
          <ac:chgData name="易 方遒" userId="7365ce1964fcc26b" providerId="LiveId" clId="{4EC0E639-4227-4CE2-84A7-60D0B400C4C1}" dt="2021-10-23T08:43:57.508" v="2414"/>
          <ac:spMkLst>
            <pc:docMk/>
            <pc:sldMk cId="3297007435" sldId="550"/>
            <ac:spMk id="42" creationId="{E32197B6-8BDF-4FDE-B4C8-AAB2D329B894}"/>
          </ac:spMkLst>
        </pc:spChg>
        <pc:spChg chg="add del mod">
          <ac:chgData name="易 方遒" userId="7365ce1964fcc26b" providerId="LiveId" clId="{4EC0E639-4227-4CE2-84A7-60D0B400C4C1}" dt="2021-10-23T08:43:57.508" v="2414"/>
          <ac:spMkLst>
            <pc:docMk/>
            <pc:sldMk cId="3297007435" sldId="550"/>
            <ac:spMk id="43" creationId="{18DA3F24-0CD8-41CB-8D6D-D1127D19A7AA}"/>
          </ac:spMkLst>
        </pc:spChg>
        <pc:spChg chg="add del mod">
          <ac:chgData name="易 方遒" userId="7365ce1964fcc26b" providerId="LiveId" clId="{4EC0E639-4227-4CE2-84A7-60D0B400C4C1}" dt="2021-10-23T08:43:57.508" v="2414"/>
          <ac:spMkLst>
            <pc:docMk/>
            <pc:sldMk cId="3297007435" sldId="550"/>
            <ac:spMk id="44" creationId="{434DDEA5-2EE4-4B2D-828A-07763A9AED4A}"/>
          </ac:spMkLst>
        </pc:spChg>
        <pc:spChg chg="add del mod">
          <ac:chgData name="易 方遒" userId="7365ce1964fcc26b" providerId="LiveId" clId="{4EC0E639-4227-4CE2-84A7-60D0B400C4C1}" dt="2021-10-23T08:43:57.508" v="2414"/>
          <ac:spMkLst>
            <pc:docMk/>
            <pc:sldMk cId="3297007435" sldId="550"/>
            <ac:spMk id="45" creationId="{25E94446-700E-492B-8C38-84722DF41567}"/>
          </ac:spMkLst>
        </pc:spChg>
        <pc:spChg chg="add del mod">
          <ac:chgData name="易 方遒" userId="7365ce1964fcc26b" providerId="LiveId" clId="{4EC0E639-4227-4CE2-84A7-60D0B400C4C1}" dt="2021-10-23T08:43:57.508" v="2414"/>
          <ac:spMkLst>
            <pc:docMk/>
            <pc:sldMk cId="3297007435" sldId="550"/>
            <ac:spMk id="49" creationId="{CB107A82-AD3E-448A-B9BE-702A645BBDF6}"/>
          </ac:spMkLst>
        </pc:spChg>
        <pc:spChg chg="add del mod">
          <ac:chgData name="易 方遒" userId="7365ce1964fcc26b" providerId="LiveId" clId="{4EC0E639-4227-4CE2-84A7-60D0B400C4C1}" dt="2021-10-23T08:43:57.508" v="2414"/>
          <ac:spMkLst>
            <pc:docMk/>
            <pc:sldMk cId="3297007435" sldId="550"/>
            <ac:spMk id="52" creationId="{34DBC6AA-246A-4C0C-A467-13B67C92F7BF}"/>
          </ac:spMkLst>
        </pc:spChg>
        <pc:spChg chg="add del mod">
          <ac:chgData name="易 方遒" userId="7365ce1964fcc26b" providerId="LiveId" clId="{4EC0E639-4227-4CE2-84A7-60D0B400C4C1}" dt="2021-10-23T08:43:57.508" v="2414"/>
          <ac:spMkLst>
            <pc:docMk/>
            <pc:sldMk cId="3297007435" sldId="550"/>
            <ac:spMk id="54" creationId="{FC846632-87BE-486E-B3C7-6501E0ABB442}"/>
          </ac:spMkLst>
        </pc:spChg>
        <pc:spChg chg="add del mod">
          <ac:chgData name="易 方遒" userId="7365ce1964fcc26b" providerId="LiveId" clId="{4EC0E639-4227-4CE2-84A7-60D0B400C4C1}" dt="2021-10-23T08:43:57.508" v="2414"/>
          <ac:spMkLst>
            <pc:docMk/>
            <pc:sldMk cId="3297007435" sldId="550"/>
            <ac:spMk id="55" creationId="{8ED77EF5-73B1-477B-B548-2D8A0D8FA261}"/>
          </ac:spMkLst>
        </pc:spChg>
        <pc:spChg chg="add del mod">
          <ac:chgData name="易 方遒" userId="7365ce1964fcc26b" providerId="LiveId" clId="{4EC0E639-4227-4CE2-84A7-60D0B400C4C1}" dt="2021-10-23T08:43:57.508" v="2414"/>
          <ac:spMkLst>
            <pc:docMk/>
            <pc:sldMk cId="3297007435" sldId="550"/>
            <ac:spMk id="59" creationId="{0FA44256-BDB0-42BD-A34A-D3C7B80163CA}"/>
          </ac:spMkLst>
        </pc:spChg>
        <pc:spChg chg="add del mod">
          <ac:chgData name="易 方遒" userId="7365ce1964fcc26b" providerId="LiveId" clId="{4EC0E639-4227-4CE2-84A7-60D0B400C4C1}" dt="2021-10-23T08:43:57.508" v="2414"/>
          <ac:spMkLst>
            <pc:docMk/>
            <pc:sldMk cId="3297007435" sldId="550"/>
            <ac:spMk id="60" creationId="{E68A6421-3C96-4963-A8F8-515060FC9FCB}"/>
          </ac:spMkLst>
        </pc:spChg>
        <pc:spChg chg="add del mod">
          <ac:chgData name="易 方遒" userId="7365ce1964fcc26b" providerId="LiveId" clId="{4EC0E639-4227-4CE2-84A7-60D0B400C4C1}" dt="2021-10-23T08:43:57.508" v="2414"/>
          <ac:spMkLst>
            <pc:docMk/>
            <pc:sldMk cId="3297007435" sldId="550"/>
            <ac:spMk id="64" creationId="{E700F8B1-FF0C-47B7-B930-A8DACC5BC7D2}"/>
          </ac:spMkLst>
        </pc:spChg>
        <pc:spChg chg="add del mod">
          <ac:chgData name="易 方遒" userId="7365ce1964fcc26b" providerId="LiveId" clId="{4EC0E639-4227-4CE2-84A7-60D0B400C4C1}" dt="2021-10-23T08:43:57.508" v="2414"/>
          <ac:spMkLst>
            <pc:docMk/>
            <pc:sldMk cId="3297007435" sldId="550"/>
            <ac:spMk id="65" creationId="{83077033-03DE-411F-8A23-6D5B9EAD55B1}"/>
          </ac:spMkLst>
        </pc:spChg>
        <pc:spChg chg="add del mod">
          <ac:chgData name="易 方遒" userId="7365ce1964fcc26b" providerId="LiveId" clId="{4EC0E639-4227-4CE2-84A7-60D0B400C4C1}" dt="2021-10-23T08:43:57.508" v="2414"/>
          <ac:spMkLst>
            <pc:docMk/>
            <pc:sldMk cId="3297007435" sldId="550"/>
            <ac:spMk id="66" creationId="{912E0845-5199-4CF5-9FBA-49FBD531B566}"/>
          </ac:spMkLst>
        </pc:spChg>
        <pc:spChg chg="add del mod">
          <ac:chgData name="易 方遒" userId="7365ce1964fcc26b" providerId="LiveId" clId="{4EC0E639-4227-4CE2-84A7-60D0B400C4C1}" dt="2021-10-23T08:43:57.508" v="2414"/>
          <ac:spMkLst>
            <pc:docMk/>
            <pc:sldMk cId="3297007435" sldId="550"/>
            <ac:spMk id="67" creationId="{7586C2C1-3E44-4152-B74A-5FF7623FE080}"/>
          </ac:spMkLst>
        </pc:spChg>
        <pc:spChg chg="add del mod">
          <ac:chgData name="易 方遒" userId="7365ce1964fcc26b" providerId="LiveId" clId="{4EC0E639-4227-4CE2-84A7-60D0B400C4C1}" dt="2021-10-23T08:43:57.508" v="2414"/>
          <ac:spMkLst>
            <pc:docMk/>
            <pc:sldMk cId="3297007435" sldId="550"/>
            <ac:spMk id="68" creationId="{8C6A2A1D-AD07-4F69-A2ED-FCC241D163B5}"/>
          </ac:spMkLst>
        </pc:spChg>
        <pc:spChg chg="add del mod">
          <ac:chgData name="易 方遒" userId="7365ce1964fcc26b" providerId="LiveId" clId="{4EC0E639-4227-4CE2-84A7-60D0B400C4C1}" dt="2021-10-23T08:43:57.508" v="2414"/>
          <ac:spMkLst>
            <pc:docMk/>
            <pc:sldMk cId="3297007435" sldId="550"/>
            <ac:spMk id="69" creationId="{5883F449-4919-41B8-A231-C55D4282D23F}"/>
          </ac:spMkLst>
        </pc:spChg>
        <pc:spChg chg="add del mod">
          <ac:chgData name="易 方遒" userId="7365ce1964fcc26b" providerId="LiveId" clId="{4EC0E639-4227-4CE2-84A7-60D0B400C4C1}" dt="2021-10-23T08:43:57.508" v="2414"/>
          <ac:spMkLst>
            <pc:docMk/>
            <pc:sldMk cId="3297007435" sldId="550"/>
            <ac:spMk id="70" creationId="{25A73308-A0A6-4183-9F8C-5A22E0073B88}"/>
          </ac:spMkLst>
        </pc:spChg>
        <pc:spChg chg="add del mod">
          <ac:chgData name="易 方遒" userId="7365ce1964fcc26b" providerId="LiveId" clId="{4EC0E639-4227-4CE2-84A7-60D0B400C4C1}" dt="2021-10-23T08:43:57.508" v="2414"/>
          <ac:spMkLst>
            <pc:docMk/>
            <pc:sldMk cId="3297007435" sldId="550"/>
            <ac:spMk id="71" creationId="{902FFD88-311D-43B0-BCE2-A95A2FAC8F8C}"/>
          </ac:spMkLst>
        </pc:spChg>
        <pc:spChg chg="add del mod">
          <ac:chgData name="易 方遒" userId="7365ce1964fcc26b" providerId="LiveId" clId="{4EC0E639-4227-4CE2-84A7-60D0B400C4C1}" dt="2021-10-23T08:43:57.508" v="2414"/>
          <ac:spMkLst>
            <pc:docMk/>
            <pc:sldMk cId="3297007435" sldId="550"/>
            <ac:spMk id="72" creationId="{AE3C4069-ECB3-4A49-966E-6DFF56C8EB4C}"/>
          </ac:spMkLst>
        </pc:spChg>
        <pc:spChg chg="add del mod">
          <ac:chgData name="易 方遒" userId="7365ce1964fcc26b" providerId="LiveId" clId="{4EC0E639-4227-4CE2-84A7-60D0B400C4C1}" dt="2021-10-23T08:43:57.508" v="2414"/>
          <ac:spMkLst>
            <pc:docMk/>
            <pc:sldMk cId="3297007435" sldId="550"/>
            <ac:spMk id="73" creationId="{B01B28B6-888B-4F4C-BFF5-B5C8B867D476}"/>
          </ac:spMkLst>
        </pc:spChg>
        <pc:spChg chg="add del mod">
          <ac:chgData name="易 方遒" userId="7365ce1964fcc26b" providerId="LiveId" clId="{4EC0E639-4227-4CE2-84A7-60D0B400C4C1}" dt="2021-10-23T08:43:57.508" v="2414"/>
          <ac:spMkLst>
            <pc:docMk/>
            <pc:sldMk cId="3297007435" sldId="550"/>
            <ac:spMk id="74" creationId="{FB87DDEC-EF32-403B-8323-7C77BE0A0460}"/>
          </ac:spMkLst>
        </pc:spChg>
        <pc:spChg chg="add del mod">
          <ac:chgData name="易 方遒" userId="7365ce1964fcc26b" providerId="LiveId" clId="{4EC0E639-4227-4CE2-84A7-60D0B400C4C1}" dt="2021-10-23T08:43:57.508" v="2414"/>
          <ac:spMkLst>
            <pc:docMk/>
            <pc:sldMk cId="3297007435" sldId="550"/>
            <ac:spMk id="75" creationId="{3C5EFEBB-A41E-4118-96FB-6E5F62C645F2}"/>
          </ac:spMkLst>
        </pc:spChg>
        <pc:spChg chg="add del mod">
          <ac:chgData name="易 方遒" userId="7365ce1964fcc26b" providerId="LiveId" clId="{4EC0E639-4227-4CE2-84A7-60D0B400C4C1}" dt="2021-10-23T08:43:57.508" v="2414"/>
          <ac:spMkLst>
            <pc:docMk/>
            <pc:sldMk cId="3297007435" sldId="550"/>
            <ac:spMk id="76" creationId="{8FD610A8-B0A1-4998-9105-FB691675A5A9}"/>
          </ac:spMkLst>
        </pc:spChg>
        <pc:spChg chg="add del mod">
          <ac:chgData name="易 方遒" userId="7365ce1964fcc26b" providerId="LiveId" clId="{4EC0E639-4227-4CE2-84A7-60D0B400C4C1}" dt="2021-10-23T08:43:57.508" v="2414"/>
          <ac:spMkLst>
            <pc:docMk/>
            <pc:sldMk cId="3297007435" sldId="550"/>
            <ac:spMk id="77" creationId="{F74E431C-11C5-4051-A5B4-1FDC64423804}"/>
          </ac:spMkLst>
        </pc:spChg>
        <pc:spChg chg="add del mod">
          <ac:chgData name="易 方遒" userId="7365ce1964fcc26b" providerId="LiveId" clId="{4EC0E639-4227-4CE2-84A7-60D0B400C4C1}" dt="2021-10-23T08:43:57.508" v="2414"/>
          <ac:spMkLst>
            <pc:docMk/>
            <pc:sldMk cId="3297007435" sldId="550"/>
            <ac:spMk id="78" creationId="{BFF677CC-FC87-4214-BD70-CFC777AAB364}"/>
          </ac:spMkLst>
        </pc:spChg>
        <pc:spChg chg="add del mod">
          <ac:chgData name="易 方遒" userId="7365ce1964fcc26b" providerId="LiveId" clId="{4EC0E639-4227-4CE2-84A7-60D0B400C4C1}" dt="2021-10-23T08:43:57.508" v="2414"/>
          <ac:spMkLst>
            <pc:docMk/>
            <pc:sldMk cId="3297007435" sldId="550"/>
            <ac:spMk id="79" creationId="{4B8F5592-2381-4212-803B-63BCE2C234B3}"/>
          </ac:spMkLst>
        </pc:spChg>
        <pc:spChg chg="add del mod">
          <ac:chgData name="易 方遒" userId="7365ce1964fcc26b" providerId="LiveId" clId="{4EC0E639-4227-4CE2-84A7-60D0B400C4C1}" dt="2021-10-23T08:43:57.508" v="2414"/>
          <ac:spMkLst>
            <pc:docMk/>
            <pc:sldMk cId="3297007435" sldId="550"/>
            <ac:spMk id="80" creationId="{F90C5298-BE98-46B5-8DCB-D6372428BC23}"/>
          </ac:spMkLst>
        </pc:spChg>
        <pc:spChg chg="add del mod">
          <ac:chgData name="易 方遒" userId="7365ce1964fcc26b" providerId="LiveId" clId="{4EC0E639-4227-4CE2-84A7-60D0B400C4C1}" dt="2021-10-23T08:43:57.508" v="2414"/>
          <ac:spMkLst>
            <pc:docMk/>
            <pc:sldMk cId="3297007435" sldId="550"/>
            <ac:spMk id="81" creationId="{463F1AA1-6ACA-4866-808D-85C36AF27251}"/>
          </ac:spMkLst>
        </pc:spChg>
        <pc:spChg chg="add del mod">
          <ac:chgData name="易 方遒" userId="7365ce1964fcc26b" providerId="LiveId" clId="{4EC0E639-4227-4CE2-84A7-60D0B400C4C1}" dt="2021-10-23T08:43:57.508" v="2414"/>
          <ac:spMkLst>
            <pc:docMk/>
            <pc:sldMk cId="3297007435" sldId="550"/>
            <ac:spMk id="85" creationId="{5A65C76B-A5D7-431B-928B-8EF1895B3FB6}"/>
          </ac:spMkLst>
        </pc:spChg>
        <pc:spChg chg="add del mod">
          <ac:chgData name="易 方遒" userId="7365ce1964fcc26b" providerId="LiveId" clId="{4EC0E639-4227-4CE2-84A7-60D0B400C4C1}" dt="2021-10-23T08:43:57.508" v="2414"/>
          <ac:spMkLst>
            <pc:docMk/>
            <pc:sldMk cId="3297007435" sldId="550"/>
            <ac:spMk id="88" creationId="{AD65DFDA-C379-4E37-A4E9-1C349DF5DDE7}"/>
          </ac:spMkLst>
        </pc:spChg>
        <pc:spChg chg="add del mod">
          <ac:chgData name="易 方遒" userId="7365ce1964fcc26b" providerId="LiveId" clId="{4EC0E639-4227-4CE2-84A7-60D0B400C4C1}" dt="2021-10-23T08:43:57.508" v="2414"/>
          <ac:spMkLst>
            <pc:docMk/>
            <pc:sldMk cId="3297007435" sldId="550"/>
            <ac:spMk id="90" creationId="{3E2F0A0F-7B37-4DCD-9425-67B4AA18A54F}"/>
          </ac:spMkLst>
        </pc:spChg>
        <pc:spChg chg="add del mod">
          <ac:chgData name="易 方遒" userId="7365ce1964fcc26b" providerId="LiveId" clId="{4EC0E639-4227-4CE2-84A7-60D0B400C4C1}" dt="2021-10-23T08:43:57.508" v="2414"/>
          <ac:spMkLst>
            <pc:docMk/>
            <pc:sldMk cId="3297007435" sldId="550"/>
            <ac:spMk id="91" creationId="{E71781B1-4571-438A-B718-781BBF0DC872}"/>
          </ac:spMkLst>
        </pc:spChg>
        <pc:spChg chg="add del mod">
          <ac:chgData name="易 方遒" userId="7365ce1964fcc26b" providerId="LiveId" clId="{4EC0E639-4227-4CE2-84A7-60D0B400C4C1}" dt="2021-10-23T08:43:57.508" v="2414"/>
          <ac:spMkLst>
            <pc:docMk/>
            <pc:sldMk cId="3297007435" sldId="550"/>
            <ac:spMk id="92" creationId="{C10BAA04-B29B-4E78-8398-177838C06379}"/>
          </ac:spMkLst>
        </pc:spChg>
        <pc:spChg chg="add del mod">
          <ac:chgData name="易 方遒" userId="7365ce1964fcc26b" providerId="LiveId" clId="{4EC0E639-4227-4CE2-84A7-60D0B400C4C1}" dt="2021-10-23T08:43:57.508" v="2414"/>
          <ac:spMkLst>
            <pc:docMk/>
            <pc:sldMk cId="3297007435" sldId="550"/>
            <ac:spMk id="112" creationId="{E72340CA-F64A-4199-B7EE-3ABA9D0928FB}"/>
          </ac:spMkLst>
        </pc:spChg>
        <pc:spChg chg="add del mod">
          <ac:chgData name="易 方遒" userId="7365ce1964fcc26b" providerId="LiveId" clId="{4EC0E639-4227-4CE2-84A7-60D0B400C4C1}" dt="2021-10-23T08:43:57.508" v="2414"/>
          <ac:spMkLst>
            <pc:docMk/>
            <pc:sldMk cId="3297007435" sldId="550"/>
            <ac:spMk id="113" creationId="{247A73BF-C4B7-48FB-AC8B-508E0CEF897A}"/>
          </ac:spMkLst>
        </pc:spChg>
        <pc:spChg chg="mod">
          <ac:chgData name="易 方遒" userId="7365ce1964fcc26b" providerId="LiveId" clId="{4EC0E639-4227-4CE2-84A7-60D0B400C4C1}" dt="2021-10-23T08:43:54.967" v="2413"/>
          <ac:spMkLst>
            <pc:docMk/>
            <pc:sldMk cId="3297007435" sldId="550"/>
            <ac:spMk id="121" creationId="{98DBC6D9-917C-472F-BC25-E8DCE9C7A3C0}"/>
          </ac:spMkLst>
        </pc:spChg>
        <pc:spChg chg="mod">
          <ac:chgData name="易 方遒" userId="7365ce1964fcc26b" providerId="LiveId" clId="{4EC0E639-4227-4CE2-84A7-60D0B400C4C1}" dt="2021-10-23T08:43:54.967" v="2413"/>
          <ac:spMkLst>
            <pc:docMk/>
            <pc:sldMk cId="3297007435" sldId="550"/>
            <ac:spMk id="122" creationId="{01CF1EE8-BE81-484D-AC58-D7EE3E106FF5}"/>
          </ac:spMkLst>
        </pc:spChg>
        <pc:spChg chg="mod">
          <ac:chgData name="易 方遒" userId="7365ce1964fcc26b" providerId="LiveId" clId="{4EC0E639-4227-4CE2-84A7-60D0B400C4C1}" dt="2021-10-23T08:43:54.967" v="2413"/>
          <ac:spMkLst>
            <pc:docMk/>
            <pc:sldMk cId="3297007435" sldId="550"/>
            <ac:spMk id="123" creationId="{9736CBCD-E0F3-4377-AAE0-748E2F53930E}"/>
          </ac:spMkLst>
        </pc:spChg>
        <pc:spChg chg="mod">
          <ac:chgData name="易 方遒" userId="7365ce1964fcc26b" providerId="LiveId" clId="{4EC0E639-4227-4CE2-84A7-60D0B400C4C1}" dt="2021-10-23T08:43:54.967" v="2413"/>
          <ac:spMkLst>
            <pc:docMk/>
            <pc:sldMk cId="3297007435" sldId="550"/>
            <ac:spMk id="124" creationId="{A6E71C2F-B058-40F5-9393-603E490F6A76}"/>
          </ac:spMkLst>
        </pc:spChg>
        <pc:spChg chg="mod">
          <ac:chgData name="易 方遒" userId="7365ce1964fcc26b" providerId="LiveId" clId="{4EC0E639-4227-4CE2-84A7-60D0B400C4C1}" dt="2021-10-23T08:43:54.967" v="2413"/>
          <ac:spMkLst>
            <pc:docMk/>
            <pc:sldMk cId="3297007435" sldId="550"/>
            <ac:spMk id="125" creationId="{C0D0596F-5E1E-44C9-AC92-77C6DF13E7DE}"/>
          </ac:spMkLst>
        </pc:spChg>
        <pc:spChg chg="mod">
          <ac:chgData name="易 方遒" userId="7365ce1964fcc26b" providerId="LiveId" clId="{4EC0E639-4227-4CE2-84A7-60D0B400C4C1}" dt="2021-10-23T08:43:54.967" v="2413"/>
          <ac:spMkLst>
            <pc:docMk/>
            <pc:sldMk cId="3297007435" sldId="550"/>
            <ac:spMk id="126" creationId="{A59E05FB-F74B-416D-9173-1A115D256FBF}"/>
          </ac:spMkLst>
        </pc:spChg>
        <pc:spChg chg="mod">
          <ac:chgData name="易 方遒" userId="7365ce1964fcc26b" providerId="LiveId" clId="{4EC0E639-4227-4CE2-84A7-60D0B400C4C1}" dt="2021-10-23T08:43:54.967" v="2413"/>
          <ac:spMkLst>
            <pc:docMk/>
            <pc:sldMk cId="3297007435" sldId="550"/>
            <ac:spMk id="127" creationId="{C831996C-1E61-469F-89DF-F66D90E73A37}"/>
          </ac:spMkLst>
        </pc:spChg>
        <pc:spChg chg="mod">
          <ac:chgData name="易 方遒" userId="7365ce1964fcc26b" providerId="LiveId" clId="{4EC0E639-4227-4CE2-84A7-60D0B400C4C1}" dt="2021-10-23T08:43:54.967" v="2413"/>
          <ac:spMkLst>
            <pc:docMk/>
            <pc:sldMk cId="3297007435" sldId="550"/>
            <ac:spMk id="128" creationId="{4F0D8818-5449-4288-8765-A676BE8F4CC7}"/>
          </ac:spMkLst>
        </pc:spChg>
        <pc:spChg chg="mod">
          <ac:chgData name="易 方遒" userId="7365ce1964fcc26b" providerId="LiveId" clId="{4EC0E639-4227-4CE2-84A7-60D0B400C4C1}" dt="2021-10-23T08:43:54.967" v="2413"/>
          <ac:spMkLst>
            <pc:docMk/>
            <pc:sldMk cId="3297007435" sldId="550"/>
            <ac:spMk id="129" creationId="{D4219BC9-F12B-4BD8-842D-7D72340AAEB2}"/>
          </ac:spMkLst>
        </pc:spChg>
        <pc:spChg chg="mod">
          <ac:chgData name="易 方遒" userId="7365ce1964fcc26b" providerId="LiveId" clId="{4EC0E639-4227-4CE2-84A7-60D0B400C4C1}" dt="2021-10-23T08:43:54.967" v="2413"/>
          <ac:spMkLst>
            <pc:docMk/>
            <pc:sldMk cId="3297007435" sldId="550"/>
            <ac:spMk id="130" creationId="{3A036EA3-DE5B-41A6-B054-EA5A63A1A9A1}"/>
          </ac:spMkLst>
        </pc:spChg>
        <pc:spChg chg="mod">
          <ac:chgData name="易 方遒" userId="7365ce1964fcc26b" providerId="LiveId" clId="{4EC0E639-4227-4CE2-84A7-60D0B400C4C1}" dt="2021-10-23T08:43:54.967" v="2413"/>
          <ac:spMkLst>
            <pc:docMk/>
            <pc:sldMk cId="3297007435" sldId="550"/>
            <ac:spMk id="131" creationId="{8FD61D3E-4F01-4899-B921-67E1700DC22F}"/>
          </ac:spMkLst>
        </pc:spChg>
        <pc:spChg chg="add del mod">
          <ac:chgData name="易 方遒" userId="7365ce1964fcc26b" providerId="LiveId" clId="{4EC0E639-4227-4CE2-84A7-60D0B400C4C1}" dt="2021-10-23T08:43:57.508" v="2414"/>
          <ac:spMkLst>
            <pc:docMk/>
            <pc:sldMk cId="3297007435" sldId="550"/>
            <ac:spMk id="133" creationId="{2B55B14F-A7F8-4C05-8489-A1A8A6341A5B}"/>
          </ac:spMkLst>
        </pc:spChg>
        <pc:spChg chg="add del mod">
          <ac:chgData name="易 方遒" userId="7365ce1964fcc26b" providerId="LiveId" clId="{4EC0E639-4227-4CE2-84A7-60D0B400C4C1}" dt="2021-10-23T08:43:57.508" v="2414"/>
          <ac:spMkLst>
            <pc:docMk/>
            <pc:sldMk cId="3297007435" sldId="550"/>
            <ac:spMk id="134" creationId="{195D3EB4-19B4-4CCE-8433-67A43111B3F6}"/>
          </ac:spMkLst>
        </pc:spChg>
        <pc:spChg chg="add del mod">
          <ac:chgData name="易 方遒" userId="7365ce1964fcc26b" providerId="LiveId" clId="{4EC0E639-4227-4CE2-84A7-60D0B400C4C1}" dt="2021-10-23T08:43:57.508" v="2414"/>
          <ac:spMkLst>
            <pc:docMk/>
            <pc:sldMk cId="3297007435" sldId="550"/>
            <ac:spMk id="137" creationId="{4CEA23A1-DFB4-4A16-8587-CBA8B60DCEF1}"/>
          </ac:spMkLst>
        </pc:spChg>
        <pc:spChg chg="add del mod">
          <ac:chgData name="易 方遒" userId="7365ce1964fcc26b" providerId="LiveId" clId="{4EC0E639-4227-4CE2-84A7-60D0B400C4C1}" dt="2021-10-23T08:43:57.508" v="2414"/>
          <ac:spMkLst>
            <pc:docMk/>
            <pc:sldMk cId="3297007435" sldId="550"/>
            <ac:spMk id="139" creationId="{90C055E5-0F5D-4C36-ADBC-E80D94118926}"/>
          </ac:spMkLst>
        </pc:spChg>
        <pc:spChg chg="add del mod">
          <ac:chgData name="易 方遒" userId="7365ce1964fcc26b" providerId="LiveId" clId="{4EC0E639-4227-4CE2-84A7-60D0B400C4C1}" dt="2021-10-23T08:43:57.508" v="2414"/>
          <ac:spMkLst>
            <pc:docMk/>
            <pc:sldMk cId="3297007435" sldId="550"/>
            <ac:spMk id="140" creationId="{21F995CF-9BD9-4B9A-A593-F277BEDE8DAF}"/>
          </ac:spMkLst>
        </pc:spChg>
        <pc:spChg chg="mod">
          <ac:chgData name="易 方遒" userId="7365ce1964fcc26b" providerId="LiveId" clId="{4EC0E639-4227-4CE2-84A7-60D0B400C4C1}" dt="2021-10-23T08:43:54.967" v="2413"/>
          <ac:spMkLst>
            <pc:docMk/>
            <pc:sldMk cId="3297007435" sldId="550"/>
            <ac:spMk id="148" creationId="{32592E8F-2031-429E-B820-23D3E392E6E2}"/>
          </ac:spMkLst>
        </pc:spChg>
        <pc:spChg chg="mod">
          <ac:chgData name="易 方遒" userId="7365ce1964fcc26b" providerId="LiveId" clId="{4EC0E639-4227-4CE2-84A7-60D0B400C4C1}" dt="2021-10-23T08:43:54.967" v="2413"/>
          <ac:spMkLst>
            <pc:docMk/>
            <pc:sldMk cId="3297007435" sldId="550"/>
            <ac:spMk id="149" creationId="{EBDD4228-2AF7-4041-B20F-17AF2B65763F}"/>
          </ac:spMkLst>
        </pc:spChg>
        <pc:spChg chg="mod">
          <ac:chgData name="易 方遒" userId="7365ce1964fcc26b" providerId="LiveId" clId="{4EC0E639-4227-4CE2-84A7-60D0B400C4C1}" dt="2021-10-23T08:43:54.967" v="2413"/>
          <ac:spMkLst>
            <pc:docMk/>
            <pc:sldMk cId="3297007435" sldId="550"/>
            <ac:spMk id="150" creationId="{12C7DD07-7937-4920-A159-AEDDD9D4764D}"/>
          </ac:spMkLst>
        </pc:spChg>
        <pc:spChg chg="mod">
          <ac:chgData name="易 方遒" userId="7365ce1964fcc26b" providerId="LiveId" clId="{4EC0E639-4227-4CE2-84A7-60D0B400C4C1}" dt="2021-10-23T08:43:54.967" v="2413"/>
          <ac:spMkLst>
            <pc:docMk/>
            <pc:sldMk cId="3297007435" sldId="550"/>
            <ac:spMk id="151" creationId="{68C09048-8DEC-4AEC-BF7D-42C458775114}"/>
          </ac:spMkLst>
        </pc:spChg>
        <pc:spChg chg="mod">
          <ac:chgData name="易 方遒" userId="7365ce1964fcc26b" providerId="LiveId" clId="{4EC0E639-4227-4CE2-84A7-60D0B400C4C1}" dt="2021-10-23T08:43:54.967" v="2413"/>
          <ac:spMkLst>
            <pc:docMk/>
            <pc:sldMk cId="3297007435" sldId="550"/>
            <ac:spMk id="152" creationId="{C6359AEB-71CF-44D4-838B-1728E14E7B92}"/>
          </ac:spMkLst>
        </pc:spChg>
        <pc:spChg chg="mod">
          <ac:chgData name="易 方遒" userId="7365ce1964fcc26b" providerId="LiveId" clId="{4EC0E639-4227-4CE2-84A7-60D0B400C4C1}" dt="2021-10-23T08:43:54.967" v="2413"/>
          <ac:spMkLst>
            <pc:docMk/>
            <pc:sldMk cId="3297007435" sldId="550"/>
            <ac:spMk id="153" creationId="{88238138-2F1C-4928-8E9F-4685160450FA}"/>
          </ac:spMkLst>
        </pc:spChg>
        <pc:spChg chg="mod">
          <ac:chgData name="易 方遒" userId="7365ce1964fcc26b" providerId="LiveId" clId="{4EC0E639-4227-4CE2-84A7-60D0B400C4C1}" dt="2021-10-23T08:43:54.967" v="2413"/>
          <ac:spMkLst>
            <pc:docMk/>
            <pc:sldMk cId="3297007435" sldId="550"/>
            <ac:spMk id="154" creationId="{17297BE1-A4B6-419D-B01B-159085CBD6CF}"/>
          </ac:spMkLst>
        </pc:spChg>
        <pc:spChg chg="mod">
          <ac:chgData name="易 方遒" userId="7365ce1964fcc26b" providerId="LiveId" clId="{4EC0E639-4227-4CE2-84A7-60D0B400C4C1}" dt="2021-10-23T08:43:54.967" v="2413"/>
          <ac:spMkLst>
            <pc:docMk/>
            <pc:sldMk cId="3297007435" sldId="550"/>
            <ac:spMk id="155" creationId="{34644084-952F-44A8-A3F4-0AAB28D34C47}"/>
          </ac:spMkLst>
        </pc:spChg>
        <pc:spChg chg="mod">
          <ac:chgData name="易 方遒" userId="7365ce1964fcc26b" providerId="LiveId" clId="{4EC0E639-4227-4CE2-84A7-60D0B400C4C1}" dt="2021-10-23T08:43:54.967" v="2413"/>
          <ac:spMkLst>
            <pc:docMk/>
            <pc:sldMk cId="3297007435" sldId="550"/>
            <ac:spMk id="156" creationId="{72DF1B2D-AFF0-4073-A259-70E36ECCE598}"/>
          </ac:spMkLst>
        </pc:spChg>
        <pc:spChg chg="mod">
          <ac:chgData name="易 方遒" userId="7365ce1964fcc26b" providerId="LiveId" clId="{4EC0E639-4227-4CE2-84A7-60D0B400C4C1}" dt="2021-10-23T08:43:54.967" v="2413"/>
          <ac:spMkLst>
            <pc:docMk/>
            <pc:sldMk cId="3297007435" sldId="550"/>
            <ac:spMk id="157" creationId="{E0A6F2A1-EC92-438E-A24F-C6702FBA27A3}"/>
          </ac:spMkLst>
        </pc:spChg>
        <pc:spChg chg="mod">
          <ac:chgData name="易 方遒" userId="7365ce1964fcc26b" providerId="LiveId" clId="{4EC0E639-4227-4CE2-84A7-60D0B400C4C1}" dt="2021-10-23T08:43:54.967" v="2413"/>
          <ac:spMkLst>
            <pc:docMk/>
            <pc:sldMk cId="3297007435" sldId="550"/>
            <ac:spMk id="158" creationId="{23CD9FC7-5764-4263-91C3-9E9D1E512C7B}"/>
          </ac:spMkLst>
        </pc:spChg>
        <pc:spChg chg="add del mod">
          <ac:chgData name="易 方遒" userId="7365ce1964fcc26b" providerId="LiveId" clId="{4EC0E639-4227-4CE2-84A7-60D0B400C4C1}" dt="2021-10-23T08:43:57.508" v="2414"/>
          <ac:spMkLst>
            <pc:docMk/>
            <pc:sldMk cId="3297007435" sldId="550"/>
            <ac:spMk id="160" creationId="{111E7262-EE70-45A9-84EA-9ECF9AF54337}"/>
          </ac:spMkLst>
        </pc:spChg>
        <pc:spChg chg="add del mod">
          <ac:chgData name="易 方遒" userId="7365ce1964fcc26b" providerId="LiveId" clId="{4EC0E639-4227-4CE2-84A7-60D0B400C4C1}" dt="2021-10-23T08:43:57.508" v="2414"/>
          <ac:spMkLst>
            <pc:docMk/>
            <pc:sldMk cId="3297007435" sldId="550"/>
            <ac:spMk id="161" creationId="{F78AB26D-DD94-4451-BDE2-25DBE51C4537}"/>
          </ac:spMkLst>
        </pc:spChg>
        <pc:spChg chg="add del mod">
          <ac:chgData name="易 方遒" userId="7365ce1964fcc26b" providerId="LiveId" clId="{4EC0E639-4227-4CE2-84A7-60D0B400C4C1}" dt="2021-10-23T08:43:57.508" v="2414"/>
          <ac:spMkLst>
            <pc:docMk/>
            <pc:sldMk cId="3297007435" sldId="550"/>
            <ac:spMk id="162" creationId="{41115EE4-1178-4CAD-BE6D-3E716BB8D09B}"/>
          </ac:spMkLst>
        </pc:spChg>
        <pc:spChg chg="add del mod">
          <ac:chgData name="易 方遒" userId="7365ce1964fcc26b" providerId="LiveId" clId="{4EC0E639-4227-4CE2-84A7-60D0B400C4C1}" dt="2021-10-23T08:43:57.508" v="2414"/>
          <ac:spMkLst>
            <pc:docMk/>
            <pc:sldMk cId="3297007435" sldId="550"/>
            <ac:spMk id="163" creationId="{7DF6F371-D79E-4E2E-BAE2-F5FD6A95DFDF}"/>
          </ac:spMkLst>
        </pc:spChg>
        <pc:spChg chg="add del mod">
          <ac:chgData name="易 方遒" userId="7365ce1964fcc26b" providerId="LiveId" clId="{4EC0E639-4227-4CE2-84A7-60D0B400C4C1}" dt="2021-10-23T08:43:57.508" v="2414"/>
          <ac:spMkLst>
            <pc:docMk/>
            <pc:sldMk cId="3297007435" sldId="550"/>
            <ac:spMk id="164" creationId="{1C34CCE4-58E0-46B2-9B36-0D27032B9A29}"/>
          </ac:spMkLst>
        </pc:spChg>
        <pc:spChg chg="add del mod">
          <ac:chgData name="易 方遒" userId="7365ce1964fcc26b" providerId="LiveId" clId="{4EC0E639-4227-4CE2-84A7-60D0B400C4C1}" dt="2021-10-23T08:43:57.508" v="2414"/>
          <ac:spMkLst>
            <pc:docMk/>
            <pc:sldMk cId="3297007435" sldId="550"/>
            <ac:spMk id="165" creationId="{AEDE620E-7E89-4CDD-931D-ED408C3FD847}"/>
          </ac:spMkLst>
        </pc:spChg>
        <pc:spChg chg="add del mod">
          <ac:chgData name="易 方遒" userId="7365ce1964fcc26b" providerId="LiveId" clId="{4EC0E639-4227-4CE2-84A7-60D0B400C4C1}" dt="2021-10-23T08:43:57.508" v="2414"/>
          <ac:spMkLst>
            <pc:docMk/>
            <pc:sldMk cId="3297007435" sldId="550"/>
            <ac:spMk id="166" creationId="{FDF3A4B8-6374-4560-81BF-DF4FDDF1D5B2}"/>
          </ac:spMkLst>
        </pc:spChg>
        <pc:spChg chg="add del mod">
          <ac:chgData name="易 方遒" userId="7365ce1964fcc26b" providerId="LiveId" clId="{4EC0E639-4227-4CE2-84A7-60D0B400C4C1}" dt="2021-10-23T08:43:57.508" v="2414"/>
          <ac:spMkLst>
            <pc:docMk/>
            <pc:sldMk cId="3297007435" sldId="550"/>
            <ac:spMk id="167" creationId="{5517B86C-4BB0-4133-A96E-5AE3DD93692C}"/>
          </ac:spMkLst>
        </pc:spChg>
        <pc:spChg chg="add del mod">
          <ac:chgData name="易 方遒" userId="7365ce1964fcc26b" providerId="LiveId" clId="{4EC0E639-4227-4CE2-84A7-60D0B400C4C1}" dt="2021-10-23T08:43:57.508" v="2414"/>
          <ac:spMkLst>
            <pc:docMk/>
            <pc:sldMk cId="3297007435" sldId="550"/>
            <ac:spMk id="168" creationId="{2128AA6D-BF4B-4A33-9674-E43258148720}"/>
          </ac:spMkLst>
        </pc:spChg>
        <pc:spChg chg="add del mod">
          <ac:chgData name="易 方遒" userId="7365ce1964fcc26b" providerId="LiveId" clId="{4EC0E639-4227-4CE2-84A7-60D0B400C4C1}" dt="2021-10-23T08:43:57.508" v="2414"/>
          <ac:spMkLst>
            <pc:docMk/>
            <pc:sldMk cId="3297007435" sldId="550"/>
            <ac:spMk id="169" creationId="{CEAAD632-9199-4133-864D-596B7F61B692}"/>
          </ac:spMkLst>
        </pc:spChg>
        <pc:spChg chg="add del mod">
          <ac:chgData name="易 方遒" userId="7365ce1964fcc26b" providerId="LiveId" clId="{4EC0E639-4227-4CE2-84A7-60D0B400C4C1}" dt="2021-10-23T08:43:57.508" v="2414"/>
          <ac:spMkLst>
            <pc:docMk/>
            <pc:sldMk cId="3297007435" sldId="550"/>
            <ac:spMk id="172" creationId="{C73C1297-3CB3-44F6-BC95-B086D7639D70}"/>
          </ac:spMkLst>
        </pc:spChg>
        <pc:spChg chg="add del mod">
          <ac:chgData name="易 方遒" userId="7365ce1964fcc26b" providerId="LiveId" clId="{4EC0E639-4227-4CE2-84A7-60D0B400C4C1}" dt="2021-10-23T08:43:57.508" v="2414"/>
          <ac:spMkLst>
            <pc:docMk/>
            <pc:sldMk cId="3297007435" sldId="550"/>
            <ac:spMk id="173" creationId="{539F02B9-EC0F-43E1-A8EB-FDB05A745078}"/>
          </ac:spMkLst>
        </pc:spChg>
        <pc:spChg chg="add del mod">
          <ac:chgData name="易 方遒" userId="7365ce1964fcc26b" providerId="LiveId" clId="{4EC0E639-4227-4CE2-84A7-60D0B400C4C1}" dt="2021-10-23T08:43:57.508" v="2414"/>
          <ac:spMkLst>
            <pc:docMk/>
            <pc:sldMk cId="3297007435" sldId="550"/>
            <ac:spMk id="176" creationId="{D339BC09-BD1E-4E48-B087-86FA076D9B99}"/>
          </ac:spMkLst>
        </pc:spChg>
        <pc:spChg chg="add del mod">
          <ac:chgData name="易 方遒" userId="7365ce1964fcc26b" providerId="LiveId" clId="{4EC0E639-4227-4CE2-84A7-60D0B400C4C1}" dt="2021-10-23T08:43:57.508" v="2414"/>
          <ac:spMkLst>
            <pc:docMk/>
            <pc:sldMk cId="3297007435" sldId="550"/>
            <ac:spMk id="178" creationId="{99CED06F-97A0-47EE-B9A4-7477C7F6C569}"/>
          </ac:spMkLst>
        </pc:spChg>
        <pc:spChg chg="add del mod">
          <ac:chgData name="易 方遒" userId="7365ce1964fcc26b" providerId="LiveId" clId="{4EC0E639-4227-4CE2-84A7-60D0B400C4C1}" dt="2021-10-23T08:43:57.508" v="2414"/>
          <ac:spMkLst>
            <pc:docMk/>
            <pc:sldMk cId="3297007435" sldId="550"/>
            <ac:spMk id="179" creationId="{46975CB0-55DC-4D90-9712-0AAD92FA53BC}"/>
          </ac:spMkLst>
        </pc:spChg>
        <pc:spChg chg="add del mod">
          <ac:chgData name="易 方遒" userId="7365ce1964fcc26b" providerId="LiveId" clId="{4EC0E639-4227-4CE2-84A7-60D0B400C4C1}" dt="2021-10-23T08:43:57.508" v="2414"/>
          <ac:spMkLst>
            <pc:docMk/>
            <pc:sldMk cId="3297007435" sldId="550"/>
            <ac:spMk id="182" creationId="{9CDB71C2-00B4-443F-8130-3C273217112E}"/>
          </ac:spMkLst>
        </pc:spChg>
        <pc:spChg chg="add del mod">
          <ac:chgData name="易 方遒" userId="7365ce1964fcc26b" providerId="LiveId" clId="{4EC0E639-4227-4CE2-84A7-60D0B400C4C1}" dt="2021-10-23T08:43:57.508" v="2414"/>
          <ac:spMkLst>
            <pc:docMk/>
            <pc:sldMk cId="3297007435" sldId="550"/>
            <ac:spMk id="183" creationId="{4E86A3B6-F4F7-4894-80C1-7BBE06BFDB45}"/>
          </ac:spMkLst>
        </pc:spChg>
        <pc:spChg chg="add del mod">
          <ac:chgData name="易 方遒" userId="7365ce1964fcc26b" providerId="LiveId" clId="{4EC0E639-4227-4CE2-84A7-60D0B400C4C1}" dt="2021-10-23T08:43:57.508" v="2414"/>
          <ac:spMkLst>
            <pc:docMk/>
            <pc:sldMk cId="3297007435" sldId="550"/>
            <ac:spMk id="184" creationId="{74B237AF-42B6-4175-9DDF-B208C34010A5}"/>
          </ac:spMkLst>
        </pc:spChg>
        <pc:spChg chg="add del mod">
          <ac:chgData name="易 方遒" userId="7365ce1964fcc26b" providerId="LiveId" clId="{4EC0E639-4227-4CE2-84A7-60D0B400C4C1}" dt="2021-10-23T08:43:57.508" v="2414"/>
          <ac:spMkLst>
            <pc:docMk/>
            <pc:sldMk cId="3297007435" sldId="550"/>
            <ac:spMk id="185" creationId="{776C3E82-7432-4792-B79E-E713AC37AB16}"/>
          </ac:spMkLst>
        </pc:spChg>
        <pc:spChg chg="add del mod">
          <ac:chgData name="易 方遒" userId="7365ce1964fcc26b" providerId="LiveId" clId="{4EC0E639-4227-4CE2-84A7-60D0B400C4C1}" dt="2021-10-23T08:43:57.508" v="2414"/>
          <ac:spMkLst>
            <pc:docMk/>
            <pc:sldMk cId="3297007435" sldId="550"/>
            <ac:spMk id="186" creationId="{40F05028-1877-490E-9457-E28A96134749}"/>
          </ac:spMkLst>
        </pc:spChg>
        <pc:spChg chg="add del mod">
          <ac:chgData name="易 方遒" userId="7365ce1964fcc26b" providerId="LiveId" clId="{4EC0E639-4227-4CE2-84A7-60D0B400C4C1}" dt="2021-10-23T08:43:57.508" v="2414"/>
          <ac:spMkLst>
            <pc:docMk/>
            <pc:sldMk cId="3297007435" sldId="550"/>
            <ac:spMk id="187" creationId="{534A23E8-9E67-4215-A97A-2A425307F8A1}"/>
          </ac:spMkLst>
        </pc:spChg>
        <pc:spChg chg="add del mod">
          <ac:chgData name="易 方遒" userId="7365ce1964fcc26b" providerId="LiveId" clId="{4EC0E639-4227-4CE2-84A7-60D0B400C4C1}" dt="2021-10-23T08:43:57.508" v="2414"/>
          <ac:spMkLst>
            <pc:docMk/>
            <pc:sldMk cId="3297007435" sldId="550"/>
            <ac:spMk id="188" creationId="{AFF291FA-302E-4855-BF82-BA6893115DE7}"/>
          </ac:spMkLst>
        </pc:spChg>
        <pc:spChg chg="add del mod">
          <ac:chgData name="易 方遒" userId="7365ce1964fcc26b" providerId="LiveId" clId="{4EC0E639-4227-4CE2-84A7-60D0B400C4C1}" dt="2021-10-23T08:43:57.508" v="2414"/>
          <ac:spMkLst>
            <pc:docMk/>
            <pc:sldMk cId="3297007435" sldId="550"/>
            <ac:spMk id="189" creationId="{538B45D5-C90A-4BDA-B7B7-E5A38DAB72F1}"/>
          </ac:spMkLst>
        </pc:spChg>
        <pc:spChg chg="add del mod">
          <ac:chgData name="易 方遒" userId="7365ce1964fcc26b" providerId="LiveId" clId="{4EC0E639-4227-4CE2-84A7-60D0B400C4C1}" dt="2021-10-23T08:43:57.508" v="2414"/>
          <ac:spMkLst>
            <pc:docMk/>
            <pc:sldMk cId="3297007435" sldId="550"/>
            <ac:spMk id="190" creationId="{5D3B479A-7FD0-411A-B9FC-7BB48B484EBB}"/>
          </ac:spMkLst>
        </pc:spChg>
        <pc:spChg chg="add del mod">
          <ac:chgData name="易 方遒" userId="7365ce1964fcc26b" providerId="LiveId" clId="{4EC0E639-4227-4CE2-84A7-60D0B400C4C1}" dt="2021-10-23T08:43:57.508" v="2414"/>
          <ac:spMkLst>
            <pc:docMk/>
            <pc:sldMk cId="3297007435" sldId="550"/>
            <ac:spMk id="191" creationId="{70A5A94A-5453-4CC4-915D-F4F9948F08AD}"/>
          </ac:spMkLst>
        </pc:spChg>
        <pc:spChg chg="add del mod">
          <ac:chgData name="易 方遒" userId="7365ce1964fcc26b" providerId="LiveId" clId="{4EC0E639-4227-4CE2-84A7-60D0B400C4C1}" dt="2021-10-23T08:43:57.508" v="2414"/>
          <ac:spMkLst>
            <pc:docMk/>
            <pc:sldMk cId="3297007435" sldId="550"/>
            <ac:spMk id="197" creationId="{6F95D02F-B360-4B37-A2C0-9AF738285580}"/>
          </ac:spMkLst>
        </pc:spChg>
        <pc:spChg chg="add del mod">
          <ac:chgData name="易 方遒" userId="7365ce1964fcc26b" providerId="LiveId" clId="{4EC0E639-4227-4CE2-84A7-60D0B400C4C1}" dt="2021-10-23T08:43:57.508" v="2414"/>
          <ac:spMkLst>
            <pc:docMk/>
            <pc:sldMk cId="3297007435" sldId="550"/>
            <ac:spMk id="198" creationId="{B689914C-EBDD-4C86-8295-9E5E9CCDBE80}"/>
          </ac:spMkLst>
        </pc:spChg>
        <pc:spChg chg="add del mod">
          <ac:chgData name="易 方遒" userId="7365ce1964fcc26b" providerId="LiveId" clId="{4EC0E639-4227-4CE2-84A7-60D0B400C4C1}" dt="2021-10-23T08:43:57.508" v="2414"/>
          <ac:spMkLst>
            <pc:docMk/>
            <pc:sldMk cId="3297007435" sldId="550"/>
            <ac:spMk id="200" creationId="{7E7D275E-7CDA-48D8-B787-1503820BCB1B}"/>
          </ac:spMkLst>
        </pc:spChg>
        <pc:spChg chg="add del mod">
          <ac:chgData name="易 方遒" userId="7365ce1964fcc26b" providerId="LiveId" clId="{4EC0E639-4227-4CE2-84A7-60D0B400C4C1}" dt="2021-10-23T08:43:57.508" v="2414"/>
          <ac:spMkLst>
            <pc:docMk/>
            <pc:sldMk cId="3297007435" sldId="550"/>
            <ac:spMk id="202" creationId="{9B6290B4-86D2-4ABD-90CB-CEAF7FFA8071}"/>
          </ac:spMkLst>
        </pc:spChg>
        <pc:spChg chg="mod">
          <ac:chgData name="易 方遒" userId="7365ce1964fcc26b" providerId="LiveId" clId="{4EC0E639-4227-4CE2-84A7-60D0B400C4C1}" dt="2021-10-23T08:44:11.046" v="2418" actId="1076"/>
          <ac:spMkLst>
            <pc:docMk/>
            <pc:sldMk cId="3297007435" sldId="550"/>
            <ac:spMk id="203" creationId="{BCD97D1D-13CD-42FC-BE66-4F2D6BB5737D}"/>
          </ac:spMkLst>
        </pc:spChg>
        <pc:spChg chg="mod">
          <ac:chgData name="易 方遒" userId="7365ce1964fcc26b" providerId="LiveId" clId="{4EC0E639-4227-4CE2-84A7-60D0B400C4C1}" dt="2021-10-23T08:44:11.046" v="2418" actId="1076"/>
          <ac:spMkLst>
            <pc:docMk/>
            <pc:sldMk cId="3297007435" sldId="550"/>
            <ac:spMk id="204" creationId="{4BD6C52B-B831-4A8D-BADF-84A0A70DF021}"/>
          </ac:spMkLst>
        </pc:spChg>
        <pc:spChg chg="add del mod">
          <ac:chgData name="易 方遒" userId="7365ce1964fcc26b" providerId="LiveId" clId="{4EC0E639-4227-4CE2-84A7-60D0B400C4C1}" dt="2021-10-23T08:43:57.508" v="2414"/>
          <ac:spMkLst>
            <pc:docMk/>
            <pc:sldMk cId="3297007435" sldId="550"/>
            <ac:spMk id="206" creationId="{B155B962-119D-4B40-8216-FCC7C8F3E06F}"/>
          </ac:spMkLst>
        </pc:spChg>
        <pc:spChg chg="add del mod">
          <ac:chgData name="易 方遒" userId="7365ce1964fcc26b" providerId="LiveId" clId="{4EC0E639-4227-4CE2-84A7-60D0B400C4C1}" dt="2021-10-23T08:43:57.508" v="2414"/>
          <ac:spMkLst>
            <pc:docMk/>
            <pc:sldMk cId="3297007435" sldId="550"/>
            <ac:spMk id="207" creationId="{D24FB050-A068-4573-B44D-2FFA8C18B377}"/>
          </ac:spMkLst>
        </pc:spChg>
        <pc:spChg chg="add del mod">
          <ac:chgData name="易 方遒" userId="7365ce1964fcc26b" providerId="LiveId" clId="{4EC0E639-4227-4CE2-84A7-60D0B400C4C1}" dt="2021-10-23T08:43:57.508" v="2414"/>
          <ac:spMkLst>
            <pc:docMk/>
            <pc:sldMk cId="3297007435" sldId="550"/>
            <ac:spMk id="208" creationId="{D883650A-946C-4919-B283-58512B75AECA}"/>
          </ac:spMkLst>
        </pc:spChg>
        <pc:spChg chg="add del mod">
          <ac:chgData name="易 方遒" userId="7365ce1964fcc26b" providerId="LiveId" clId="{4EC0E639-4227-4CE2-84A7-60D0B400C4C1}" dt="2021-10-23T08:43:57.508" v="2414"/>
          <ac:spMkLst>
            <pc:docMk/>
            <pc:sldMk cId="3297007435" sldId="550"/>
            <ac:spMk id="209" creationId="{FC043B7D-CECD-4243-8B26-E6B08CA1B164}"/>
          </ac:spMkLst>
        </pc:spChg>
        <pc:spChg chg="add del mod">
          <ac:chgData name="易 方遒" userId="7365ce1964fcc26b" providerId="LiveId" clId="{4EC0E639-4227-4CE2-84A7-60D0B400C4C1}" dt="2021-10-23T08:43:57.508" v="2414"/>
          <ac:spMkLst>
            <pc:docMk/>
            <pc:sldMk cId="3297007435" sldId="550"/>
            <ac:spMk id="210" creationId="{ABD518DE-37FA-433E-8586-66CCA733BBB1}"/>
          </ac:spMkLst>
        </pc:spChg>
        <pc:spChg chg="add del mod">
          <ac:chgData name="易 方遒" userId="7365ce1964fcc26b" providerId="LiveId" clId="{4EC0E639-4227-4CE2-84A7-60D0B400C4C1}" dt="2021-10-23T08:43:57.508" v="2414"/>
          <ac:spMkLst>
            <pc:docMk/>
            <pc:sldMk cId="3297007435" sldId="550"/>
            <ac:spMk id="212" creationId="{707BE979-7443-474B-90A8-99B88F22F703}"/>
          </ac:spMkLst>
        </pc:spChg>
        <pc:spChg chg="add del mod">
          <ac:chgData name="易 方遒" userId="7365ce1964fcc26b" providerId="LiveId" clId="{4EC0E639-4227-4CE2-84A7-60D0B400C4C1}" dt="2021-10-23T08:43:57.508" v="2414"/>
          <ac:spMkLst>
            <pc:docMk/>
            <pc:sldMk cId="3297007435" sldId="550"/>
            <ac:spMk id="213" creationId="{86F0B2F0-0350-4FE7-836A-D14C85D8910D}"/>
          </ac:spMkLst>
        </pc:spChg>
        <pc:spChg chg="add del mod">
          <ac:chgData name="易 方遒" userId="7365ce1964fcc26b" providerId="LiveId" clId="{4EC0E639-4227-4CE2-84A7-60D0B400C4C1}" dt="2021-10-23T08:43:57.508" v="2414"/>
          <ac:spMkLst>
            <pc:docMk/>
            <pc:sldMk cId="3297007435" sldId="550"/>
            <ac:spMk id="216" creationId="{B44B29E3-6F87-4424-8A9F-0CE9DA46F760}"/>
          </ac:spMkLst>
        </pc:spChg>
        <pc:spChg chg="add del mod">
          <ac:chgData name="易 方遒" userId="7365ce1964fcc26b" providerId="LiveId" clId="{4EC0E639-4227-4CE2-84A7-60D0B400C4C1}" dt="2021-10-23T08:43:57.508" v="2414"/>
          <ac:spMkLst>
            <pc:docMk/>
            <pc:sldMk cId="3297007435" sldId="550"/>
            <ac:spMk id="218" creationId="{4E0916B7-4021-4736-ABCB-D1190F2E979C}"/>
          </ac:spMkLst>
        </pc:spChg>
        <pc:spChg chg="add del mod">
          <ac:chgData name="易 方遒" userId="7365ce1964fcc26b" providerId="LiveId" clId="{4EC0E639-4227-4CE2-84A7-60D0B400C4C1}" dt="2021-10-23T08:43:57.508" v="2414"/>
          <ac:spMkLst>
            <pc:docMk/>
            <pc:sldMk cId="3297007435" sldId="550"/>
            <ac:spMk id="219" creationId="{B6A332EF-1290-4905-A2EB-DB8D95E71EA8}"/>
          </ac:spMkLst>
        </pc:spChg>
        <pc:spChg chg="add del mod">
          <ac:chgData name="易 方遒" userId="7365ce1964fcc26b" providerId="LiveId" clId="{4EC0E639-4227-4CE2-84A7-60D0B400C4C1}" dt="2021-10-23T08:43:57.508" v="2414"/>
          <ac:spMkLst>
            <pc:docMk/>
            <pc:sldMk cId="3297007435" sldId="550"/>
            <ac:spMk id="222" creationId="{02076800-D68B-4663-8BD7-90BDD9B5BDDA}"/>
          </ac:spMkLst>
        </pc:spChg>
        <pc:spChg chg="add del mod">
          <ac:chgData name="易 方遒" userId="7365ce1964fcc26b" providerId="LiveId" clId="{4EC0E639-4227-4CE2-84A7-60D0B400C4C1}" dt="2021-10-23T08:43:57.508" v="2414"/>
          <ac:spMkLst>
            <pc:docMk/>
            <pc:sldMk cId="3297007435" sldId="550"/>
            <ac:spMk id="223" creationId="{E9770BCA-2552-42A0-9D53-3B149E4141A8}"/>
          </ac:spMkLst>
        </pc:spChg>
        <pc:spChg chg="add del mod">
          <ac:chgData name="易 方遒" userId="7365ce1964fcc26b" providerId="LiveId" clId="{4EC0E639-4227-4CE2-84A7-60D0B400C4C1}" dt="2021-10-23T08:43:57.508" v="2414"/>
          <ac:spMkLst>
            <pc:docMk/>
            <pc:sldMk cId="3297007435" sldId="550"/>
            <ac:spMk id="224" creationId="{90F79D72-879C-41B5-91D9-15B9D180773B}"/>
          </ac:spMkLst>
        </pc:spChg>
        <pc:spChg chg="add del mod">
          <ac:chgData name="易 方遒" userId="7365ce1964fcc26b" providerId="LiveId" clId="{4EC0E639-4227-4CE2-84A7-60D0B400C4C1}" dt="2021-10-23T08:43:57.508" v="2414"/>
          <ac:spMkLst>
            <pc:docMk/>
            <pc:sldMk cId="3297007435" sldId="550"/>
            <ac:spMk id="225" creationId="{7CED4D6D-FF16-4555-B37F-11119705AC19}"/>
          </ac:spMkLst>
        </pc:spChg>
        <pc:spChg chg="add del mod">
          <ac:chgData name="易 方遒" userId="7365ce1964fcc26b" providerId="LiveId" clId="{4EC0E639-4227-4CE2-84A7-60D0B400C4C1}" dt="2021-10-23T08:43:57.508" v="2414"/>
          <ac:spMkLst>
            <pc:docMk/>
            <pc:sldMk cId="3297007435" sldId="550"/>
            <ac:spMk id="226" creationId="{AF84ABFA-951E-49B2-99FF-0BA586C3FE0C}"/>
          </ac:spMkLst>
        </pc:spChg>
        <pc:spChg chg="add del mod">
          <ac:chgData name="易 方遒" userId="7365ce1964fcc26b" providerId="LiveId" clId="{4EC0E639-4227-4CE2-84A7-60D0B400C4C1}" dt="2021-10-23T08:43:57.508" v="2414"/>
          <ac:spMkLst>
            <pc:docMk/>
            <pc:sldMk cId="3297007435" sldId="550"/>
            <ac:spMk id="227" creationId="{7789364E-352C-4E91-B652-8605A5974053}"/>
          </ac:spMkLst>
        </pc:spChg>
        <pc:spChg chg="add del mod">
          <ac:chgData name="易 方遒" userId="7365ce1964fcc26b" providerId="LiveId" clId="{4EC0E639-4227-4CE2-84A7-60D0B400C4C1}" dt="2021-10-23T08:43:57.508" v="2414"/>
          <ac:spMkLst>
            <pc:docMk/>
            <pc:sldMk cId="3297007435" sldId="550"/>
            <ac:spMk id="228" creationId="{73DA4B9B-1398-476D-BF0B-7795676C1598}"/>
          </ac:spMkLst>
        </pc:spChg>
        <pc:spChg chg="add del mod">
          <ac:chgData name="易 方遒" userId="7365ce1964fcc26b" providerId="LiveId" clId="{4EC0E639-4227-4CE2-84A7-60D0B400C4C1}" dt="2021-10-23T08:43:57.508" v="2414"/>
          <ac:spMkLst>
            <pc:docMk/>
            <pc:sldMk cId="3297007435" sldId="550"/>
            <ac:spMk id="229" creationId="{480D42FE-EA72-4599-9201-DA97645004FD}"/>
          </ac:spMkLst>
        </pc:spChg>
        <pc:spChg chg="add del mod">
          <ac:chgData name="易 方遒" userId="7365ce1964fcc26b" providerId="LiveId" clId="{4EC0E639-4227-4CE2-84A7-60D0B400C4C1}" dt="2021-10-23T08:43:57.508" v="2414"/>
          <ac:spMkLst>
            <pc:docMk/>
            <pc:sldMk cId="3297007435" sldId="550"/>
            <ac:spMk id="230" creationId="{438BBC3F-5EFF-4E55-B948-B9EFA3A293C8}"/>
          </ac:spMkLst>
        </pc:spChg>
        <pc:spChg chg="add del mod">
          <ac:chgData name="易 方遒" userId="7365ce1964fcc26b" providerId="LiveId" clId="{4EC0E639-4227-4CE2-84A7-60D0B400C4C1}" dt="2021-10-23T08:43:57.508" v="2414"/>
          <ac:spMkLst>
            <pc:docMk/>
            <pc:sldMk cId="3297007435" sldId="550"/>
            <ac:spMk id="236" creationId="{239BF356-036C-4658-ACBE-4CC271E3166D}"/>
          </ac:spMkLst>
        </pc:spChg>
        <pc:spChg chg="add del mod">
          <ac:chgData name="易 方遒" userId="7365ce1964fcc26b" providerId="LiveId" clId="{4EC0E639-4227-4CE2-84A7-60D0B400C4C1}" dt="2021-10-23T08:43:57.508" v="2414"/>
          <ac:spMkLst>
            <pc:docMk/>
            <pc:sldMk cId="3297007435" sldId="550"/>
            <ac:spMk id="237" creationId="{88EB99ED-D1A5-4635-A312-FFB8BB2F9A01}"/>
          </ac:spMkLst>
        </pc:spChg>
        <pc:spChg chg="add del mod">
          <ac:chgData name="易 方遒" userId="7365ce1964fcc26b" providerId="LiveId" clId="{4EC0E639-4227-4CE2-84A7-60D0B400C4C1}" dt="2021-10-23T08:43:57.508" v="2414"/>
          <ac:spMkLst>
            <pc:docMk/>
            <pc:sldMk cId="3297007435" sldId="550"/>
            <ac:spMk id="238" creationId="{BA20D48B-C324-464B-AF3C-4F75C59F4977}"/>
          </ac:spMkLst>
        </pc:spChg>
        <pc:spChg chg="add del mod">
          <ac:chgData name="易 方遒" userId="7365ce1964fcc26b" providerId="LiveId" clId="{4EC0E639-4227-4CE2-84A7-60D0B400C4C1}" dt="2021-10-23T08:43:57.508" v="2414"/>
          <ac:spMkLst>
            <pc:docMk/>
            <pc:sldMk cId="3297007435" sldId="550"/>
            <ac:spMk id="239" creationId="{C76FB018-BCCE-4586-831E-3C37FAD08290}"/>
          </ac:spMkLst>
        </pc:spChg>
        <pc:spChg chg="add del mod">
          <ac:chgData name="易 方遒" userId="7365ce1964fcc26b" providerId="LiveId" clId="{4EC0E639-4227-4CE2-84A7-60D0B400C4C1}" dt="2021-10-23T08:43:57.508" v="2414"/>
          <ac:spMkLst>
            <pc:docMk/>
            <pc:sldMk cId="3297007435" sldId="550"/>
            <ac:spMk id="240" creationId="{5170DE12-4144-4A23-B1F5-C3A85084BF11}"/>
          </ac:spMkLst>
        </pc:spChg>
        <pc:spChg chg="add del mod">
          <ac:chgData name="易 方遒" userId="7365ce1964fcc26b" providerId="LiveId" clId="{4EC0E639-4227-4CE2-84A7-60D0B400C4C1}" dt="2021-10-23T08:43:57.508" v="2414"/>
          <ac:spMkLst>
            <pc:docMk/>
            <pc:sldMk cId="3297007435" sldId="550"/>
            <ac:spMk id="241" creationId="{CB15482E-1326-41C1-9A04-59872DCBA38B}"/>
          </ac:spMkLst>
        </pc:spChg>
        <pc:spChg chg="add del mod">
          <ac:chgData name="易 方遒" userId="7365ce1964fcc26b" providerId="LiveId" clId="{4EC0E639-4227-4CE2-84A7-60D0B400C4C1}" dt="2021-10-23T08:43:57.508" v="2414"/>
          <ac:spMkLst>
            <pc:docMk/>
            <pc:sldMk cId="3297007435" sldId="550"/>
            <ac:spMk id="242" creationId="{C3C5E559-A98A-498E-B8FE-8C165D90E35C}"/>
          </ac:spMkLst>
        </pc:spChg>
        <pc:spChg chg="add del mod">
          <ac:chgData name="易 方遒" userId="7365ce1964fcc26b" providerId="LiveId" clId="{4EC0E639-4227-4CE2-84A7-60D0B400C4C1}" dt="2021-10-23T08:43:57.508" v="2414"/>
          <ac:spMkLst>
            <pc:docMk/>
            <pc:sldMk cId="3297007435" sldId="550"/>
            <ac:spMk id="243" creationId="{692BD528-E3EE-411A-A5D2-7D973A8BFF13}"/>
          </ac:spMkLst>
        </pc:spChg>
        <pc:spChg chg="add del mod">
          <ac:chgData name="易 方遒" userId="7365ce1964fcc26b" providerId="LiveId" clId="{4EC0E639-4227-4CE2-84A7-60D0B400C4C1}" dt="2021-10-23T08:43:57.508" v="2414"/>
          <ac:spMkLst>
            <pc:docMk/>
            <pc:sldMk cId="3297007435" sldId="550"/>
            <ac:spMk id="248" creationId="{F72A33C0-C7C0-4F88-B8B0-5B53AF35DF12}"/>
          </ac:spMkLst>
        </pc:spChg>
        <pc:spChg chg="add del mod">
          <ac:chgData name="易 方遒" userId="7365ce1964fcc26b" providerId="LiveId" clId="{4EC0E639-4227-4CE2-84A7-60D0B400C4C1}" dt="2021-10-23T08:43:57.508" v="2414"/>
          <ac:spMkLst>
            <pc:docMk/>
            <pc:sldMk cId="3297007435" sldId="550"/>
            <ac:spMk id="249" creationId="{A8A3AD8D-F637-4A4F-B91F-14F08BB2BC7C}"/>
          </ac:spMkLst>
        </pc:spChg>
        <pc:spChg chg="add del mod">
          <ac:chgData name="易 方遒" userId="7365ce1964fcc26b" providerId="LiveId" clId="{4EC0E639-4227-4CE2-84A7-60D0B400C4C1}" dt="2021-10-23T08:43:57.508" v="2414"/>
          <ac:spMkLst>
            <pc:docMk/>
            <pc:sldMk cId="3297007435" sldId="550"/>
            <ac:spMk id="250" creationId="{1DD6591D-947C-47A6-9093-5D65E65D921A}"/>
          </ac:spMkLst>
        </pc:spChg>
        <pc:spChg chg="add del mod">
          <ac:chgData name="易 方遒" userId="7365ce1964fcc26b" providerId="LiveId" clId="{4EC0E639-4227-4CE2-84A7-60D0B400C4C1}" dt="2021-10-23T08:43:57.508" v="2414"/>
          <ac:spMkLst>
            <pc:docMk/>
            <pc:sldMk cId="3297007435" sldId="550"/>
            <ac:spMk id="251" creationId="{2B87ADCA-A5FD-4367-9A0E-8994D6A414BA}"/>
          </ac:spMkLst>
        </pc:spChg>
        <pc:grpChg chg="add del mod">
          <ac:chgData name="易 方遒" userId="7365ce1964fcc26b" providerId="LiveId" clId="{4EC0E639-4227-4CE2-84A7-60D0B400C4C1}" dt="2021-10-23T08:43:57.508" v="2414"/>
          <ac:grpSpMkLst>
            <pc:docMk/>
            <pc:sldMk cId="3297007435" sldId="550"/>
            <ac:grpSpMk id="120" creationId="{64416746-330D-4334-BA72-B8BD066AD732}"/>
          </ac:grpSpMkLst>
        </pc:grpChg>
        <pc:grpChg chg="add del mod">
          <ac:chgData name="易 方遒" userId="7365ce1964fcc26b" providerId="LiveId" clId="{4EC0E639-4227-4CE2-84A7-60D0B400C4C1}" dt="2021-10-23T08:43:57.508" v="2414"/>
          <ac:grpSpMkLst>
            <pc:docMk/>
            <pc:sldMk cId="3297007435" sldId="550"/>
            <ac:grpSpMk id="147" creationId="{4D215524-D519-4E4D-9C1E-5C2BB403B6C5}"/>
          </ac:grpSpMkLst>
        </pc:grpChg>
        <pc:picChg chg="del">
          <ac:chgData name="易 方遒" userId="7365ce1964fcc26b" providerId="LiveId" clId="{4EC0E639-4227-4CE2-84A7-60D0B400C4C1}" dt="2021-10-23T08:43:16.563" v="2408" actId="478"/>
          <ac:picMkLst>
            <pc:docMk/>
            <pc:sldMk cId="3297007435" sldId="550"/>
            <ac:picMk id="2" creationId="{43BA939B-1319-4261-80A3-669B778195A1}"/>
          </ac:picMkLst>
        </pc:picChg>
        <pc:picChg chg="del">
          <ac:chgData name="易 方遒" userId="7365ce1964fcc26b" providerId="LiveId" clId="{4EC0E639-4227-4CE2-84A7-60D0B400C4C1}" dt="2021-10-23T08:43:16.563" v="2408" actId="478"/>
          <ac:picMkLst>
            <pc:docMk/>
            <pc:sldMk cId="3297007435" sldId="550"/>
            <ac:picMk id="5" creationId="{445CBB85-EB6D-48F3-BCA9-2C0FF867379C}"/>
          </ac:picMkLst>
        </pc:picChg>
        <pc:picChg chg="add del mod">
          <ac:chgData name="易 方遒" userId="7365ce1964fcc26b" providerId="LiveId" clId="{4EC0E639-4227-4CE2-84A7-60D0B400C4C1}" dt="2021-10-23T08:43:54.607" v="2412" actId="478"/>
          <ac:picMkLst>
            <pc:docMk/>
            <pc:sldMk cId="3297007435" sldId="550"/>
            <ac:picMk id="6" creationId="{DC1E7D65-321D-40C2-98FE-610529C0B4DE}"/>
          </ac:picMkLst>
        </pc:picChg>
        <pc:picChg chg="add mod">
          <ac:chgData name="易 方遒" userId="7365ce1964fcc26b" providerId="LiveId" clId="{4EC0E639-4227-4CE2-84A7-60D0B400C4C1}" dt="2021-10-23T08:44:06.963" v="2417" actId="1076"/>
          <ac:picMkLst>
            <pc:docMk/>
            <pc:sldMk cId="3297007435" sldId="550"/>
            <ac:picMk id="7" creationId="{4ED8B129-4356-45D8-B58D-64C448561836}"/>
          </ac:picMkLst>
        </pc:picChg>
        <pc:picChg chg="mod">
          <ac:chgData name="易 方遒" userId="7365ce1964fcc26b" providerId="LiveId" clId="{4EC0E639-4227-4CE2-84A7-60D0B400C4C1}" dt="2021-10-23T08:44:11.046" v="2418" actId="1076"/>
          <ac:picMkLst>
            <pc:docMk/>
            <pc:sldMk cId="3297007435" sldId="550"/>
            <ac:picMk id="199" creationId="{49817CC2-3F7F-4703-9477-2927116C3BE7}"/>
          </ac:picMkLst>
        </pc:picChg>
        <pc:picChg chg="del">
          <ac:chgData name="易 方遒" userId="7365ce1964fcc26b" providerId="LiveId" clId="{4EC0E639-4227-4CE2-84A7-60D0B400C4C1}" dt="2021-10-23T08:43:13.992" v="2407" actId="478"/>
          <ac:picMkLst>
            <pc:docMk/>
            <pc:sldMk cId="3297007435" sldId="550"/>
            <ac:picMk id="205" creationId="{BBAAAF33-5F04-490F-9405-64A541A48490}"/>
          </ac:picMkLst>
        </pc:picChg>
        <pc:cxnChg chg="del">
          <ac:chgData name="易 方遒" userId="7365ce1964fcc26b" providerId="LiveId" clId="{4EC0E639-4227-4CE2-84A7-60D0B400C4C1}" dt="2021-10-23T08:43:13.992" v="2407" actId="478"/>
          <ac:cxnSpMkLst>
            <pc:docMk/>
            <pc:sldMk cId="3297007435" sldId="550"/>
            <ac:cxnSpMk id="9" creationId="{1FDD9D0C-F091-4160-8D49-8C3E33B92F53}"/>
          </ac:cxnSpMkLst>
        </pc:cxnChg>
        <pc:cxnChg chg="add del mod">
          <ac:chgData name="易 方遒" userId="7365ce1964fcc26b" providerId="LiveId" clId="{4EC0E639-4227-4CE2-84A7-60D0B400C4C1}" dt="2021-10-23T08:43:57.508" v="2414"/>
          <ac:cxnSpMkLst>
            <pc:docMk/>
            <pc:sldMk cId="3297007435" sldId="550"/>
            <ac:cxnSpMk id="16" creationId="{F74E67AC-A689-450B-B4CC-6CF9B4F52B79}"/>
          </ac:cxnSpMkLst>
        </pc:cxnChg>
        <pc:cxnChg chg="add del mod">
          <ac:chgData name="易 方遒" userId="7365ce1964fcc26b" providerId="LiveId" clId="{4EC0E639-4227-4CE2-84A7-60D0B400C4C1}" dt="2021-10-23T08:43:57.508" v="2414"/>
          <ac:cxnSpMkLst>
            <pc:docMk/>
            <pc:sldMk cId="3297007435" sldId="550"/>
            <ac:cxnSpMk id="18" creationId="{5A54B2FF-D471-493A-A274-4FD76AF54A16}"/>
          </ac:cxnSpMkLst>
        </pc:cxnChg>
        <pc:cxnChg chg="add del mod">
          <ac:chgData name="易 方遒" userId="7365ce1964fcc26b" providerId="LiveId" clId="{4EC0E639-4227-4CE2-84A7-60D0B400C4C1}" dt="2021-10-23T08:43:57.508" v="2414"/>
          <ac:cxnSpMkLst>
            <pc:docMk/>
            <pc:sldMk cId="3297007435" sldId="550"/>
            <ac:cxnSpMk id="20" creationId="{287FFB23-7EAD-4D4F-92F2-52597316F841}"/>
          </ac:cxnSpMkLst>
        </pc:cxnChg>
        <pc:cxnChg chg="add del mod">
          <ac:chgData name="易 方遒" userId="7365ce1964fcc26b" providerId="LiveId" clId="{4EC0E639-4227-4CE2-84A7-60D0B400C4C1}" dt="2021-10-23T08:43:57.508" v="2414"/>
          <ac:cxnSpMkLst>
            <pc:docMk/>
            <pc:sldMk cId="3297007435" sldId="550"/>
            <ac:cxnSpMk id="23" creationId="{457C649D-705B-48A6-914B-7B8AEDC2C179}"/>
          </ac:cxnSpMkLst>
        </pc:cxnChg>
        <pc:cxnChg chg="add del mod">
          <ac:chgData name="易 方遒" userId="7365ce1964fcc26b" providerId="LiveId" clId="{4EC0E639-4227-4CE2-84A7-60D0B400C4C1}" dt="2021-10-23T08:43:57.508" v="2414"/>
          <ac:cxnSpMkLst>
            <pc:docMk/>
            <pc:sldMk cId="3297007435" sldId="550"/>
            <ac:cxnSpMk id="24" creationId="{9C6BF2FF-9906-4EB6-A79B-3373F512D973}"/>
          </ac:cxnSpMkLst>
        </pc:cxnChg>
        <pc:cxnChg chg="add del mod">
          <ac:chgData name="易 方遒" userId="7365ce1964fcc26b" providerId="LiveId" clId="{4EC0E639-4227-4CE2-84A7-60D0B400C4C1}" dt="2021-10-23T08:43:57.508" v="2414"/>
          <ac:cxnSpMkLst>
            <pc:docMk/>
            <pc:sldMk cId="3297007435" sldId="550"/>
            <ac:cxnSpMk id="25" creationId="{F7D4ED3A-8DCB-40C7-99B8-402EA59C2A92}"/>
          </ac:cxnSpMkLst>
        </pc:cxnChg>
        <pc:cxnChg chg="add del mod">
          <ac:chgData name="易 方遒" userId="7365ce1964fcc26b" providerId="LiveId" clId="{4EC0E639-4227-4CE2-84A7-60D0B400C4C1}" dt="2021-10-23T08:43:57.508" v="2414"/>
          <ac:cxnSpMkLst>
            <pc:docMk/>
            <pc:sldMk cId="3297007435" sldId="550"/>
            <ac:cxnSpMk id="26" creationId="{EC9FF958-C9AE-40B9-AFAB-278F0218AA37}"/>
          </ac:cxnSpMkLst>
        </pc:cxnChg>
        <pc:cxnChg chg="add del mod">
          <ac:chgData name="易 方遒" userId="7365ce1964fcc26b" providerId="LiveId" clId="{4EC0E639-4227-4CE2-84A7-60D0B400C4C1}" dt="2021-10-23T08:43:57.508" v="2414"/>
          <ac:cxnSpMkLst>
            <pc:docMk/>
            <pc:sldMk cId="3297007435" sldId="550"/>
            <ac:cxnSpMk id="27" creationId="{3214C2BA-1789-4964-BAC0-679E30B5CA73}"/>
          </ac:cxnSpMkLst>
        </pc:cxnChg>
        <pc:cxnChg chg="add del mod">
          <ac:chgData name="易 方遒" userId="7365ce1964fcc26b" providerId="LiveId" clId="{4EC0E639-4227-4CE2-84A7-60D0B400C4C1}" dt="2021-10-23T08:43:57.508" v="2414"/>
          <ac:cxnSpMkLst>
            <pc:docMk/>
            <pc:sldMk cId="3297007435" sldId="550"/>
            <ac:cxnSpMk id="46" creationId="{81A79C98-9C8E-4DC4-999D-F3E525A18569}"/>
          </ac:cxnSpMkLst>
        </pc:cxnChg>
        <pc:cxnChg chg="add del mod">
          <ac:chgData name="易 方遒" userId="7365ce1964fcc26b" providerId="LiveId" clId="{4EC0E639-4227-4CE2-84A7-60D0B400C4C1}" dt="2021-10-23T08:43:57.508" v="2414"/>
          <ac:cxnSpMkLst>
            <pc:docMk/>
            <pc:sldMk cId="3297007435" sldId="550"/>
            <ac:cxnSpMk id="47" creationId="{4D1178F7-DCC2-4C6F-A53D-DEB74C86F368}"/>
          </ac:cxnSpMkLst>
        </pc:cxnChg>
        <pc:cxnChg chg="add del mod">
          <ac:chgData name="易 方遒" userId="7365ce1964fcc26b" providerId="LiveId" clId="{4EC0E639-4227-4CE2-84A7-60D0B400C4C1}" dt="2021-10-23T08:43:57.508" v="2414"/>
          <ac:cxnSpMkLst>
            <pc:docMk/>
            <pc:sldMk cId="3297007435" sldId="550"/>
            <ac:cxnSpMk id="48" creationId="{23ABD6C5-FA8A-409B-8835-1B528418CF3B}"/>
          </ac:cxnSpMkLst>
        </pc:cxnChg>
        <pc:cxnChg chg="add del mod">
          <ac:chgData name="易 方遒" userId="7365ce1964fcc26b" providerId="LiveId" clId="{4EC0E639-4227-4CE2-84A7-60D0B400C4C1}" dt="2021-10-23T08:43:57.508" v="2414"/>
          <ac:cxnSpMkLst>
            <pc:docMk/>
            <pc:sldMk cId="3297007435" sldId="550"/>
            <ac:cxnSpMk id="50" creationId="{9521A93E-A463-4AE0-86E6-8F0B49AF008E}"/>
          </ac:cxnSpMkLst>
        </pc:cxnChg>
        <pc:cxnChg chg="add del mod">
          <ac:chgData name="易 方遒" userId="7365ce1964fcc26b" providerId="LiveId" clId="{4EC0E639-4227-4CE2-84A7-60D0B400C4C1}" dt="2021-10-23T08:43:57.508" v="2414"/>
          <ac:cxnSpMkLst>
            <pc:docMk/>
            <pc:sldMk cId="3297007435" sldId="550"/>
            <ac:cxnSpMk id="51" creationId="{ECCE9754-F7B6-4213-AC21-86D84795DC38}"/>
          </ac:cxnSpMkLst>
        </pc:cxnChg>
        <pc:cxnChg chg="add del mod">
          <ac:chgData name="易 方遒" userId="7365ce1964fcc26b" providerId="LiveId" clId="{4EC0E639-4227-4CE2-84A7-60D0B400C4C1}" dt="2021-10-23T08:43:57.508" v="2414"/>
          <ac:cxnSpMkLst>
            <pc:docMk/>
            <pc:sldMk cId="3297007435" sldId="550"/>
            <ac:cxnSpMk id="53" creationId="{0CFAAB22-E07E-4FB5-A5E7-B39AF15B5F59}"/>
          </ac:cxnSpMkLst>
        </pc:cxnChg>
        <pc:cxnChg chg="add del mod">
          <ac:chgData name="易 方遒" userId="7365ce1964fcc26b" providerId="LiveId" clId="{4EC0E639-4227-4CE2-84A7-60D0B400C4C1}" dt="2021-10-23T08:43:57.508" v="2414"/>
          <ac:cxnSpMkLst>
            <pc:docMk/>
            <pc:sldMk cId="3297007435" sldId="550"/>
            <ac:cxnSpMk id="56" creationId="{45B2CD41-A5F0-48C0-8844-7C1B623CDEAD}"/>
          </ac:cxnSpMkLst>
        </pc:cxnChg>
        <pc:cxnChg chg="add del mod">
          <ac:chgData name="易 方遒" userId="7365ce1964fcc26b" providerId="LiveId" clId="{4EC0E639-4227-4CE2-84A7-60D0B400C4C1}" dt="2021-10-23T08:43:57.508" v="2414"/>
          <ac:cxnSpMkLst>
            <pc:docMk/>
            <pc:sldMk cId="3297007435" sldId="550"/>
            <ac:cxnSpMk id="57" creationId="{8E19FBE4-8A77-4046-A4F6-0A244E2B7FCA}"/>
          </ac:cxnSpMkLst>
        </pc:cxnChg>
        <pc:cxnChg chg="add del mod">
          <ac:chgData name="易 方遒" userId="7365ce1964fcc26b" providerId="LiveId" clId="{4EC0E639-4227-4CE2-84A7-60D0B400C4C1}" dt="2021-10-23T08:43:57.508" v="2414"/>
          <ac:cxnSpMkLst>
            <pc:docMk/>
            <pc:sldMk cId="3297007435" sldId="550"/>
            <ac:cxnSpMk id="58" creationId="{120C71BC-FAE4-40BF-8A39-A903C9ADF235}"/>
          </ac:cxnSpMkLst>
        </pc:cxnChg>
        <pc:cxnChg chg="add del mod">
          <ac:chgData name="易 方遒" userId="7365ce1964fcc26b" providerId="LiveId" clId="{4EC0E639-4227-4CE2-84A7-60D0B400C4C1}" dt="2021-10-23T08:43:57.508" v="2414"/>
          <ac:cxnSpMkLst>
            <pc:docMk/>
            <pc:sldMk cId="3297007435" sldId="550"/>
            <ac:cxnSpMk id="61" creationId="{548F165F-4AAA-49EB-9AD0-7A46883C1C45}"/>
          </ac:cxnSpMkLst>
        </pc:cxnChg>
        <pc:cxnChg chg="add del mod">
          <ac:chgData name="易 方遒" userId="7365ce1964fcc26b" providerId="LiveId" clId="{4EC0E639-4227-4CE2-84A7-60D0B400C4C1}" dt="2021-10-23T08:43:57.508" v="2414"/>
          <ac:cxnSpMkLst>
            <pc:docMk/>
            <pc:sldMk cId="3297007435" sldId="550"/>
            <ac:cxnSpMk id="62" creationId="{DED6784D-3815-4421-BB30-03C3213A81AB}"/>
          </ac:cxnSpMkLst>
        </pc:cxnChg>
        <pc:cxnChg chg="add del mod">
          <ac:chgData name="易 方遒" userId="7365ce1964fcc26b" providerId="LiveId" clId="{4EC0E639-4227-4CE2-84A7-60D0B400C4C1}" dt="2021-10-23T08:43:57.508" v="2414"/>
          <ac:cxnSpMkLst>
            <pc:docMk/>
            <pc:sldMk cId="3297007435" sldId="550"/>
            <ac:cxnSpMk id="63" creationId="{253A8A17-E50D-4695-BD92-C46F2672A0C8}"/>
          </ac:cxnSpMkLst>
        </pc:cxnChg>
        <pc:cxnChg chg="add del mod">
          <ac:chgData name="易 方遒" userId="7365ce1964fcc26b" providerId="LiveId" clId="{4EC0E639-4227-4CE2-84A7-60D0B400C4C1}" dt="2021-10-23T08:43:57.508" v="2414"/>
          <ac:cxnSpMkLst>
            <pc:docMk/>
            <pc:sldMk cId="3297007435" sldId="550"/>
            <ac:cxnSpMk id="82" creationId="{F726757B-31D2-48BC-8A64-73E96CEACF75}"/>
          </ac:cxnSpMkLst>
        </pc:cxnChg>
        <pc:cxnChg chg="add del mod">
          <ac:chgData name="易 方遒" userId="7365ce1964fcc26b" providerId="LiveId" clId="{4EC0E639-4227-4CE2-84A7-60D0B400C4C1}" dt="2021-10-23T08:43:57.508" v="2414"/>
          <ac:cxnSpMkLst>
            <pc:docMk/>
            <pc:sldMk cId="3297007435" sldId="550"/>
            <ac:cxnSpMk id="83" creationId="{2BC8FE39-2F0B-4A27-A953-072A1A91EEE7}"/>
          </ac:cxnSpMkLst>
        </pc:cxnChg>
        <pc:cxnChg chg="add del mod">
          <ac:chgData name="易 方遒" userId="7365ce1964fcc26b" providerId="LiveId" clId="{4EC0E639-4227-4CE2-84A7-60D0B400C4C1}" dt="2021-10-23T08:43:57.508" v="2414"/>
          <ac:cxnSpMkLst>
            <pc:docMk/>
            <pc:sldMk cId="3297007435" sldId="550"/>
            <ac:cxnSpMk id="84" creationId="{0E7D9EF7-5B6F-4F67-BFC7-E446B41095CA}"/>
          </ac:cxnSpMkLst>
        </pc:cxnChg>
        <pc:cxnChg chg="add del mod">
          <ac:chgData name="易 方遒" userId="7365ce1964fcc26b" providerId="LiveId" clId="{4EC0E639-4227-4CE2-84A7-60D0B400C4C1}" dt="2021-10-23T08:43:57.508" v="2414"/>
          <ac:cxnSpMkLst>
            <pc:docMk/>
            <pc:sldMk cId="3297007435" sldId="550"/>
            <ac:cxnSpMk id="86" creationId="{8B6E116D-FE0E-4423-8562-0D7FC5DAD1E5}"/>
          </ac:cxnSpMkLst>
        </pc:cxnChg>
        <pc:cxnChg chg="add del mod">
          <ac:chgData name="易 方遒" userId="7365ce1964fcc26b" providerId="LiveId" clId="{4EC0E639-4227-4CE2-84A7-60D0B400C4C1}" dt="2021-10-23T08:43:57.508" v="2414"/>
          <ac:cxnSpMkLst>
            <pc:docMk/>
            <pc:sldMk cId="3297007435" sldId="550"/>
            <ac:cxnSpMk id="87" creationId="{456F4DA9-7124-41E6-902F-34D3D8343E33}"/>
          </ac:cxnSpMkLst>
        </pc:cxnChg>
        <pc:cxnChg chg="add del mod">
          <ac:chgData name="易 方遒" userId="7365ce1964fcc26b" providerId="LiveId" clId="{4EC0E639-4227-4CE2-84A7-60D0B400C4C1}" dt="2021-10-23T08:43:57.508" v="2414"/>
          <ac:cxnSpMkLst>
            <pc:docMk/>
            <pc:sldMk cId="3297007435" sldId="550"/>
            <ac:cxnSpMk id="89" creationId="{F56C9778-ED1E-47F5-B9E4-F9B9E2541C62}"/>
          </ac:cxnSpMkLst>
        </pc:cxnChg>
        <pc:cxnChg chg="add del mod">
          <ac:chgData name="易 方遒" userId="7365ce1964fcc26b" providerId="LiveId" clId="{4EC0E639-4227-4CE2-84A7-60D0B400C4C1}" dt="2021-10-23T08:43:57.508" v="2414"/>
          <ac:cxnSpMkLst>
            <pc:docMk/>
            <pc:sldMk cId="3297007435" sldId="550"/>
            <ac:cxnSpMk id="93" creationId="{CAA2569F-5A18-4A01-BFFF-66969238CA75}"/>
          </ac:cxnSpMkLst>
        </pc:cxnChg>
        <pc:cxnChg chg="add del mod">
          <ac:chgData name="易 方遒" userId="7365ce1964fcc26b" providerId="LiveId" clId="{4EC0E639-4227-4CE2-84A7-60D0B400C4C1}" dt="2021-10-23T08:43:57.508" v="2414"/>
          <ac:cxnSpMkLst>
            <pc:docMk/>
            <pc:sldMk cId="3297007435" sldId="550"/>
            <ac:cxnSpMk id="94" creationId="{25F77D65-0276-4293-8B9A-1573F4BE40BD}"/>
          </ac:cxnSpMkLst>
        </pc:cxnChg>
        <pc:cxnChg chg="add del mod">
          <ac:chgData name="易 方遒" userId="7365ce1964fcc26b" providerId="LiveId" clId="{4EC0E639-4227-4CE2-84A7-60D0B400C4C1}" dt="2021-10-23T08:43:57.508" v="2414"/>
          <ac:cxnSpMkLst>
            <pc:docMk/>
            <pc:sldMk cId="3297007435" sldId="550"/>
            <ac:cxnSpMk id="95" creationId="{8BDFCE75-F8E2-4E9A-B5D3-FD70BC5081E2}"/>
          </ac:cxnSpMkLst>
        </pc:cxnChg>
        <pc:cxnChg chg="add del mod">
          <ac:chgData name="易 方遒" userId="7365ce1964fcc26b" providerId="LiveId" clId="{4EC0E639-4227-4CE2-84A7-60D0B400C4C1}" dt="2021-10-23T08:43:57.508" v="2414"/>
          <ac:cxnSpMkLst>
            <pc:docMk/>
            <pc:sldMk cId="3297007435" sldId="550"/>
            <ac:cxnSpMk id="96" creationId="{33D3EC03-DA59-412F-AA3E-347C5B7A2E03}"/>
          </ac:cxnSpMkLst>
        </pc:cxnChg>
        <pc:cxnChg chg="add del mod">
          <ac:chgData name="易 方遒" userId="7365ce1964fcc26b" providerId="LiveId" clId="{4EC0E639-4227-4CE2-84A7-60D0B400C4C1}" dt="2021-10-23T08:43:57.508" v="2414"/>
          <ac:cxnSpMkLst>
            <pc:docMk/>
            <pc:sldMk cId="3297007435" sldId="550"/>
            <ac:cxnSpMk id="97" creationId="{D94AA9E2-E288-498D-BF01-C602208A6E5C}"/>
          </ac:cxnSpMkLst>
        </pc:cxnChg>
        <pc:cxnChg chg="add del mod">
          <ac:chgData name="易 方遒" userId="7365ce1964fcc26b" providerId="LiveId" clId="{4EC0E639-4227-4CE2-84A7-60D0B400C4C1}" dt="2021-10-23T08:43:57.508" v="2414"/>
          <ac:cxnSpMkLst>
            <pc:docMk/>
            <pc:sldMk cId="3297007435" sldId="550"/>
            <ac:cxnSpMk id="98" creationId="{DD4EAFEC-5C5B-4923-92C0-700CD8A5A11C}"/>
          </ac:cxnSpMkLst>
        </pc:cxnChg>
        <pc:cxnChg chg="add del mod">
          <ac:chgData name="易 方遒" userId="7365ce1964fcc26b" providerId="LiveId" clId="{4EC0E639-4227-4CE2-84A7-60D0B400C4C1}" dt="2021-10-23T08:43:57.508" v="2414"/>
          <ac:cxnSpMkLst>
            <pc:docMk/>
            <pc:sldMk cId="3297007435" sldId="550"/>
            <ac:cxnSpMk id="99" creationId="{48A6FB48-89F7-4C75-A901-5B3221CE1370}"/>
          </ac:cxnSpMkLst>
        </pc:cxnChg>
        <pc:cxnChg chg="add del mod">
          <ac:chgData name="易 方遒" userId="7365ce1964fcc26b" providerId="LiveId" clId="{4EC0E639-4227-4CE2-84A7-60D0B400C4C1}" dt="2021-10-23T08:43:57.508" v="2414"/>
          <ac:cxnSpMkLst>
            <pc:docMk/>
            <pc:sldMk cId="3297007435" sldId="550"/>
            <ac:cxnSpMk id="100" creationId="{900FC355-75A0-46D6-BE28-BF3A2A45DED5}"/>
          </ac:cxnSpMkLst>
        </pc:cxnChg>
        <pc:cxnChg chg="add del mod">
          <ac:chgData name="易 方遒" userId="7365ce1964fcc26b" providerId="LiveId" clId="{4EC0E639-4227-4CE2-84A7-60D0B400C4C1}" dt="2021-10-23T08:43:57.508" v="2414"/>
          <ac:cxnSpMkLst>
            <pc:docMk/>
            <pc:sldMk cId="3297007435" sldId="550"/>
            <ac:cxnSpMk id="101" creationId="{57FFD0E4-1763-4AE7-B510-1828714B2E34}"/>
          </ac:cxnSpMkLst>
        </pc:cxnChg>
        <pc:cxnChg chg="add del mod">
          <ac:chgData name="易 方遒" userId="7365ce1964fcc26b" providerId="LiveId" clId="{4EC0E639-4227-4CE2-84A7-60D0B400C4C1}" dt="2021-10-23T08:43:57.508" v="2414"/>
          <ac:cxnSpMkLst>
            <pc:docMk/>
            <pc:sldMk cId="3297007435" sldId="550"/>
            <ac:cxnSpMk id="102" creationId="{EE830C75-202D-4746-A419-F6272938C71A}"/>
          </ac:cxnSpMkLst>
        </pc:cxnChg>
        <pc:cxnChg chg="add del mod">
          <ac:chgData name="易 方遒" userId="7365ce1964fcc26b" providerId="LiveId" clId="{4EC0E639-4227-4CE2-84A7-60D0B400C4C1}" dt="2021-10-23T08:43:57.508" v="2414"/>
          <ac:cxnSpMkLst>
            <pc:docMk/>
            <pc:sldMk cId="3297007435" sldId="550"/>
            <ac:cxnSpMk id="103" creationId="{06B7FE46-C59F-4C8D-8EF6-1AA1456D7156}"/>
          </ac:cxnSpMkLst>
        </pc:cxnChg>
        <pc:cxnChg chg="add del mod">
          <ac:chgData name="易 方遒" userId="7365ce1964fcc26b" providerId="LiveId" clId="{4EC0E639-4227-4CE2-84A7-60D0B400C4C1}" dt="2021-10-23T08:43:57.508" v="2414"/>
          <ac:cxnSpMkLst>
            <pc:docMk/>
            <pc:sldMk cId="3297007435" sldId="550"/>
            <ac:cxnSpMk id="104" creationId="{91345807-CBB1-4037-8CEA-E1136F913C8B}"/>
          </ac:cxnSpMkLst>
        </pc:cxnChg>
        <pc:cxnChg chg="add del mod">
          <ac:chgData name="易 方遒" userId="7365ce1964fcc26b" providerId="LiveId" clId="{4EC0E639-4227-4CE2-84A7-60D0B400C4C1}" dt="2021-10-23T08:43:57.508" v="2414"/>
          <ac:cxnSpMkLst>
            <pc:docMk/>
            <pc:sldMk cId="3297007435" sldId="550"/>
            <ac:cxnSpMk id="105" creationId="{92CD0668-3014-4761-ACBE-E8FB8949944E}"/>
          </ac:cxnSpMkLst>
        </pc:cxnChg>
        <pc:cxnChg chg="add del mod">
          <ac:chgData name="易 方遒" userId="7365ce1964fcc26b" providerId="LiveId" clId="{4EC0E639-4227-4CE2-84A7-60D0B400C4C1}" dt="2021-10-23T08:43:57.508" v="2414"/>
          <ac:cxnSpMkLst>
            <pc:docMk/>
            <pc:sldMk cId="3297007435" sldId="550"/>
            <ac:cxnSpMk id="106" creationId="{AE568DCC-F257-49DD-8A31-8B103427B7C5}"/>
          </ac:cxnSpMkLst>
        </pc:cxnChg>
        <pc:cxnChg chg="add del mod">
          <ac:chgData name="易 方遒" userId="7365ce1964fcc26b" providerId="LiveId" clId="{4EC0E639-4227-4CE2-84A7-60D0B400C4C1}" dt="2021-10-23T08:43:57.508" v="2414"/>
          <ac:cxnSpMkLst>
            <pc:docMk/>
            <pc:sldMk cId="3297007435" sldId="550"/>
            <ac:cxnSpMk id="107" creationId="{FC82C0C3-A488-487D-93D2-A2BDAD765F4A}"/>
          </ac:cxnSpMkLst>
        </pc:cxnChg>
        <pc:cxnChg chg="add del mod">
          <ac:chgData name="易 方遒" userId="7365ce1964fcc26b" providerId="LiveId" clId="{4EC0E639-4227-4CE2-84A7-60D0B400C4C1}" dt="2021-10-23T08:43:57.508" v="2414"/>
          <ac:cxnSpMkLst>
            <pc:docMk/>
            <pc:sldMk cId="3297007435" sldId="550"/>
            <ac:cxnSpMk id="108" creationId="{5B5192BC-887F-40B8-BC1F-61899A93F02F}"/>
          </ac:cxnSpMkLst>
        </pc:cxnChg>
        <pc:cxnChg chg="add del mod">
          <ac:chgData name="易 方遒" userId="7365ce1964fcc26b" providerId="LiveId" clId="{4EC0E639-4227-4CE2-84A7-60D0B400C4C1}" dt="2021-10-23T08:43:57.508" v="2414"/>
          <ac:cxnSpMkLst>
            <pc:docMk/>
            <pc:sldMk cId="3297007435" sldId="550"/>
            <ac:cxnSpMk id="109" creationId="{987DD69C-32AD-479A-8607-FB960BE74AC0}"/>
          </ac:cxnSpMkLst>
        </pc:cxnChg>
        <pc:cxnChg chg="add del mod">
          <ac:chgData name="易 方遒" userId="7365ce1964fcc26b" providerId="LiveId" clId="{4EC0E639-4227-4CE2-84A7-60D0B400C4C1}" dt="2021-10-23T08:43:57.508" v="2414"/>
          <ac:cxnSpMkLst>
            <pc:docMk/>
            <pc:sldMk cId="3297007435" sldId="550"/>
            <ac:cxnSpMk id="110" creationId="{18F5DF78-9BA8-40E2-A036-A2762466D2EA}"/>
          </ac:cxnSpMkLst>
        </pc:cxnChg>
        <pc:cxnChg chg="add del mod">
          <ac:chgData name="易 方遒" userId="7365ce1964fcc26b" providerId="LiveId" clId="{4EC0E639-4227-4CE2-84A7-60D0B400C4C1}" dt="2021-10-23T08:43:57.508" v="2414"/>
          <ac:cxnSpMkLst>
            <pc:docMk/>
            <pc:sldMk cId="3297007435" sldId="550"/>
            <ac:cxnSpMk id="111" creationId="{54D5DD5D-6499-4AF4-8E7B-12BF61E11B18}"/>
          </ac:cxnSpMkLst>
        </pc:cxnChg>
        <pc:cxnChg chg="add del mod">
          <ac:chgData name="易 方遒" userId="7365ce1964fcc26b" providerId="LiveId" clId="{4EC0E639-4227-4CE2-84A7-60D0B400C4C1}" dt="2021-10-23T08:43:57.508" v="2414"/>
          <ac:cxnSpMkLst>
            <pc:docMk/>
            <pc:sldMk cId="3297007435" sldId="550"/>
            <ac:cxnSpMk id="114" creationId="{4EB6054E-67F7-42CB-B145-725BD5C5C732}"/>
          </ac:cxnSpMkLst>
        </pc:cxnChg>
        <pc:cxnChg chg="add del mod">
          <ac:chgData name="易 方遒" userId="7365ce1964fcc26b" providerId="LiveId" clId="{4EC0E639-4227-4CE2-84A7-60D0B400C4C1}" dt="2021-10-23T08:43:57.508" v="2414"/>
          <ac:cxnSpMkLst>
            <pc:docMk/>
            <pc:sldMk cId="3297007435" sldId="550"/>
            <ac:cxnSpMk id="115" creationId="{66906C70-5FEA-42AA-BBC9-F4848F5CEBD2}"/>
          </ac:cxnSpMkLst>
        </pc:cxnChg>
        <pc:cxnChg chg="add del mod">
          <ac:chgData name="易 方遒" userId="7365ce1964fcc26b" providerId="LiveId" clId="{4EC0E639-4227-4CE2-84A7-60D0B400C4C1}" dt="2021-10-23T08:43:57.508" v="2414"/>
          <ac:cxnSpMkLst>
            <pc:docMk/>
            <pc:sldMk cId="3297007435" sldId="550"/>
            <ac:cxnSpMk id="116" creationId="{6AB2B5F2-66F9-494C-B68C-A88BA5FBB7FD}"/>
          </ac:cxnSpMkLst>
        </pc:cxnChg>
        <pc:cxnChg chg="add del mod">
          <ac:chgData name="易 方遒" userId="7365ce1964fcc26b" providerId="LiveId" clId="{4EC0E639-4227-4CE2-84A7-60D0B400C4C1}" dt="2021-10-23T08:43:57.508" v="2414"/>
          <ac:cxnSpMkLst>
            <pc:docMk/>
            <pc:sldMk cId="3297007435" sldId="550"/>
            <ac:cxnSpMk id="117" creationId="{F9CFA518-86C1-4B34-93FA-3C21147DC108}"/>
          </ac:cxnSpMkLst>
        </pc:cxnChg>
        <pc:cxnChg chg="add del mod">
          <ac:chgData name="易 方遒" userId="7365ce1964fcc26b" providerId="LiveId" clId="{4EC0E639-4227-4CE2-84A7-60D0B400C4C1}" dt="2021-10-23T08:43:57.508" v="2414"/>
          <ac:cxnSpMkLst>
            <pc:docMk/>
            <pc:sldMk cId="3297007435" sldId="550"/>
            <ac:cxnSpMk id="118" creationId="{28595770-9606-4998-87B8-292B86B8E993}"/>
          </ac:cxnSpMkLst>
        </pc:cxnChg>
        <pc:cxnChg chg="add del mod">
          <ac:chgData name="易 方遒" userId="7365ce1964fcc26b" providerId="LiveId" clId="{4EC0E639-4227-4CE2-84A7-60D0B400C4C1}" dt="2021-10-23T08:43:57.508" v="2414"/>
          <ac:cxnSpMkLst>
            <pc:docMk/>
            <pc:sldMk cId="3297007435" sldId="550"/>
            <ac:cxnSpMk id="119" creationId="{80D92AC6-A7F5-452C-9D1B-D46186691734}"/>
          </ac:cxnSpMkLst>
        </pc:cxnChg>
        <pc:cxnChg chg="add del mod">
          <ac:chgData name="易 方遒" userId="7365ce1964fcc26b" providerId="LiveId" clId="{4EC0E639-4227-4CE2-84A7-60D0B400C4C1}" dt="2021-10-23T08:43:57.508" v="2414"/>
          <ac:cxnSpMkLst>
            <pc:docMk/>
            <pc:sldMk cId="3297007435" sldId="550"/>
            <ac:cxnSpMk id="132" creationId="{161FF0B8-B010-4428-9D44-7E2D9D11A6A1}"/>
          </ac:cxnSpMkLst>
        </pc:cxnChg>
        <pc:cxnChg chg="add del mod">
          <ac:chgData name="易 方遒" userId="7365ce1964fcc26b" providerId="LiveId" clId="{4EC0E639-4227-4CE2-84A7-60D0B400C4C1}" dt="2021-10-23T08:43:57.508" v="2414"/>
          <ac:cxnSpMkLst>
            <pc:docMk/>
            <pc:sldMk cId="3297007435" sldId="550"/>
            <ac:cxnSpMk id="135" creationId="{55B6A622-4F35-4E86-8615-70E3C37658A4}"/>
          </ac:cxnSpMkLst>
        </pc:cxnChg>
        <pc:cxnChg chg="add del mod">
          <ac:chgData name="易 方遒" userId="7365ce1964fcc26b" providerId="LiveId" clId="{4EC0E639-4227-4CE2-84A7-60D0B400C4C1}" dt="2021-10-23T08:43:57.508" v="2414"/>
          <ac:cxnSpMkLst>
            <pc:docMk/>
            <pc:sldMk cId="3297007435" sldId="550"/>
            <ac:cxnSpMk id="136" creationId="{6C760E4C-98C0-4E0C-9C67-F3400C2FF72B}"/>
          </ac:cxnSpMkLst>
        </pc:cxnChg>
        <pc:cxnChg chg="add del mod">
          <ac:chgData name="易 方遒" userId="7365ce1964fcc26b" providerId="LiveId" clId="{4EC0E639-4227-4CE2-84A7-60D0B400C4C1}" dt="2021-10-23T08:43:57.508" v="2414"/>
          <ac:cxnSpMkLst>
            <pc:docMk/>
            <pc:sldMk cId="3297007435" sldId="550"/>
            <ac:cxnSpMk id="138" creationId="{BAFA68AD-7442-49C0-B7EA-CA31B07B91F7}"/>
          </ac:cxnSpMkLst>
        </pc:cxnChg>
        <pc:cxnChg chg="add del mod">
          <ac:chgData name="易 方遒" userId="7365ce1964fcc26b" providerId="LiveId" clId="{4EC0E639-4227-4CE2-84A7-60D0B400C4C1}" dt="2021-10-23T08:43:57.508" v="2414"/>
          <ac:cxnSpMkLst>
            <pc:docMk/>
            <pc:sldMk cId="3297007435" sldId="550"/>
            <ac:cxnSpMk id="141" creationId="{1B657C99-B96B-4EEC-90EE-6C331DCE4C54}"/>
          </ac:cxnSpMkLst>
        </pc:cxnChg>
        <pc:cxnChg chg="add del mod">
          <ac:chgData name="易 方遒" userId="7365ce1964fcc26b" providerId="LiveId" clId="{4EC0E639-4227-4CE2-84A7-60D0B400C4C1}" dt="2021-10-23T08:43:57.508" v="2414"/>
          <ac:cxnSpMkLst>
            <pc:docMk/>
            <pc:sldMk cId="3297007435" sldId="550"/>
            <ac:cxnSpMk id="142" creationId="{0F9E9000-E41A-4D8D-AE83-A23AE9A7536C}"/>
          </ac:cxnSpMkLst>
        </pc:cxnChg>
        <pc:cxnChg chg="add del mod">
          <ac:chgData name="易 方遒" userId="7365ce1964fcc26b" providerId="LiveId" clId="{4EC0E639-4227-4CE2-84A7-60D0B400C4C1}" dt="2021-10-23T08:43:57.508" v="2414"/>
          <ac:cxnSpMkLst>
            <pc:docMk/>
            <pc:sldMk cId="3297007435" sldId="550"/>
            <ac:cxnSpMk id="143" creationId="{6943E75F-AEF0-4E2A-94FC-703CAE80407E}"/>
          </ac:cxnSpMkLst>
        </pc:cxnChg>
        <pc:cxnChg chg="add del mod">
          <ac:chgData name="易 方遒" userId="7365ce1964fcc26b" providerId="LiveId" clId="{4EC0E639-4227-4CE2-84A7-60D0B400C4C1}" dt="2021-10-23T08:43:57.508" v="2414"/>
          <ac:cxnSpMkLst>
            <pc:docMk/>
            <pc:sldMk cId="3297007435" sldId="550"/>
            <ac:cxnSpMk id="144" creationId="{833B4622-B87E-4B71-80C9-0C686912F4E8}"/>
          </ac:cxnSpMkLst>
        </pc:cxnChg>
        <pc:cxnChg chg="add del mod">
          <ac:chgData name="易 方遒" userId="7365ce1964fcc26b" providerId="LiveId" clId="{4EC0E639-4227-4CE2-84A7-60D0B400C4C1}" dt="2021-10-23T08:43:57.508" v="2414"/>
          <ac:cxnSpMkLst>
            <pc:docMk/>
            <pc:sldMk cId="3297007435" sldId="550"/>
            <ac:cxnSpMk id="145" creationId="{A23A9497-5B06-4D43-AD31-D89BB615E630}"/>
          </ac:cxnSpMkLst>
        </pc:cxnChg>
        <pc:cxnChg chg="add del mod">
          <ac:chgData name="易 方遒" userId="7365ce1964fcc26b" providerId="LiveId" clId="{4EC0E639-4227-4CE2-84A7-60D0B400C4C1}" dt="2021-10-23T08:43:57.508" v="2414"/>
          <ac:cxnSpMkLst>
            <pc:docMk/>
            <pc:sldMk cId="3297007435" sldId="550"/>
            <ac:cxnSpMk id="146" creationId="{1586E610-9B50-457B-B16E-43C6F0559B1F}"/>
          </ac:cxnSpMkLst>
        </pc:cxnChg>
        <pc:cxnChg chg="add del mod">
          <ac:chgData name="易 方遒" userId="7365ce1964fcc26b" providerId="LiveId" clId="{4EC0E639-4227-4CE2-84A7-60D0B400C4C1}" dt="2021-10-23T08:43:57.508" v="2414"/>
          <ac:cxnSpMkLst>
            <pc:docMk/>
            <pc:sldMk cId="3297007435" sldId="550"/>
            <ac:cxnSpMk id="159" creationId="{CB258BAC-C8DF-409B-9989-730B7C7AEBFC}"/>
          </ac:cxnSpMkLst>
        </pc:cxnChg>
        <pc:cxnChg chg="add del mod">
          <ac:chgData name="易 方遒" userId="7365ce1964fcc26b" providerId="LiveId" clId="{4EC0E639-4227-4CE2-84A7-60D0B400C4C1}" dt="2021-10-23T08:43:57.508" v="2414"/>
          <ac:cxnSpMkLst>
            <pc:docMk/>
            <pc:sldMk cId="3297007435" sldId="550"/>
            <ac:cxnSpMk id="170" creationId="{134E6EE4-078E-49E4-B54E-8C0932F52C68}"/>
          </ac:cxnSpMkLst>
        </pc:cxnChg>
        <pc:cxnChg chg="add del mod">
          <ac:chgData name="易 方遒" userId="7365ce1964fcc26b" providerId="LiveId" clId="{4EC0E639-4227-4CE2-84A7-60D0B400C4C1}" dt="2021-10-23T08:43:57.508" v="2414"/>
          <ac:cxnSpMkLst>
            <pc:docMk/>
            <pc:sldMk cId="3297007435" sldId="550"/>
            <ac:cxnSpMk id="171" creationId="{FFC2CF68-30A3-4657-9B26-C0CEBD72D3FD}"/>
          </ac:cxnSpMkLst>
        </pc:cxnChg>
        <pc:cxnChg chg="add del mod">
          <ac:chgData name="易 方遒" userId="7365ce1964fcc26b" providerId="LiveId" clId="{4EC0E639-4227-4CE2-84A7-60D0B400C4C1}" dt="2021-10-23T08:43:57.508" v="2414"/>
          <ac:cxnSpMkLst>
            <pc:docMk/>
            <pc:sldMk cId="3297007435" sldId="550"/>
            <ac:cxnSpMk id="174" creationId="{38446ACF-2A5A-451B-A690-8CDF8C927B23}"/>
          </ac:cxnSpMkLst>
        </pc:cxnChg>
        <pc:cxnChg chg="add del mod">
          <ac:chgData name="易 方遒" userId="7365ce1964fcc26b" providerId="LiveId" clId="{4EC0E639-4227-4CE2-84A7-60D0B400C4C1}" dt="2021-10-23T08:43:57.508" v="2414"/>
          <ac:cxnSpMkLst>
            <pc:docMk/>
            <pc:sldMk cId="3297007435" sldId="550"/>
            <ac:cxnSpMk id="175" creationId="{DE849C10-CC5D-43BF-84B8-FAD4B695F3CF}"/>
          </ac:cxnSpMkLst>
        </pc:cxnChg>
        <pc:cxnChg chg="add del mod">
          <ac:chgData name="易 方遒" userId="7365ce1964fcc26b" providerId="LiveId" clId="{4EC0E639-4227-4CE2-84A7-60D0B400C4C1}" dt="2021-10-23T08:43:57.508" v="2414"/>
          <ac:cxnSpMkLst>
            <pc:docMk/>
            <pc:sldMk cId="3297007435" sldId="550"/>
            <ac:cxnSpMk id="177" creationId="{B9FD72F7-40BA-40F6-ABC8-2297F03F8432}"/>
          </ac:cxnSpMkLst>
        </pc:cxnChg>
        <pc:cxnChg chg="add del mod">
          <ac:chgData name="易 方遒" userId="7365ce1964fcc26b" providerId="LiveId" clId="{4EC0E639-4227-4CE2-84A7-60D0B400C4C1}" dt="2021-10-23T08:43:57.508" v="2414"/>
          <ac:cxnSpMkLst>
            <pc:docMk/>
            <pc:sldMk cId="3297007435" sldId="550"/>
            <ac:cxnSpMk id="180" creationId="{FF4E40CC-E8C5-40C6-81F0-3EC8715E3D65}"/>
          </ac:cxnSpMkLst>
        </pc:cxnChg>
        <pc:cxnChg chg="add del mod">
          <ac:chgData name="易 方遒" userId="7365ce1964fcc26b" providerId="LiveId" clId="{4EC0E639-4227-4CE2-84A7-60D0B400C4C1}" dt="2021-10-23T08:43:57.508" v="2414"/>
          <ac:cxnSpMkLst>
            <pc:docMk/>
            <pc:sldMk cId="3297007435" sldId="550"/>
            <ac:cxnSpMk id="181" creationId="{BB12B340-472C-4FC5-A11F-4C3E4F3DF2E6}"/>
          </ac:cxnSpMkLst>
        </pc:cxnChg>
        <pc:cxnChg chg="add del mod">
          <ac:chgData name="易 方遒" userId="7365ce1964fcc26b" providerId="LiveId" clId="{4EC0E639-4227-4CE2-84A7-60D0B400C4C1}" dt="2021-10-23T08:43:57.508" v="2414"/>
          <ac:cxnSpMkLst>
            <pc:docMk/>
            <pc:sldMk cId="3297007435" sldId="550"/>
            <ac:cxnSpMk id="192" creationId="{C6F7639E-7BC4-4A7C-ADC2-AECD99D5FC5A}"/>
          </ac:cxnSpMkLst>
        </pc:cxnChg>
        <pc:cxnChg chg="add del mod">
          <ac:chgData name="易 方遒" userId="7365ce1964fcc26b" providerId="LiveId" clId="{4EC0E639-4227-4CE2-84A7-60D0B400C4C1}" dt="2021-10-23T08:43:57.508" v="2414"/>
          <ac:cxnSpMkLst>
            <pc:docMk/>
            <pc:sldMk cId="3297007435" sldId="550"/>
            <ac:cxnSpMk id="193" creationId="{267ED883-934B-4EE0-A600-DB4BB8C3AEAB}"/>
          </ac:cxnSpMkLst>
        </pc:cxnChg>
        <pc:cxnChg chg="add del mod">
          <ac:chgData name="易 方遒" userId="7365ce1964fcc26b" providerId="LiveId" clId="{4EC0E639-4227-4CE2-84A7-60D0B400C4C1}" dt="2021-10-23T08:43:57.508" v="2414"/>
          <ac:cxnSpMkLst>
            <pc:docMk/>
            <pc:sldMk cId="3297007435" sldId="550"/>
            <ac:cxnSpMk id="194" creationId="{171AFED4-B234-4044-A05B-76493ED62D27}"/>
          </ac:cxnSpMkLst>
        </pc:cxnChg>
        <pc:cxnChg chg="add del mod">
          <ac:chgData name="易 方遒" userId="7365ce1964fcc26b" providerId="LiveId" clId="{4EC0E639-4227-4CE2-84A7-60D0B400C4C1}" dt="2021-10-23T08:43:57.508" v="2414"/>
          <ac:cxnSpMkLst>
            <pc:docMk/>
            <pc:sldMk cId="3297007435" sldId="550"/>
            <ac:cxnSpMk id="195" creationId="{C37DA747-0791-4E70-9EA0-F9AC25368B16}"/>
          </ac:cxnSpMkLst>
        </pc:cxnChg>
        <pc:cxnChg chg="add del mod">
          <ac:chgData name="易 方遒" userId="7365ce1964fcc26b" providerId="LiveId" clId="{4EC0E639-4227-4CE2-84A7-60D0B400C4C1}" dt="2021-10-23T08:43:57.508" v="2414"/>
          <ac:cxnSpMkLst>
            <pc:docMk/>
            <pc:sldMk cId="3297007435" sldId="550"/>
            <ac:cxnSpMk id="196" creationId="{EFA14F0E-C1D1-4F38-AE89-72AC35346EC5}"/>
          </ac:cxnSpMkLst>
        </pc:cxnChg>
        <pc:cxnChg chg="mod">
          <ac:chgData name="易 方遒" userId="7365ce1964fcc26b" providerId="LiveId" clId="{4EC0E639-4227-4CE2-84A7-60D0B400C4C1}" dt="2021-10-23T08:44:11.046" v="2418" actId="1076"/>
          <ac:cxnSpMkLst>
            <pc:docMk/>
            <pc:sldMk cId="3297007435" sldId="550"/>
            <ac:cxnSpMk id="201" creationId="{33AC062E-F710-4E4A-80E6-8820744B75D7}"/>
          </ac:cxnSpMkLst>
        </pc:cxnChg>
        <pc:cxnChg chg="add del mod">
          <ac:chgData name="易 方遒" userId="7365ce1964fcc26b" providerId="LiveId" clId="{4EC0E639-4227-4CE2-84A7-60D0B400C4C1}" dt="2021-10-23T08:43:57.508" v="2414"/>
          <ac:cxnSpMkLst>
            <pc:docMk/>
            <pc:sldMk cId="3297007435" sldId="550"/>
            <ac:cxnSpMk id="211" creationId="{9197D8AA-93B5-4D55-ABD8-452861C0B339}"/>
          </ac:cxnSpMkLst>
        </pc:cxnChg>
        <pc:cxnChg chg="add del mod">
          <ac:chgData name="易 方遒" userId="7365ce1964fcc26b" providerId="LiveId" clId="{4EC0E639-4227-4CE2-84A7-60D0B400C4C1}" dt="2021-10-23T08:43:57.508" v="2414"/>
          <ac:cxnSpMkLst>
            <pc:docMk/>
            <pc:sldMk cId="3297007435" sldId="550"/>
            <ac:cxnSpMk id="214" creationId="{CF1A2D67-5634-40D5-8CEC-1F35F5A623F9}"/>
          </ac:cxnSpMkLst>
        </pc:cxnChg>
        <pc:cxnChg chg="add del mod">
          <ac:chgData name="易 方遒" userId="7365ce1964fcc26b" providerId="LiveId" clId="{4EC0E639-4227-4CE2-84A7-60D0B400C4C1}" dt="2021-10-23T08:43:57.508" v="2414"/>
          <ac:cxnSpMkLst>
            <pc:docMk/>
            <pc:sldMk cId="3297007435" sldId="550"/>
            <ac:cxnSpMk id="215" creationId="{3020D51F-C5FF-4E75-8F06-F7EB8A998B69}"/>
          </ac:cxnSpMkLst>
        </pc:cxnChg>
        <pc:cxnChg chg="add del mod">
          <ac:chgData name="易 方遒" userId="7365ce1964fcc26b" providerId="LiveId" clId="{4EC0E639-4227-4CE2-84A7-60D0B400C4C1}" dt="2021-10-23T08:43:57.508" v="2414"/>
          <ac:cxnSpMkLst>
            <pc:docMk/>
            <pc:sldMk cId="3297007435" sldId="550"/>
            <ac:cxnSpMk id="217" creationId="{48174E9D-86BA-4B36-88FF-A8CB4743A670}"/>
          </ac:cxnSpMkLst>
        </pc:cxnChg>
        <pc:cxnChg chg="add del mod">
          <ac:chgData name="易 方遒" userId="7365ce1964fcc26b" providerId="LiveId" clId="{4EC0E639-4227-4CE2-84A7-60D0B400C4C1}" dt="2021-10-23T08:43:57.508" v="2414"/>
          <ac:cxnSpMkLst>
            <pc:docMk/>
            <pc:sldMk cId="3297007435" sldId="550"/>
            <ac:cxnSpMk id="220" creationId="{BE8E5EAA-88D2-4FF8-9287-3D0A38493CFD}"/>
          </ac:cxnSpMkLst>
        </pc:cxnChg>
        <pc:cxnChg chg="add del mod">
          <ac:chgData name="易 方遒" userId="7365ce1964fcc26b" providerId="LiveId" clId="{4EC0E639-4227-4CE2-84A7-60D0B400C4C1}" dt="2021-10-23T08:43:57.508" v="2414"/>
          <ac:cxnSpMkLst>
            <pc:docMk/>
            <pc:sldMk cId="3297007435" sldId="550"/>
            <ac:cxnSpMk id="221" creationId="{1DA183B7-1006-46BE-81A9-BC42CAE1DAFD}"/>
          </ac:cxnSpMkLst>
        </pc:cxnChg>
        <pc:cxnChg chg="add del mod">
          <ac:chgData name="易 方遒" userId="7365ce1964fcc26b" providerId="LiveId" clId="{4EC0E639-4227-4CE2-84A7-60D0B400C4C1}" dt="2021-10-23T08:43:57.508" v="2414"/>
          <ac:cxnSpMkLst>
            <pc:docMk/>
            <pc:sldMk cId="3297007435" sldId="550"/>
            <ac:cxnSpMk id="231" creationId="{B35DB1BB-0427-48E3-8B9C-38610F63C092}"/>
          </ac:cxnSpMkLst>
        </pc:cxnChg>
        <pc:cxnChg chg="add del mod">
          <ac:chgData name="易 方遒" userId="7365ce1964fcc26b" providerId="LiveId" clId="{4EC0E639-4227-4CE2-84A7-60D0B400C4C1}" dt="2021-10-23T08:43:57.508" v="2414"/>
          <ac:cxnSpMkLst>
            <pc:docMk/>
            <pc:sldMk cId="3297007435" sldId="550"/>
            <ac:cxnSpMk id="232" creationId="{38C15467-8881-4172-BEA6-8A527AEB3616}"/>
          </ac:cxnSpMkLst>
        </pc:cxnChg>
        <pc:cxnChg chg="add del mod">
          <ac:chgData name="易 方遒" userId="7365ce1964fcc26b" providerId="LiveId" clId="{4EC0E639-4227-4CE2-84A7-60D0B400C4C1}" dt="2021-10-23T08:43:57.508" v="2414"/>
          <ac:cxnSpMkLst>
            <pc:docMk/>
            <pc:sldMk cId="3297007435" sldId="550"/>
            <ac:cxnSpMk id="233" creationId="{787ACC6F-1F75-482F-97BD-AC7CFA3C6893}"/>
          </ac:cxnSpMkLst>
        </pc:cxnChg>
        <pc:cxnChg chg="add del mod">
          <ac:chgData name="易 方遒" userId="7365ce1964fcc26b" providerId="LiveId" clId="{4EC0E639-4227-4CE2-84A7-60D0B400C4C1}" dt="2021-10-23T08:43:57.508" v="2414"/>
          <ac:cxnSpMkLst>
            <pc:docMk/>
            <pc:sldMk cId="3297007435" sldId="550"/>
            <ac:cxnSpMk id="234" creationId="{2450E3DB-6065-424E-8D0B-22E3B357C87D}"/>
          </ac:cxnSpMkLst>
        </pc:cxnChg>
        <pc:cxnChg chg="add del mod">
          <ac:chgData name="易 方遒" userId="7365ce1964fcc26b" providerId="LiveId" clId="{4EC0E639-4227-4CE2-84A7-60D0B400C4C1}" dt="2021-10-23T08:43:57.508" v="2414"/>
          <ac:cxnSpMkLst>
            <pc:docMk/>
            <pc:sldMk cId="3297007435" sldId="550"/>
            <ac:cxnSpMk id="235" creationId="{7737080E-1A0E-40CD-B9CC-FA9FC0696EAE}"/>
          </ac:cxnSpMkLst>
        </pc:cxnChg>
        <pc:cxnChg chg="add del mod">
          <ac:chgData name="易 方遒" userId="7365ce1964fcc26b" providerId="LiveId" clId="{4EC0E639-4227-4CE2-84A7-60D0B400C4C1}" dt="2021-10-23T08:43:57.508" v="2414"/>
          <ac:cxnSpMkLst>
            <pc:docMk/>
            <pc:sldMk cId="3297007435" sldId="550"/>
            <ac:cxnSpMk id="244" creationId="{A491479C-DD01-43D4-88AB-8D648C96A6BB}"/>
          </ac:cxnSpMkLst>
        </pc:cxnChg>
        <pc:cxnChg chg="add del mod">
          <ac:chgData name="易 方遒" userId="7365ce1964fcc26b" providerId="LiveId" clId="{4EC0E639-4227-4CE2-84A7-60D0B400C4C1}" dt="2021-10-23T08:43:57.508" v="2414"/>
          <ac:cxnSpMkLst>
            <pc:docMk/>
            <pc:sldMk cId="3297007435" sldId="550"/>
            <ac:cxnSpMk id="245" creationId="{A7F8602C-3B55-44D9-86E4-645C1E61990F}"/>
          </ac:cxnSpMkLst>
        </pc:cxnChg>
        <pc:cxnChg chg="add del mod">
          <ac:chgData name="易 方遒" userId="7365ce1964fcc26b" providerId="LiveId" clId="{4EC0E639-4227-4CE2-84A7-60D0B400C4C1}" dt="2021-10-23T08:43:57.508" v="2414"/>
          <ac:cxnSpMkLst>
            <pc:docMk/>
            <pc:sldMk cId="3297007435" sldId="550"/>
            <ac:cxnSpMk id="246" creationId="{E37C004C-576E-4B62-8007-F35516893127}"/>
          </ac:cxnSpMkLst>
        </pc:cxnChg>
        <pc:cxnChg chg="add del mod">
          <ac:chgData name="易 方遒" userId="7365ce1964fcc26b" providerId="LiveId" clId="{4EC0E639-4227-4CE2-84A7-60D0B400C4C1}" dt="2021-10-23T08:43:57.508" v="2414"/>
          <ac:cxnSpMkLst>
            <pc:docMk/>
            <pc:sldMk cId="3297007435" sldId="550"/>
            <ac:cxnSpMk id="247" creationId="{51644E9C-A2CD-4DDD-8B74-6532C5DE7535}"/>
          </ac:cxnSpMkLst>
        </pc:cxnChg>
      </pc:sldChg>
      <pc:sldChg chg="addSp delSp modSp add mod modNotesTx">
        <pc:chgData name="易 方遒" userId="7365ce1964fcc26b" providerId="LiveId" clId="{4EC0E639-4227-4CE2-84A7-60D0B400C4C1}" dt="2021-10-23T08:52:02.458" v="2552" actId="478"/>
        <pc:sldMkLst>
          <pc:docMk/>
          <pc:sldMk cId="1500943017" sldId="551"/>
        </pc:sldMkLst>
        <pc:spChg chg="add mod">
          <ac:chgData name="易 方遒" userId="7365ce1964fcc26b" providerId="LiveId" clId="{4EC0E639-4227-4CE2-84A7-60D0B400C4C1}" dt="2021-10-23T08:50:13.448" v="2492" actId="108"/>
          <ac:spMkLst>
            <pc:docMk/>
            <pc:sldMk cId="1500943017" sldId="551"/>
            <ac:spMk id="2" creationId="{0FF594E3-27DE-4807-8010-0A3F06C4EB8D}"/>
          </ac:spMkLst>
        </pc:spChg>
        <pc:spChg chg="del">
          <ac:chgData name="易 方遒" userId="7365ce1964fcc26b" providerId="LiveId" clId="{4EC0E639-4227-4CE2-84A7-60D0B400C4C1}" dt="2021-10-23T08:52:02.458" v="2552" actId="478"/>
          <ac:spMkLst>
            <pc:docMk/>
            <pc:sldMk cId="1500943017" sldId="551"/>
            <ac:spMk id="3" creationId="{00000000-0000-0000-0000-000000000000}"/>
          </ac:spMkLst>
        </pc:spChg>
        <pc:spChg chg="mod">
          <ac:chgData name="易 方遒" userId="7365ce1964fcc26b" providerId="LiveId" clId="{4EC0E639-4227-4CE2-84A7-60D0B400C4C1}" dt="2021-10-23T08:45:20.354" v="2430" actId="20577"/>
          <ac:spMkLst>
            <pc:docMk/>
            <pc:sldMk cId="1500943017" sldId="551"/>
            <ac:spMk id="4" creationId="{00000000-0000-0000-0000-000000000000}"/>
          </ac:spMkLst>
        </pc:spChg>
        <pc:spChg chg="del">
          <ac:chgData name="易 方遒" userId="7365ce1964fcc26b" providerId="LiveId" clId="{4EC0E639-4227-4CE2-84A7-60D0B400C4C1}" dt="2021-10-23T08:45:25.106" v="2431" actId="478"/>
          <ac:spMkLst>
            <pc:docMk/>
            <pc:sldMk cId="1500943017" sldId="551"/>
            <ac:spMk id="203" creationId="{BCD97D1D-13CD-42FC-BE66-4F2D6BB5737D}"/>
          </ac:spMkLst>
        </pc:spChg>
        <pc:spChg chg="del">
          <ac:chgData name="易 方遒" userId="7365ce1964fcc26b" providerId="LiveId" clId="{4EC0E639-4227-4CE2-84A7-60D0B400C4C1}" dt="2021-10-23T08:45:25.106" v="2431" actId="478"/>
          <ac:spMkLst>
            <pc:docMk/>
            <pc:sldMk cId="1500943017" sldId="551"/>
            <ac:spMk id="204" creationId="{4BD6C52B-B831-4A8D-BADF-84A0A70DF021}"/>
          </ac:spMkLst>
        </pc:spChg>
        <pc:picChg chg="add del mod">
          <ac:chgData name="易 方遒" userId="7365ce1964fcc26b" providerId="LiveId" clId="{4EC0E639-4227-4CE2-84A7-60D0B400C4C1}" dt="2021-10-23T08:48:48.011" v="2475" actId="478"/>
          <ac:picMkLst>
            <pc:docMk/>
            <pc:sldMk cId="1500943017" sldId="551"/>
            <ac:picMk id="6" creationId="{6A5F4730-AB34-44A6-9678-B311D08087D2}"/>
          </ac:picMkLst>
        </pc:picChg>
        <pc:picChg chg="del">
          <ac:chgData name="易 方遒" userId="7365ce1964fcc26b" providerId="LiveId" clId="{4EC0E639-4227-4CE2-84A7-60D0B400C4C1}" dt="2021-10-23T08:45:25.106" v="2431" actId="478"/>
          <ac:picMkLst>
            <pc:docMk/>
            <pc:sldMk cId="1500943017" sldId="551"/>
            <ac:picMk id="7" creationId="{4ED8B129-4356-45D8-B58D-64C448561836}"/>
          </ac:picMkLst>
        </pc:picChg>
        <pc:picChg chg="add mod">
          <ac:chgData name="易 方遒" userId="7365ce1964fcc26b" providerId="LiveId" clId="{4EC0E639-4227-4CE2-84A7-60D0B400C4C1}" dt="2021-10-23T08:50:16.336" v="2493" actId="1076"/>
          <ac:picMkLst>
            <pc:docMk/>
            <pc:sldMk cId="1500943017" sldId="551"/>
            <ac:picMk id="9" creationId="{A27601F5-4407-4A3E-B902-4AEA7805D894}"/>
          </ac:picMkLst>
        </pc:picChg>
        <pc:picChg chg="del">
          <ac:chgData name="易 方遒" userId="7365ce1964fcc26b" providerId="LiveId" clId="{4EC0E639-4227-4CE2-84A7-60D0B400C4C1}" dt="2021-10-23T08:45:25.106" v="2431" actId="478"/>
          <ac:picMkLst>
            <pc:docMk/>
            <pc:sldMk cId="1500943017" sldId="551"/>
            <ac:picMk id="199" creationId="{49817CC2-3F7F-4703-9477-2927116C3BE7}"/>
          </ac:picMkLst>
        </pc:picChg>
        <pc:cxnChg chg="del mod">
          <ac:chgData name="易 方遒" userId="7365ce1964fcc26b" providerId="LiveId" clId="{4EC0E639-4227-4CE2-84A7-60D0B400C4C1}" dt="2021-10-23T08:45:25.106" v="2431" actId="478"/>
          <ac:cxnSpMkLst>
            <pc:docMk/>
            <pc:sldMk cId="1500943017" sldId="551"/>
            <ac:cxnSpMk id="201" creationId="{33AC062E-F710-4E4A-80E6-8820744B75D7}"/>
          </ac:cxnSpMkLst>
        </pc:cxnChg>
      </pc:sldChg>
      <pc:sldChg chg="addSp delSp modSp add mod ord">
        <pc:chgData name="易 方遒" userId="7365ce1964fcc26b" providerId="LiveId" clId="{4EC0E639-4227-4CE2-84A7-60D0B400C4C1}" dt="2021-10-23T08:52:05.167" v="2553" actId="478"/>
        <pc:sldMkLst>
          <pc:docMk/>
          <pc:sldMk cId="740392127" sldId="552"/>
        </pc:sldMkLst>
        <pc:spChg chg="del">
          <ac:chgData name="易 方遒" userId="7365ce1964fcc26b" providerId="LiveId" clId="{4EC0E639-4227-4CE2-84A7-60D0B400C4C1}" dt="2021-10-23T08:52:05.167" v="2553" actId="478"/>
          <ac:spMkLst>
            <pc:docMk/>
            <pc:sldMk cId="740392127" sldId="552"/>
            <ac:spMk id="3" creationId="{00000000-0000-0000-0000-000000000000}"/>
          </ac:spMkLst>
        </pc:spChg>
        <pc:picChg chg="mod">
          <ac:chgData name="易 方遒" userId="7365ce1964fcc26b" providerId="LiveId" clId="{4EC0E639-4227-4CE2-84A7-60D0B400C4C1}" dt="2021-10-23T08:47:51.474" v="2469" actId="1076"/>
          <ac:picMkLst>
            <pc:docMk/>
            <pc:sldMk cId="740392127" sldId="552"/>
            <ac:picMk id="6" creationId="{6A5F4730-AB34-44A6-9678-B311D08087D2}"/>
          </ac:picMkLst>
        </pc:picChg>
        <pc:picChg chg="add mod">
          <ac:chgData name="易 方遒" userId="7365ce1964fcc26b" providerId="LiveId" clId="{4EC0E639-4227-4CE2-84A7-60D0B400C4C1}" dt="2021-10-23T08:47:56.163" v="2472" actId="1076"/>
          <ac:picMkLst>
            <pc:docMk/>
            <pc:sldMk cId="740392127" sldId="552"/>
            <ac:picMk id="7" creationId="{E5A35C19-6F90-49CE-BDD0-C697A5912F8A}"/>
          </ac:picMkLst>
        </pc:picChg>
      </pc:sldChg>
      <pc:sldChg chg="addSp delSp modSp add del mod">
        <pc:chgData name="易 方遒" userId="7365ce1964fcc26b" providerId="LiveId" clId="{4EC0E639-4227-4CE2-84A7-60D0B400C4C1}" dt="2021-10-23T08:52:43.104" v="2604" actId="47"/>
        <pc:sldMkLst>
          <pc:docMk/>
          <pc:sldMk cId="1319697572" sldId="553"/>
        </pc:sldMkLst>
        <pc:spChg chg="mod">
          <ac:chgData name="易 方遒" userId="7365ce1964fcc26b" providerId="LiveId" clId="{4EC0E639-4227-4CE2-84A7-60D0B400C4C1}" dt="2021-10-23T08:50:25.567" v="2510" actId="20577"/>
          <ac:spMkLst>
            <pc:docMk/>
            <pc:sldMk cId="1319697572" sldId="553"/>
            <ac:spMk id="2" creationId="{0FF594E3-27DE-4807-8010-0A3F06C4EB8D}"/>
          </ac:spMkLst>
        </pc:spChg>
        <pc:spChg chg="del">
          <ac:chgData name="易 方遒" userId="7365ce1964fcc26b" providerId="LiveId" clId="{4EC0E639-4227-4CE2-84A7-60D0B400C4C1}" dt="2021-10-23T08:51:59.679" v="2551" actId="478"/>
          <ac:spMkLst>
            <pc:docMk/>
            <pc:sldMk cId="1319697572" sldId="553"/>
            <ac:spMk id="3" creationId="{00000000-0000-0000-0000-000000000000}"/>
          </ac:spMkLst>
        </pc:spChg>
        <pc:picChg chg="add mod">
          <ac:chgData name="易 方遒" userId="7365ce1964fcc26b" providerId="LiveId" clId="{4EC0E639-4227-4CE2-84A7-60D0B400C4C1}" dt="2021-10-23T08:50:46.890" v="2513" actId="1076"/>
          <ac:picMkLst>
            <pc:docMk/>
            <pc:sldMk cId="1319697572" sldId="553"/>
            <ac:picMk id="6" creationId="{AAA8ED48-3B42-46A3-B837-5A809B1BE2B2}"/>
          </ac:picMkLst>
        </pc:picChg>
        <pc:picChg chg="del">
          <ac:chgData name="易 方遒" userId="7365ce1964fcc26b" providerId="LiveId" clId="{4EC0E639-4227-4CE2-84A7-60D0B400C4C1}" dt="2021-10-23T08:50:27.120" v="2511" actId="478"/>
          <ac:picMkLst>
            <pc:docMk/>
            <pc:sldMk cId="1319697572" sldId="553"/>
            <ac:picMk id="9" creationId="{A27601F5-4407-4A3E-B902-4AEA7805D894}"/>
          </ac:picMkLst>
        </pc:picChg>
      </pc:sldChg>
      <pc:sldChg chg="addSp delSp modSp add del mod">
        <pc:chgData name="易 方遒" userId="7365ce1964fcc26b" providerId="LiveId" clId="{4EC0E639-4227-4CE2-84A7-60D0B400C4C1}" dt="2021-10-23T08:52:45.323" v="2605" actId="47"/>
        <pc:sldMkLst>
          <pc:docMk/>
          <pc:sldMk cId="3327730573" sldId="554"/>
        </pc:sldMkLst>
        <pc:spChg chg="mod">
          <ac:chgData name="易 方遒" userId="7365ce1964fcc26b" providerId="LiveId" clId="{4EC0E639-4227-4CE2-84A7-60D0B400C4C1}" dt="2021-10-23T08:51:49.458" v="2549" actId="1076"/>
          <ac:spMkLst>
            <pc:docMk/>
            <pc:sldMk cId="3327730573" sldId="554"/>
            <ac:spMk id="2" creationId="{0FF594E3-27DE-4807-8010-0A3F06C4EB8D}"/>
          </ac:spMkLst>
        </pc:spChg>
        <pc:picChg chg="del">
          <ac:chgData name="易 方遒" userId="7365ce1964fcc26b" providerId="LiveId" clId="{4EC0E639-4227-4CE2-84A7-60D0B400C4C1}" dt="2021-10-23T08:51:29.504" v="2545" actId="478"/>
          <ac:picMkLst>
            <pc:docMk/>
            <pc:sldMk cId="3327730573" sldId="554"/>
            <ac:picMk id="6" creationId="{AAA8ED48-3B42-46A3-B837-5A809B1BE2B2}"/>
          </ac:picMkLst>
        </pc:picChg>
        <pc:picChg chg="add mod">
          <ac:chgData name="易 方遒" userId="7365ce1964fcc26b" providerId="LiveId" clId="{4EC0E639-4227-4CE2-84A7-60D0B400C4C1}" dt="2021-10-23T08:51:52.186" v="2550" actId="1076"/>
          <ac:picMkLst>
            <pc:docMk/>
            <pc:sldMk cId="3327730573" sldId="554"/>
            <ac:picMk id="7" creationId="{EB9D2803-17A2-4FBC-95A2-C1E256854CE9}"/>
          </ac:picMkLst>
        </pc:picChg>
      </pc:sldChg>
      <pc:sldChg chg="add del">
        <pc:chgData name="易 方遒" userId="7365ce1964fcc26b" providerId="LiveId" clId="{4EC0E639-4227-4CE2-84A7-60D0B400C4C1}" dt="2021-10-23T08:52:41.188" v="2601" actId="47"/>
        <pc:sldMkLst>
          <pc:docMk/>
          <pc:sldMk cId="2883039520" sldId="555"/>
        </pc:sldMkLst>
      </pc:sldChg>
      <pc:sldChg chg="addSp delSp modSp add mod">
        <pc:chgData name="易 方遒" userId="7365ce1964fcc26b" providerId="LiveId" clId="{4EC0E639-4227-4CE2-84A7-60D0B400C4C1}" dt="2021-10-23T08:54:17.169" v="2632" actId="478"/>
        <pc:sldMkLst>
          <pc:docMk/>
          <pc:sldMk cId="3230856987" sldId="555"/>
        </pc:sldMkLst>
        <pc:spChg chg="mod">
          <ac:chgData name="易 方遒" userId="7365ce1964fcc26b" providerId="LiveId" clId="{4EC0E639-4227-4CE2-84A7-60D0B400C4C1}" dt="2021-10-23T08:53:53.077" v="2626" actId="20577"/>
          <ac:spMkLst>
            <pc:docMk/>
            <pc:sldMk cId="3230856987" sldId="555"/>
            <ac:spMk id="2" creationId="{0FF594E3-27DE-4807-8010-0A3F06C4EB8D}"/>
          </ac:spMkLst>
        </pc:spChg>
        <pc:spChg chg="del">
          <ac:chgData name="易 方遒" userId="7365ce1964fcc26b" providerId="LiveId" clId="{4EC0E639-4227-4CE2-84A7-60D0B400C4C1}" dt="2021-10-23T08:54:17.169" v="2632" actId="478"/>
          <ac:spMkLst>
            <pc:docMk/>
            <pc:sldMk cId="3230856987" sldId="555"/>
            <ac:spMk id="3" creationId="{00000000-0000-0000-0000-000000000000}"/>
          </ac:spMkLst>
        </pc:spChg>
        <pc:picChg chg="add mod">
          <ac:chgData name="易 方遒" userId="7365ce1964fcc26b" providerId="LiveId" clId="{4EC0E639-4227-4CE2-84A7-60D0B400C4C1}" dt="2021-10-23T08:54:09.078" v="2629" actId="1076"/>
          <ac:picMkLst>
            <pc:docMk/>
            <pc:sldMk cId="3230856987" sldId="555"/>
            <ac:picMk id="6" creationId="{F389EF14-6C4F-4FA2-BEEA-D8D2B484913D}"/>
          </ac:picMkLst>
        </pc:picChg>
        <pc:picChg chg="del mod">
          <ac:chgData name="易 方遒" userId="7365ce1964fcc26b" providerId="LiveId" clId="{4EC0E639-4227-4CE2-84A7-60D0B400C4C1}" dt="2021-10-23T08:53:54.583" v="2627" actId="478"/>
          <ac:picMkLst>
            <pc:docMk/>
            <pc:sldMk cId="3230856987" sldId="555"/>
            <ac:picMk id="7" creationId="{EB9D2803-17A2-4FBC-95A2-C1E256854CE9}"/>
          </ac:picMkLst>
        </pc:picChg>
      </pc:sldChg>
      <pc:sldChg chg="addSp delSp modSp add mod modNotesTx">
        <pc:chgData name="易 方遒" userId="7365ce1964fcc26b" providerId="LiveId" clId="{4EC0E639-4227-4CE2-84A7-60D0B400C4C1}" dt="2021-10-23T09:01:12.483" v="2705" actId="20577"/>
        <pc:sldMkLst>
          <pc:docMk/>
          <pc:sldMk cId="3350094630" sldId="556"/>
        </pc:sldMkLst>
        <pc:spChg chg="del">
          <ac:chgData name="易 方遒" userId="7365ce1964fcc26b" providerId="LiveId" clId="{4EC0E639-4227-4CE2-84A7-60D0B400C4C1}" dt="2021-10-23T08:54:15.189" v="2631" actId="478"/>
          <ac:spMkLst>
            <pc:docMk/>
            <pc:sldMk cId="3350094630" sldId="556"/>
            <ac:spMk id="2" creationId="{0FF594E3-27DE-4807-8010-0A3F06C4EB8D}"/>
          </ac:spMkLst>
        </pc:spChg>
        <pc:spChg chg="del">
          <ac:chgData name="易 方遒" userId="7365ce1964fcc26b" providerId="LiveId" clId="{4EC0E639-4227-4CE2-84A7-60D0B400C4C1}" dt="2021-10-23T08:54:24.257" v="2634" actId="478"/>
          <ac:spMkLst>
            <pc:docMk/>
            <pc:sldMk cId="3350094630" sldId="556"/>
            <ac:spMk id="3" creationId="{00000000-0000-0000-0000-000000000000}"/>
          </ac:spMkLst>
        </pc:spChg>
        <pc:spChg chg="del">
          <ac:chgData name="易 方遒" userId="7365ce1964fcc26b" providerId="LiveId" clId="{4EC0E639-4227-4CE2-84A7-60D0B400C4C1}" dt="2021-10-23T08:54:15.189" v="2631" actId="478"/>
          <ac:spMkLst>
            <pc:docMk/>
            <pc:sldMk cId="3350094630" sldId="556"/>
            <ac:spMk id="4" creationId="{00000000-0000-0000-0000-000000000000}"/>
          </ac:spMkLst>
        </pc:spChg>
        <pc:spChg chg="add del mod">
          <ac:chgData name="易 方遒" userId="7365ce1964fcc26b" providerId="LiveId" clId="{4EC0E639-4227-4CE2-84A7-60D0B400C4C1}" dt="2021-10-23T08:54:19.985" v="2633" actId="478"/>
          <ac:spMkLst>
            <pc:docMk/>
            <pc:sldMk cId="3350094630" sldId="556"/>
            <ac:spMk id="5" creationId="{B9FF6BD7-5C13-4FFD-B6C9-480057F7592D}"/>
          </ac:spMkLst>
        </pc:spChg>
        <pc:spChg chg="add mod">
          <ac:chgData name="易 方遒" userId="7365ce1964fcc26b" providerId="LiveId" clId="{4EC0E639-4227-4CE2-84A7-60D0B400C4C1}" dt="2021-10-23T08:54:35.451" v="2652" actId="1076"/>
          <ac:spMkLst>
            <pc:docMk/>
            <pc:sldMk cId="3350094630" sldId="556"/>
            <ac:spMk id="7" creationId="{E811EC6B-3573-4AEE-8753-8868C6525673}"/>
          </ac:spMkLst>
        </pc:spChg>
        <pc:spChg chg="add mod">
          <ac:chgData name="易 方遒" userId="7365ce1964fcc26b" providerId="LiveId" clId="{4EC0E639-4227-4CE2-84A7-60D0B400C4C1}" dt="2021-10-23T08:54:53.218" v="2677" actId="1076"/>
          <ac:spMkLst>
            <pc:docMk/>
            <pc:sldMk cId="3350094630" sldId="556"/>
            <ac:spMk id="9" creationId="{9F289E6C-926C-40D0-86C4-6BCC39909B7D}"/>
          </ac:spMkLst>
        </pc:spChg>
        <pc:picChg chg="del">
          <ac:chgData name="易 方遒" userId="7365ce1964fcc26b" providerId="LiveId" clId="{4EC0E639-4227-4CE2-84A7-60D0B400C4C1}" dt="2021-10-23T08:54:15.189" v="2631" actId="478"/>
          <ac:picMkLst>
            <pc:docMk/>
            <pc:sldMk cId="3350094630" sldId="556"/>
            <ac:picMk id="6" creationId="{F389EF14-6C4F-4FA2-BEEA-D8D2B484913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C67856-B45E-477F-A0B4-0D9F48FD573D}" type="datetimeFigureOut">
              <a:rPr lang="zh-CN" altLang="en-US" smtClean="0"/>
              <a:t>2021/10/30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6" name="灯片编号占位符 5"/>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B3C5B0F-921D-456C-84E2-8CA84F43DCD2}" type="slidenum">
              <a:rPr lang="zh-CN" altLang="en-US" smtClean="0"/>
              <a:t>‹#›</a:t>
            </a:fld>
            <a:endParaRPr lang="zh-CN" altLang="en-US"/>
          </a:p>
        </p:txBody>
      </p:sp>
    </p:spTree>
    <p:extLst>
      <p:ext uri="{BB962C8B-B14F-4D97-AF65-F5344CB8AC3E}">
        <p14:creationId xmlns:p14="http://schemas.microsoft.com/office/powerpoint/2010/main" val="25918701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47DD8F-A5AC-46E1-8796-19EABBDD3C2B}" type="datetimeFigureOut">
              <a:rPr lang="zh-CN" altLang="en-US" smtClean="0"/>
              <a:t>2021/10/30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77314-03B3-4037-994D-4FA460EE9005}" type="slidenum">
              <a:rPr lang="zh-CN" altLang="en-US" smtClean="0"/>
              <a:t>‹#›</a:t>
            </a:fld>
            <a:endParaRPr lang="zh-CN" altLang="en-US"/>
          </a:p>
        </p:txBody>
      </p:sp>
    </p:spTree>
    <p:extLst>
      <p:ext uri="{BB962C8B-B14F-4D97-AF65-F5344CB8AC3E}">
        <p14:creationId xmlns:p14="http://schemas.microsoft.com/office/powerpoint/2010/main" val="1505343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Hi, welcome to this video. I am </a:t>
            </a:r>
            <a:r>
              <a:rPr kumimoji="1" lang="en-US" altLang="zh-CN" dirty="0" err="1"/>
              <a:t>Fangqiu</a:t>
            </a:r>
            <a:r>
              <a:rPr kumimoji="1" lang="en-US" altLang="zh-CN" dirty="0"/>
              <a:t> Yi from </a:t>
            </a:r>
            <a:r>
              <a:rPr kumimoji="1" lang="en-US" altLang="zh-CN" dirty="0" err="1"/>
              <a:t>peking</a:t>
            </a:r>
            <a:r>
              <a:rPr kumimoji="1" lang="en-US" altLang="zh-CN" dirty="0"/>
              <a:t> university.</a:t>
            </a:r>
          </a:p>
          <a:p>
            <a:r>
              <a:rPr kumimoji="1" lang="en-US" altLang="zh-CN" dirty="0"/>
              <a:t>In this video, I am going to introduce our work for the action segmentation task with transformer.</a:t>
            </a:r>
            <a:endParaRPr kumimoji="1" lang="zh-CN" altLang="en-US" dirty="0"/>
          </a:p>
          <a:p>
            <a:endParaRPr kumimoji="1" lang="en-US" altLang="zh-CN" dirty="0"/>
          </a:p>
        </p:txBody>
      </p:sp>
      <p:sp>
        <p:nvSpPr>
          <p:cNvPr id="4" name="灯片编号占位符 3"/>
          <p:cNvSpPr>
            <a:spLocks noGrp="1"/>
          </p:cNvSpPr>
          <p:nvPr>
            <p:ph type="sldNum" sz="quarter" idx="10"/>
          </p:nvPr>
        </p:nvSpPr>
        <p:spPr/>
        <p:txBody>
          <a:bodyPr/>
          <a:lstStyle/>
          <a:p>
            <a:fld id="{81B77314-03B3-4037-994D-4FA460EE9005}" type="slidenum">
              <a:rPr lang="zh-CN" altLang="en-US" smtClean="0"/>
              <a:t>1</a:t>
            </a:fld>
            <a:endParaRPr lang="zh-CN" altLang="en-US"/>
          </a:p>
        </p:txBody>
      </p:sp>
    </p:spTree>
    <p:extLst>
      <p:ext uri="{BB962C8B-B14F-4D97-AF65-F5344CB8AC3E}">
        <p14:creationId xmlns:p14="http://schemas.microsoft.com/office/powerpoint/2010/main" val="662598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i="0" dirty="0">
                <a:solidFill>
                  <a:srgbClr val="212529"/>
                </a:solidFill>
                <a:effectLst/>
                <a:latin typeface="Lato" panose="020B0604020202020204" pitchFamily="34" charset="0"/>
              </a:rPr>
              <a:t>Action Segmentation</a:t>
            </a:r>
            <a:r>
              <a:rPr lang="en-US" altLang="zh-CN" b="0" i="0" dirty="0">
                <a:solidFill>
                  <a:srgbClr val="212529"/>
                </a:solidFill>
                <a:effectLst/>
                <a:latin typeface="Lato" panose="020B0604020202020204" pitchFamily="34" charset="0"/>
              </a:rPr>
              <a:t> is a challenging problem in video understanding. </a:t>
            </a:r>
            <a:r>
              <a:rPr lang="en-US" altLang="zh-CN" sz="1800" i="0" dirty="0">
                <a:solidFill>
                  <a:srgbClr val="000000"/>
                </a:solidFill>
                <a:effectLst/>
                <a:latin typeface="NimbusRomNo9L-Regu"/>
              </a:rPr>
              <a:t>the goal is to assign an action label for each frame in a long video. </a:t>
            </a:r>
          </a:p>
          <a:p>
            <a:endParaRPr lang="en-US" altLang="zh-CN" sz="1800" b="0" i="0" dirty="0">
              <a:solidFill>
                <a:srgbClr val="000000"/>
              </a:solidFill>
              <a:effectLst/>
              <a:latin typeface="NimbusRomNo9L-Regu"/>
            </a:endParaRPr>
          </a:p>
          <a:p>
            <a:endParaRPr lang="en-US" altLang="zh-CN" sz="1800" b="0" i="0" dirty="0">
              <a:solidFill>
                <a:srgbClr val="000000"/>
              </a:solidFill>
              <a:effectLst/>
              <a:latin typeface="NimbusRomNo9L-Regu"/>
            </a:endParaRPr>
          </a:p>
          <a:p>
            <a:r>
              <a:rPr lang="en-US" altLang="zh-CN" sz="1800" b="0" i="0" dirty="0">
                <a:solidFill>
                  <a:srgbClr val="000000"/>
                </a:solidFill>
                <a:effectLst/>
                <a:latin typeface="NimbusRomNo9L-Regu"/>
              </a:rPr>
              <a:t>#### </a:t>
            </a:r>
            <a:r>
              <a:rPr lang="en-US" altLang="zh-CN" sz="2800" b="0" i="0" dirty="0">
                <a:solidFill>
                  <a:srgbClr val="212529"/>
                </a:solidFill>
                <a:effectLst/>
                <a:latin typeface="Lato" panose="020F0502020204030203" pitchFamily="34" charset="0"/>
              </a:rPr>
              <a:t>The results of Action Segmentation can be further used as input to various applications,  such as video understanding or video indexing. </a:t>
            </a: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endParaRPr kumimoji="1" lang="zh-CN" altLang="en-US" dirty="0"/>
          </a:p>
        </p:txBody>
      </p:sp>
      <p:sp>
        <p:nvSpPr>
          <p:cNvPr id="4" name="灯片编号占位符 3"/>
          <p:cNvSpPr>
            <a:spLocks noGrp="1"/>
          </p:cNvSpPr>
          <p:nvPr>
            <p:ph type="sldNum" sz="quarter" idx="5"/>
          </p:nvPr>
        </p:nvSpPr>
        <p:spPr/>
        <p:txBody>
          <a:bodyPr/>
          <a:lstStyle/>
          <a:p>
            <a:fld id="{81B77314-03B3-4037-994D-4FA460EE9005}" type="slidenum">
              <a:rPr lang="zh-CN" altLang="en-US" smtClean="0"/>
              <a:t>2</a:t>
            </a:fld>
            <a:endParaRPr lang="zh-CN" altLang="en-US"/>
          </a:p>
        </p:txBody>
      </p:sp>
    </p:spTree>
    <p:extLst>
      <p:ext uri="{BB962C8B-B14F-4D97-AF65-F5344CB8AC3E}">
        <p14:creationId xmlns:p14="http://schemas.microsoft.com/office/powerpoint/2010/main" val="4279630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i="0" dirty="0">
                <a:solidFill>
                  <a:srgbClr val="000000"/>
                </a:solidFill>
                <a:effectLst/>
                <a:latin typeface="NimbusRomNo9L-Regu"/>
              </a:rPr>
              <a:t>In Recent year, many studies show the ability of transformer in modeling relations among elements,  which, in our perspective,  will be highly effective for the action segmentation task.</a:t>
            </a:r>
            <a:endParaRPr kumimoji="1" lang="zh-CN" altLang="en-US" dirty="0"/>
          </a:p>
        </p:txBody>
      </p:sp>
      <p:sp>
        <p:nvSpPr>
          <p:cNvPr id="4" name="灯片编号占位符 3"/>
          <p:cNvSpPr>
            <a:spLocks noGrp="1"/>
          </p:cNvSpPr>
          <p:nvPr>
            <p:ph type="sldNum" sz="quarter" idx="5"/>
          </p:nvPr>
        </p:nvSpPr>
        <p:spPr/>
        <p:txBody>
          <a:bodyPr/>
          <a:lstStyle/>
          <a:p>
            <a:fld id="{81B77314-03B3-4037-994D-4FA460EE9005}" type="slidenum">
              <a:rPr lang="zh-CN" altLang="en-US" smtClean="0"/>
              <a:t>3</a:t>
            </a:fld>
            <a:endParaRPr lang="zh-CN" altLang="en-US"/>
          </a:p>
        </p:txBody>
      </p:sp>
    </p:spTree>
    <p:extLst>
      <p:ext uri="{BB962C8B-B14F-4D97-AF65-F5344CB8AC3E}">
        <p14:creationId xmlns:p14="http://schemas.microsoft.com/office/powerpoint/2010/main" val="3756598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However, we find that there are </a:t>
            </a:r>
            <a:r>
              <a:rPr kumimoji="1" lang="en-US" altLang="zh-CN" dirty="0">
                <a:solidFill>
                  <a:srgbClr val="000000"/>
                </a:solidFill>
                <a:latin typeface="NimbusRomNo9L-Regu"/>
              </a:rPr>
              <a:t>t</a:t>
            </a:r>
            <a:r>
              <a:rPr lang="en-US" altLang="zh-CN" dirty="0">
                <a:solidFill>
                  <a:srgbClr val="000000"/>
                </a:solidFill>
                <a:latin typeface="NimbusRomNo9L-Regu"/>
              </a:rPr>
              <a:t>hree challenges for transformer to</a:t>
            </a:r>
            <a:r>
              <a:rPr lang="en-US" altLang="zh-CN" sz="1200" i="0" dirty="0">
                <a:solidFill>
                  <a:srgbClr val="000000"/>
                </a:solidFill>
                <a:effectLst/>
                <a:latin typeface="NimbusRomNo9L-Regu"/>
              </a:rPr>
              <a:t> solve the action segmentation task.  Such as </a:t>
            </a:r>
            <a:r>
              <a:rPr lang="en-US" altLang="zh-CN" sz="1200" i="0" kern="1200" dirty="0">
                <a:solidFill>
                  <a:srgbClr val="000000"/>
                </a:solidFill>
                <a:effectLst/>
                <a:latin typeface="NimbusRomNo9L-Regu"/>
                <a:ea typeface="+mn-ea"/>
                <a:cs typeface="+mn-cs"/>
              </a:rPr>
              <a:t>the Small training sets for training transformer, and the unstable training process on long image sequences, or the </a:t>
            </a:r>
            <a:r>
              <a:rPr lang="en-US" altLang="zh-CN" sz="1200" i="0" kern="1200" dirty="0" err="1">
                <a:solidFill>
                  <a:srgbClr val="000000"/>
                </a:solidFill>
                <a:effectLst/>
                <a:latin typeface="NimbusRomNo9L-Regu"/>
                <a:ea typeface="+mn-ea"/>
                <a:cs typeface="+mn-cs"/>
              </a:rPr>
              <a:t>sepicial</a:t>
            </a:r>
            <a:r>
              <a:rPr lang="en-US" altLang="zh-CN" sz="1200" i="0" kern="1200" dirty="0">
                <a:solidFill>
                  <a:srgbClr val="000000"/>
                </a:solidFill>
                <a:effectLst/>
                <a:latin typeface="NimbusRomNo9L-Regu"/>
                <a:ea typeface="+mn-ea"/>
                <a:cs typeface="+mn-cs"/>
              </a:rPr>
              <a:t> demand </a:t>
            </a:r>
            <a:r>
              <a:rPr lang="en-US" altLang="zh-CN" sz="1200" dirty="0">
                <a:latin typeface="+mj-lt"/>
              </a:rPr>
              <a:t>to refine the initial predictions</a:t>
            </a:r>
            <a:r>
              <a:rPr lang="en-US" altLang="zh-CN" sz="1200" i="0" kern="1200" dirty="0">
                <a:solidFill>
                  <a:srgbClr val="000000"/>
                </a:solidFill>
                <a:effectLst/>
                <a:latin typeface="NimbusRomNo9L-Regu"/>
                <a:ea typeface="+mn-ea"/>
                <a:cs typeface="+mn-cs"/>
              </a:rPr>
              <a:t>.</a:t>
            </a:r>
            <a:endParaRPr lang="zh-CN" altLang="en-US" sz="1200" i="0" kern="1200" dirty="0">
              <a:solidFill>
                <a:srgbClr val="000000"/>
              </a:solidFill>
              <a:effectLst/>
              <a:latin typeface="NimbusRomNo9L-Regu"/>
              <a:ea typeface="+mn-ea"/>
              <a:cs typeface="+mn-cs"/>
            </a:endParaRPr>
          </a:p>
          <a:p>
            <a:endParaRPr lang="zh-CN" altLang="en-US" sz="1200" i="0" kern="1200" dirty="0">
              <a:solidFill>
                <a:srgbClr val="000000"/>
              </a:solidFill>
              <a:effectLst/>
              <a:latin typeface="NimbusRomNo9L-Regu"/>
              <a:ea typeface="+mn-ea"/>
              <a:cs typeface="+mn-cs"/>
            </a:endParaRPr>
          </a:p>
        </p:txBody>
      </p:sp>
      <p:sp>
        <p:nvSpPr>
          <p:cNvPr id="4" name="灯片编号占位符 3"/>
          <p:cNvSpPr>
            <a:spLocks noGrp="1"/>
          </p:cNvSpPr>
          <p:nvPr>
            <p:ph type="sldNum" sz="quarter" idx="5"/>
          </p:nvPr>
        </p:nvSpPr>
        <p:spPr/>
        <p:txBody>
          <a:bodyPr/>
          <a:lstStyle/>
          <a:p>
            <a:fld id="{81B77314-03B3-4037-994D-4FA460EE9005}" type="slidenum">
              <a:rPr lang="zh-CN" altLang="en-US" smtClean="0"/>
              <a:t>4</a:t>
            </a:fld>
            <a:endParaRPr lang="zh-CN" altLang="en-US"/>
          </a:p>
        </p:txBody>
      </p:sp>
    </p:spTree>
    <p:extLst>
      <p:ext uri="{BB962C8B-B14F-4D97-AF65-F5344CB8AC3E}">
        <p14:creationId xmlns:p14="http://schemas.microsoft.com/office/powerpoint/2010/main" val="622724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 this paper,  we propose </a:t>
            </a:r>
            <a:r>
              <a:rPr kumimoji="1" lang="en-US" altLang="zh-CN" dirty="0" err="1"/>
              <a:t>ASFormer</a:t>
            </a:r>
            <a:r>
              <a:rPr kumimoji="1" lang="en-US" altLang="zh-CN" dirty="0"/>
              <a:t> to address the above challenges.</a:t>
            </a:r>
            <a:r>
              <a:rPr kumimoji="1" lang="zh-CN" altLang="en-US" dirty="0"/>
              <a:t> </a:t>
            </a:r>
          </a:p>
        </p:txBody>
      </p:sp>
      <p:sp>
        <p:nvSpPr>
          <p:cNvPr id="4" name="灯片编号占位符 3"/>
          <p:cNvSpPr>
            <a:spLocks noGrp="1"/>
          </p:cNvSpPr>
          <p:nvPr>
            <p:ph type="sldNum" sz="quarter" idx="5"/>
          </p:nvPr>
        </p:nvSpPr>
        <p:spPr/>
        <p:txBody>
          <a:bodyPr/>
          <a:lstStyle/>
          <a:p>
            <a:fld id="{81B77314-03B3-4037-994D-4FA460EE9005}" type="slidenum">
              <a:rPr lang="zh-CN" altLang="en-US" smtClean="0"/>
              <a:t>5</a:t>
            </a:fld>
            <a:endParaRPr lang="zh-CN" altLang="en-US"/>
          </a:p>
        </p:txBody>
      </p:sp>
    </p:spTree>
    <p:extLst>
      <p:ext uri="{BB962C8B-B14F-4D97-AF65-F5344CB8AC3E}">
        <p14:creationId xmlns:p14="http://schemas.microsoft.com/office/powerpoint/2010/main" val="2340888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First</a:t>
            </a:r>
            <a:r>
              <a:rPr kumimoji="1" lang="zh-CN" altLang="en-US" dirty="0"/>
              <a:t> </a:t>
            </a:r>
            <a:r>
              <a:rPr kumimoji="1" lang="en-US" altLang="zh-CN" dirty="0"/>
              <a:t>of</a:t>
            </a:r>
            <a:r>
              <a:rPr kumimoji="1" lang="zh-CN" altLang="en-US" dirty="0"/>
              <a:t> </a:t>
            </a:r>
            <a:r>
              <a:rPr kumimoji="1" lang="en-US" altLang="zh-CN" dirty="0"/>
              <a:t>all,</a:t>
            </a:r>
            <a:r>
              <a:rPr kumimoji="1" lang="zh-CN" altLang="en-US" dirty="0"/>
              <a:t> </a:t>
            </a:r>
            <a:r>
              <a:rPr kumimoji="1" lang="en-US" altLang="zh-CN" dirty="0"/>
              <a:t>the</a:t>
            </a:r>
            <a:r>
              <a:rPr kumimoji="1" lang="zh-CN" altLang="en-US" dirty="0"/>
              <a:t> </a:t>
            </a:r>
            <a:r>
              <a:rPr kumimoji="1" lang="en-US" altLang="zh-CN" dirty="0"/>
              <a:t>input</a:t>
            </a:r>
            <a:r>
              <a:rPr kumimoji="1" lang="zh-CN" altLang="en-US" dirty="0"/>
              <a:t> </a:t>
            </a:r>
            <a:r>
              <a:rPr kumimoji="1" lang="en-US" altLang="zh-CN" dirty="0"/>
              <a:t>sequence is passed to the encoder part to produce initial predictions. The encoder part consists of serials of encoder blocks. </a:t>
            </a:r>
          </a:p>
        </p:txBody>
      </p:sp>
      <p:sp>
        <p:nvSpPr>
          <p:cNvPr id="4" name="灯片编号占位符 3"/>
          <p:cNvSpPr>
            <a:spLocks noGrp="1"/>
          </p:cNvSpPr>
          <p:nvPr>
            <p:ph type="sldNum" sz="quarter" idx="5"/>
          </p:nvPr>
        </p:nvSpPr>
        <p:spPr/>
        <p:txBody>
          <a:bodyPr/>
          <a:lstStyle/>
          <a:p>
            <a:fld id="{81B77314-03B3-4037-994D-4FA460EE9005}" type="slidenum">
              <a:rPr lang="zh-CN" altLang="en-US" smtClean="0"/>
              <a:t>6</a:t>
            </a:fld>
            <a:endParaRPr lang="zh-CN" altLang="en-US"/>
          </a:p>
        </p:txBody>
      </p:sp>
    </p:spTree>
    <p:extLst>
      <p:ext uri="{BB962C8B-B14F-4D97-AF65-F5344CB8AC3E}">
        <p14:creationId xmlns:p14="http://schemas.microsoft.com/office/powerpoint/2010/main" val="2357900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i="0" dirty="0">
                <a:solidFill>
                  <a:srgbClr val="000000"/>
                </a:solidFill>
                <a:effectLst/>
                <a:latin typeface="NimbusRomNo9L-Regu"/>
              </a:rPr>
              <a:t>There are two main characteristics in the encoder block. Firstly, we apply the temporal convolution as the feed-forward layer.  We assume that the local connectivity of temporal convolution is beneficial for the continuous actions, which helps the model generalize well with small training sets.  Secondly, we constrain each self-attention layer with a </a:t>
            </a:r>
            <a:r>
              <a:rPr lang="en-US" altLang="zh-CN" sz="1800" b="1" i="0" dirty="0">
                <a:solidFill>
                  <a:srgbClr val="000000"/>
                </a:solidFill>
                <a:effectLst/>
                <a:latin typeface="NimbusRomNo9L-Medi"/>
              </a:rPr>
              <a:t>pre-defined hierarchical pattern</a:t>
            </a:r>
            <a:r>
              <a:rPr lang="en-US" altLang="zh-CN" sz="1800" i="0" dirty="0">
                <a:solidFill>
                  <a:srgbClr val="000000"/>
                </a:solidFill>
                <a:effectLst/>
                <a:latin typeface="NimbusRomNo9L-Regu"/>
              </a:rPr>
              <a:t>, which forces the low-level self-attention layers to focus on the local relations at first and then gradually enlarges their receptive fields.</a:t>
            </a:r>
          </a:p>
          <a:p>
            <a:endParaRPr lang="en-US" altLang="zh-CN" sz="1800" i="0" dirty="0">
              <a:solidFill>
                <a:srgbClr val="000000"/>
              </a:solidFill>
              <a:effectLst/>
              <a:latin typeface="NimbusRomNo9L-Regu"/>
            </a:endParaRPr>
          </a:p>
          <a:p>
            <a:endParaRPr lang="en-US" altLang="zh-CN" sz="1800" i="0" dirty="0">
              <a:solidFill>
                <a:srgbClr val="000000"/>
              </a:solidFill>
              <a:effectLst/>
              <a:latin typeface="NimbusRomNo9L-Regu"/>
            </a:endParaRPr>
          </a:p>
          <a:p>
            <a:r>
              <a:rPr lang="en-US" altLang="zh-CN" sz="1800" i="0" dirty="0">
                <a:solidFill>
                  <a:srgbClr val="000000"/>
                </a:solidFill>
                <a:effectLst/>
                <a:latin typeface="NimbusRomNo9L-Regu"/>
              </a:rPr>
              <a:t>#### Such </a:t>
            </a:r>
            <a:r>
              <a:rPr lang="en-US" altLang="zh-CN" sz="1800" b="1" i="0" dirty="0">
                <a:solidFill>
                  <a:srgbClr val="000000"/>
                </a:solidFill>
                <a:effectLst/>
                <a:latin typeface="NimbusRomNo9L-Medi"/>
              </a:rPr>
              <a:t>hierarchical representation pattern </a:t>
            </a:r>
            <a:r>
              <a:rPr lang="en-US" altLang="zh-CN" sz="1800" i="0" dirty="0">
                <a:solidFill>
                  <a:srgbClr val="000000"/>
                </a:solidFill>
                <a:effectLst/>
                <a:latin typeface="NimbusRomNo9L-Regu"/>
              </a:rPr>
              <a:t>achieves faster convergence speed and higher performance as our experiment shows.</a:t>
            </a:r>
          </a:p>
        </p:txBody>
      </p:sp>
      <p:sp>
        <p:nvSpPr>
          <p:cNvPr id="4" name="灯片编号占位符 3"/>
          <p:cNvSpPr>
            <a:spLocks noGrp="1"/>
          </p:cNvSpPr>
          <p:nvPr>
            <p:ph type="sldNum" sz="quarter" idx="5"/>
          </p:nvPr>
        </p:nvSpPr>
        <p:spPr/>
        <p:txBody>
          <a:bodyPr/>
          <a:lstStyle/>
          <a:p>
            <a:fld id="{81B77314-03B3-4037-994D-4FA460EE9005}" type="slidenum">
              <a:rPr lang="zh-CN" altLang="en-US" smtClean="0"/>
              <a:t>7</a:t>
            </a:fld>
            <a:endParaRPr lang="zh-CN" altLang="en-US"/>
          </a:p>
        </p:txBody>
      </p:sp>
    </p:spTree>
    <p:extLst>
      <p:ext uri="{BB962C8B-B14F-4D97-AF65-F5344CB8AC3E}">
        <p14:creationId xmlns:p14="http://schemas.microsoft.com/office/powerpoint/2010/main" val="2205844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i="0" dirty="0">
                <a:solidFill>
                  <a:srgbClr val="000000"/>
                </a:solidFill>
                <a:effectLst/>
                <a:latin typeface="NimbusRomNo9L-Regu"/>
              </a:rPr>
              <a:t>As the Temporal relations among multiple action segments play an important role in the action segmentation task,  </a:t>
            </a:r>
            <a:r>
              <a:rPr kumimoji="1" lang="en-US" altLang="zh-CN" sz="1800" i="0" dirty="0">
                <a:solidFill>
                  <a:srgbClr val="000000"/>
                </a:solidFill>
                <a:effectLst/>
                <a:latin typeface="NimbusRomNo9L-Regu"/>
              </a:rPr>
              <a:t>t</a:t>
            </a:r>
            <a:r>
              <a:rPr kumimoji="1" lang="en-US" altLang="zh-CN" dirty="0"/>
              <a:t>he initial predictions will be passed to the decoder for the refinement demand. The decoder block has the similar structure with the encoder block, but with a carefully designed cross-attention layer, which allows the decoder to </a:t>
            </a:r>
            <a:r>
              <a:rPr lang="en-US" altLang="zh-CN" sz="1800" i="0" kern="1200" dirty="0">
                <a:solidFill>
                  <a:srgbClr val="000000"/>
                </a:solidFill>
                <a:effectLst/>
                <a:latin typeface="NimbusRomNo9L-Regu"/>
                <a:ea typeface="+mn-ea"/>
                <a:cs typeface="+mn-cs"/>
              </a:rPr>
              <a:t>“Query” for information to perform the refinement. </a:t>
            </a:r>
            <a:endParaRPr lang="zh-CN" altLang="en-US" sz="1800" i="0" kern="1200" dirty="0">
              <a:solidFill>
                <a:srgbClr val="000000"/>
              </a:solidFill>
              <a:effectLst/>
              <a:latin typeface="NimbusRomNo9L-Regu"/>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81B77314-03B3-4037-994D-4FA460EE9005}" type="slidenum">
              <a:rPr lang="zh-CN" altLang="en-US" smtClean="0"/>
              <a:t>8</a:t>
            </a:fld>
            <a:endParaRPr lang="zh-CN" altLang="en-US"/>
          </a:p>
        </p:txBody>
      </p:sp>
    </p:spTree>
    <p:extLst>
      <p:ext uri="{BB962C8B-B14F-4D97-AF65-F5344CB8AC3E}">
        <p14:creationId xmlns:p14="http://schemas.microsoft.com/office/powerpoint/2010/main" val="988046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i="0" dirty="0">
                <a:solidFill>
                  <a:srgbClr val="000000"/>
                </a:solidFill>
                <a:effectLst/>
                <a:latin typeface="NimbusRomNo9L-Regu"/>
              </a:rPr>
              <a:t>Naturally, we then expand the single decoder to a multiple version to perform iterative refinement.</a:t>
            </a:r>
            <a:br>
              <a:rPr lang="en-US" altLang="zh-CN" sz="1800" i="0" dirty="0">
                <a:solidFill>
                  <a:srgbClr val="000000"/>
                </a:solidFill>
                <a:effectLst/>
                <a:latin typeface="NimbusRomNo9L-Regu"/>
              </a:rPr>
            </a:b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endParaRPr kumimoji="1" lang="zh-CN" altLang="en-US" dirty="0"/>
          </a:p>
        </p:txBody>
      </p:sp>
      <p:sp>
        <p:nvSpPr>
          <p:cNvPr id="4" name="灯片编号占位符 3"/>
          <p:cNvSpPr>
            <a:spLocks noGrp="1"/>
          </p:cNvSpPr>
          <p:nvPr>
            <p:ph type="sldNum" sz="quarter" idx="5"/>
          </p:nvPr>
        </p:nvSpPr>
        <p:spPr/>
        <p:txBody>
          <a:bodyPr/>
          <a:lstStyle/>
          <a:p>
            <a:fld id="{81B77314-03B3-4037-994D-4FA460EE9005}" type="slidenum">
              <a:rPr lang="zh-CN" altLang="en-US" smtClean="0"/>
              <a:t>9</a:t>
            </a:fld>
            <a:endParaRPr lang="zh-CN" altLang="en-US"/>
          </a:p>
        </p:txBody>
      </p:sp>
    </p:spTree>
    <p:extLst>
      <p:ext uri="{BB962C8B-B14F-4D97-AF65-F5344CB8AC3E}">
        <p14:creationId xmlns:p14="http://schemas.microsoft.com/office/powerpoint/2010/main" val="2585200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Here comes the comparison with other works. We achieve state-of-the-art results on three public benchmarks.</a:t>
            </a:r>
            <a:endParaRPr kumimoji="1" lang="zh-CN" altLang="en-US" dirty="0"/>
          </a:p>
        </p:txBody>
      </p:sp>
      <p:sp>
        <p:nvSpPr>
          <p:cNvPr id="4" name="灯片编号占位符 3"/>
          <p:cNvSpPr>
            <a:spLocks noGrp="1"/>
          </p:cNvSpPr>
          <p:nvPr>
            <p:ph type="sldNum" sz="quarter" idx="5"/>
          </p:nvPr>
        </p:nvSpPr>
        <p:spPr/>
        <p:txBody>
          <a:bodyPr/>
          <a:lstStyle/>
          <a:p>
            <a:fld id="{81B77314-03B3-4037-994D-4FA460EE9005}" type="slidenum">
              <a:rPr lang="zh-CN" altLang="en-US" smtClean="0"/>
              <a:t>10</a:t>
            </a:fld>
            <a:endParaRPr lang="zh-CN" altLang="en-US"/>
          </a:p>
        </p:txBody>
      </p:sp>
    </p:spTree>
    <p:extLst>
      <p:ext uri="{BB962C8B-B14F-4D97-AF65-F5344CB8AC3E}">
        <p14:creationId xmlns:p14="http://schemas.microsoft.com/office/powerpoint/2010/main" val="3529149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Our </a:t>
            </a:r>
            <a:r>
              <a:rPr kumimoji="1" lang="en-US" altLang="zh-CN" dirty="0" err="1"/>
              <a:t>Asformer</a:t>
            </a:r>
            <a:r>
              <a:rPr kumimoji="1" lang="en-US" altLang="zh-CN" dirty="0"/>
              <a:t> also </a:t>
            </a:r>
            <a:r>
              <a:rPr lang="en-US" altLang="zh-CN" sz="1800" i="0" dirty="0">
                <a:solidFill>
                  <a:srgbClr val="000000"/>
                </a:solidFill>
                <a:effectLst/>
                <a:latin typeface="NimbusRomNo9L-Regu"/>
              </a:rPr>
              <a:t>provides an alternative backbone choice for the community.  As shown in tab. 8</a:t>
            </a:r>
            <a:r>
              <a:rPr lang="en-US" altLang="zh-CN" sz="1800" i="0" dirty="0">
                <a:solidFill>
                  <a:srgbClr val="FF0000"/>
                </a:solidFill>
                <a:effectLst/>
                <a:latin typeface="NimbusRomNo9L-Regu"/>
              </a:rPr>
              <a:t>, </a:t>
            </a:r>
            <a:r>
              <a:rPr lang="en-US" altLang="zh-CN" sz="1800" i="0" dirty="0">
                <a:solidFill>
                  <a:srgbClr val="000000"/>
                </a:solidFill>
                <a:effectLst/>
                <a:latin typeface="NimbusRomNo9L-Regu"/>
              </a:rPr>
              <a:t>we replace the MS-TCN backbone in one of recent work with our </a:t>
            </a:r>
            <a:r>
              <a:rPr lang="en-US" altLang="zh-CN" sz="1800" i="0" dirty="0" err="1">
                <a:solidFill>
                  <a:srgbClr val="000000"/>
                </a:solidFill>
                <a:effectLst/>
                <a:latin typeface="NimbusRomNo9L-Regu"/>
              </a:rPr>
              <a:t>asformer</a:t>
            </a:r>
            <a:r>
              <a:rPr lang="en-US" altLang="zh-CN" sz="1800" i="0" dirty="0">
                <a:solidFill>
                  <a:srgbClr val="000000"/>
                </a:solidFill>
                <a:effectLst/>
                <a:latin typeface="NimbusRomNo9L-Regu"/>
              </a:rPr>
              <a:t> and achieve better performance.  Further, </a:t>
            </a:r>
            <a:r>
              <a:rPr kumimoji="1" lang="en-US" altLang="zh-CN" sz="1800" i="0" dirty="0">
                <a:solidFill>
                  <a:srgbClr val="000000"/>
                </a:solidFill>
                <a:effectLst/>
                <a:latin typeface="NimbusRomNo9L-Regu"/>
              </a:rPr>
              <a:t>w</a:t>
            </a:r>
            <a:r>
              <a:rPr kumimoji="1" lang="en-US" altLang="zh-CN" dirty="0"/>
              <a:t>e also </a:t>
            </a:r>
            <a:r>
              <a:rPr lang="en-US" altLang="zh-CN" sz="1800" i="0" dirty="0">
                <a:solidFill>
                  <a:srgbClr val="000000"/>
                </a:solidFill>
                <a:effectLst/>
                <a:latin typeface="NimbusRomNo9L-Regu"/>
              </a:rPr>
              <a:t>compare of the MS-TCN  with our ASFORMER in terms of the computation cost in Tab.9., where additional computational burden of our </a:t>
            </a:r>
            <a:r>
              <a:rPr lang="en-US" altLang="zh-CN" sz="1800" i="0" dirty="0" err="1">
                <a:solidFill>
                  <a:srgbClr val="000000"/>
                </a:solidFill>
                <a:effectLst/>
                <a:latin typeface="NimbusRomNo9L-Regu"/>
              </a:rPr>
              <a:t>ASFormer</a:t>
            </a:r>
            <a:r>
              <a:rPr lang="en-US" altLang="zh-CN" sz="1800" i="0" dirty="0">
                <a:solidFill>
                  <a:srgbClr val="000000"/>
                </a:solidFill>
                <a:effectLst/>
                <a:latin typeface="NimbusRomNo9L-Regu"/>
              </a:rPr>
              <a:t> is acceptable with the </a:t>
            </a:r>
            <a:r>
              <a:rPr lang="en-US" altLang="zh-CN" sz="1800" i="0">
                <a:solidFill>
                  <a:srgbClr val="000000"/>
                </a:solidFill>
                <a:effectLst/>
                <a:latin typeface="NimbusRomNo9L-Regu"/>
              </a:rPr>
              <a:t>modern chips.</a:t>
            </a: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endParaRPr kumimoji="1" lang="zh-CN" altLang="en-US" dirty="0"/>
          </a:p>
        </p:txBody>
      </p:sp>
      <p:sp>
        <p:nvSpPr>
          <p:cNvPr id="4" name="灯片编号占位符 3"/>
          <p:cNvSpPr>
            <a:spLocks noGrp="1"/>
          </p:cNvSpPr>
          <p:nvPr>
            <p:ph type="sldNum" sz="quarter" idx="5"/>
          </p:nvPr>
        </p:nvSpPr>
        <p:spPr/>
        <p:txBody>
          <a:bodyPr/>
          <a:lstStyle/>
          <a:p>
            <a:fld id="{81B77314-03B3-4037-994D-4FA460EE9005}" type="slidenum">
              <a:rPr lang="zh-CN" altLang="en-US" smtClean="0"/>
              <a:t>11</a:t>
            </a:fld>
            <a:endParaRPr lang="zh-CN" altLang="en-US"/>
          </a:p>
        </p:txBody>
      </p:sp>
    </p:spTree>
    <p:extLst>
      <p:ext uri="{BB962C8B-B14F-4D97-AF65-F5344CB8AC3E}">
        <p14:creationId xmlns:p14="http://schemas.microsoft.com/office/powerpoint/2010/main" val="4172004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Thanks for watching and welcome to read our paper for more details.</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81B77314-03B3-4037-994D-4FA460EE9005}" type="slidenum">
              <a:rPr lang="zh-CN" altLang="en-US" smtClean="0"/>
              <a:t>12</a:t>
            </a:fld>
            <a:endParaRPr lang="zh-CN" altLang="en-US"/>
          </a:p>
        </p:txBody>
      </p:sp>
    </p:spTree>
    <p:extLst>
      <p:ext uri="{BB962C8B-B14F-4D97-AF65-F5344CB8AC3E}">
        <p14:creationId xmlns:p14="http://schemas.microsoft.com/office/powerpoint/2010/main" val="3399689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Here is the experiments part. tab.1 and tab.2 show that </a:t>
            </a:r>
            <a:r>
              <a:rPr lang="en-US" altLang="zh-CN" sz="1200" i="0" dirty="0">
                <a:solidFill>
                  <a:srgbClr val="000000"/>
                </a:solidFill>
                <a:effectLst/>
                <a:latin typeface="NimbusRomNo9L-Regu"/>
              </a:rPr>
              <a:t>temporal convolution makes our model free from position encoding and multi-head self-attention.</a:t>
            </a:r>
            <a:br>
              <a:rPr lang="en-US" altLang="zh-CN" sz="1200" i="0" dirty="0">
                <a:solidFill>
                  <a:srgbClr val="000000"/>
                </a:solidFill>
                <a:effectLst/>
                <a:latin typeface="NimbusRomNo9L-Regu"/>
              </a:rPr>
            </a:br>
            <a:endParaRPr kumimoji="1" lang="zh-CN" altLang="en-US" dirty="0"/>
          </a:p>
        </p:txBody>
      </p:sp>
      <p:sp>
        <p:nvSpPr>
          <p:cNvPr id="4" name="灯片编号占位符 3"/>
          <p:cNvSpPr>
            <a:spLocks noGrp="1"/>
          </p:cNvSpPr>
          <p:nvPr>
            <p:ph type="sldNum" sz="quarter" idx="5"/>
          </p:nvPr>
        </p:nvSpPr>
        <p:spPr/>
        <p:txBody>
          <a:bodyPr/>
          <a:lstStyle/>
          <a:p>
            <a:fld id="{81B77314-03B3-4037-994D-4FA460EE9005}" type="slidenum">
              <a:rPr lang="zh-CN" altLang="en-US" smtClean="0"/>
              <a:t>13</a:t>
            </a:fld>
            <a:endParaRPr lang="zh-CN" altLang="en-US"/>
          </a:p>
        </p:txBody>
      </p:sp>
    </p:spTree>
    <p:extLst>
      <p:ext uri="{BB962C8B-B14F-4D97-AF65-F5344CB8AC3E}">
        <p14:creationId xmlns:p14="http://schemas.microsoft.com/office/powerpoint/2010/main" val="436231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 </a:t>
            </a:r>
            <a:r>
              <a:rPr lang="en-US" altLang="zh-CN" dirty="0">
                <a:solidFill>
                  <a:srgbClr val="000000"/>
                </a:solidFill>
                <a:latin typeface="NimbusRomNo9L-Regu"/>
              </a:rPr>
              <a:t>hierarchical representation pattern also contributes a lot. As show in the tab.4, With out the hierarchical representation pattern , the performance drops a lot. Further, we visualize the attention weights in Fig.2, which clearly shows that the attention weights tends to be trivial uniform distribution without the  hierarchical pattern.</a:t>
            </a:r>
            <a:endParaRPr kumimoji="1" lang="zh-CN" altLang="en-US" dirty="0"/>
          </a:p>
        </p:txBody>
      </p:sp>
      <p:sp>
        <p:nvSpPr>
          <p:cNvPr id="4" name="灯片编号占位符 3"/>
          <p:cNvSpPr>
            <a:spLocks noGrp="1"/>
          </p:cNvSpPr>
          <p:nvPr>
            <p:ph type="sldNum" sz="quarter" idx="5"/>
          </p:nvPr>
        </p:nvSpPr>
        <p:spPr/>
        <p:txBody>
          <a:bodyPr/>
          <a:lstStyle/>
          <a:p>
            <a:fld id="{81B77314-03B3-4037-994D-4FA460EE9005}" type="slidenum">
              <a:rPr lang="zh-CN" altLang="en-US" smtClean="0"/>
              <a:t>14</a:t>
            </a:fld>
            <a:endParaRPr lang="zh-CN" altLang="en-US"/>
          </a:p>
        </p:txBody>
      </p:sp>
    </p:spTree>
    <p:extLst>
      <p:ext uri="{BB962C8B-B14F-4D97-AF65-F5344CB8AC3E}">
        <p14:creationId xmlns:p14="http://schemas.microsoft.com/office/powerpoint/2010/main" val="34528387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i="0" dirty="0">
                <a:solidFill>
                  <a:srgbClr val="000000"/>
                </a:solidFill>
                <a:effectLst/>
                <a:latin typeface="NimbusRomNo9L-Regu"/>
              </a:rPr>
              <a:t>Meanwhile, the carefully designed decoders also take advantage of temporal relations for refinement, as show in the tab.5 </a:t>
            </a:r>
            <a:br>
              <a:rPr lang="en-US" altLang="zh-CN" sz="1800" i="0" dirty="0">
                <a:solidFill>
                  <a:srgbClr val="000000"/>
                </a:solidFill>
                <a:effectLst/>
                <a:latin typeface="NimbusRomNo9L-Regu"/>
              </a:rPr>
            </a:b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endParaRPr kumimoji="1" lang="zh-CN" altLang="en-US" dirty="0"/>
          </a:p>
        </p:txBody>
      </p:sp>
      <p:sp>
        <p:nvSpPr>
          <p:cNvPr id="4" name="灯片编号占位符 3"/>
          <p:cNvSpPr>
            <a:spLocks noGrp="1"/>
          </p:cNvSpPr>
          <p:nvPr>
            <p:ph type="sldNum" sz="quarter" idx="5"/>
          </p:nvPr>
        </p:nvSpPr>
        <p:spPr/>
        <p:txBody>
          <a:bodyPr/>
          <a:lstStyle/>
          <a:p>
            <a:fld id="{81B77314-03B3-4037-994D-4FA460EE9005}" type="slidenum">
              <a:rPr lang="zh-CN" altLang="en-US" smtClean="0"/>
              <a:t>15</a:t>
            </a:fld>
            <a:endParaRPr lang="zh-CN" altLang="en-US"/>
          </a:p>
        </p:txBody>
      </p:sp>
    </p:spTree>
    <p:extLst>
      <p:ext uri="{BB962C8B-B14F-4D97-AF65-F5344CB8AC3E}">
        <p14:creationId xmlns:p14="http://schemas.microsoft.com/office/powerpoint/2010/main" val="15578025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915459" name="Rectangle 3"/>
          <p:cNvSpPr>
            <a:spLocks noGrp="1" noChangeArrowheads="1"/>
          </p:cNvSpPr>
          <p:nvPr>
            <p:ph type="subTitle" idx="1"/>
          </p:nvPr>
        </p:nvSpPr>
        <p:spPr>
          <a:xfrm>
            <a:off x="693737" y="3888596"/>
            <a:ext cx="7756525" cy="1600200"/>
          </a:xfrm>
        </p:spPr>
        <p:txBody>
          <a:bodyPr/>
          <a:lstStyle>
            <a:lvl1pPr marL="0" indent="0" algn="ctr">
              <a:buFont typeface="Wingdings" pitchFamily="2" charset="2"/>
              <a:buNone/>
              <a:defRPr sz="2600">
                <a:latin typeface="Book Antiqua" pitchFamily="18" charset="0"/>
              </a:defRPr>
            </a:lvl1pPr>
          </a:lstStyle>
          <a:p>
            <a:r>
              <a:rPr lang="zh-CN" altLang="en-US" dirty="0"/>
              <a:t>单击此处编辑母版副标题样式</a:t>
            </a:r>
          </a:p>
        </p:txBody>
      </p:sp>
      <p:pic>
        <p:nvPicPr>
          <p:cNvPr id="10" name="Picture 3" descr="C:\Users\Zhang Jian\Desktop\1.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5468" y="126189"/>
            <a:ext cx="1039813" cy="1039813"/>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8"/>
          <p:cNvCxnSpPr/>
          <p:nvPr userDrawn="1"/>
        </p:nvCxnSpPr>
        <p:spPr>
          <a:xfrm>
            <a:off x="905744" y="2969404"/>
            <a:ext cx="7406640" cy="0"/>
          </a:xfrm>
          <a:prstGeom prst="line">
            <a:avLst/>
          </a:prstGeom>
          <a:ln w="12700">
            <a:solidFill>
              <a:schemeClr val="accent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灯片编号占位符 3"/>
          <p:cNvSpPr>
            <a:spLocks noGrp="1"/>
          </p:cNvSpPr>
          <p:nvPr>
            <p:ph type="sldNum" sz="quarter" idx="10"/>
          </p:nvPr>
        </p:nvSpPr>
        <p:spPr/>
        <p:txBody>
          <a:bodyPr/>
          <a:lstStyle/>
          <a:p>
            <a:fld id="{36EC9ADF-B1B4-4273-93C3-67D3F750645F}" type="slidenum">
              <a:rPr lang="zh-CN" altLang="en-US" smtClean="0"/>
              <a:t>‹#›</a:t>
            </a:fld>
            <a:endParaRPr lang="zh-CN" altLang="en-US"/>
          </a:p>
        </p:txBody>
      </p:sp>
      <p:sp>
        <p:nvSpPr>
          <p:cNvPr id="6" name="标题 5"/>
          <p:cNvSpPr>
            <a:spLocks noGrp="1"/>
          </p:cNvSpPr>
          <p:nvPr>
            <p:ph type="title"/>
          </p:nvPr>
        </p:nvSpPr>
        <p:spPr>
          <a:xfrm>
            <a:off x="608564" y="2196686"/>
            <a:ext cx="8001000" cy="676275"/>
          </a:xfrm>
        </p:spPr>
        <p:txBody>
          <a:bodyPr/>
          <a:lstStyle/>
          <a:p>
            <a:r>
              <a:rPr lang="zh-CN" altLang="en-US" dirty="0"/>
              <a:t>单击此处编辑母版标题样式</a:t>
            </a:r>
          </a:p>
        </p:txBody>
      </p:sp>
    </p:spTree>
    <p:extLst>
      <p:ext uri="{BB962C8B-B14F-4D97-AF65-F5344CB8AC3E}">
        <p14:creationId xmlns:p14="http://schemas.microsoft.com/office/powerpoint/2010/main" val="1498582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a:xfrm>
            <a:off x="7191375" y="6381750"/>
            <a:ext cx="1952625" cy="476250"/>
          </a:xfrm>
          <a:prstGeom prst="rect">
            <a:avLst/>
          </a:prstGeom>
          <a:ln/>
        </p:spPr>
        <p:txBody>
          <a:bodyPr/>
          <a:lstStyle>
            <a:lvl1pPr>
              <a:defRPr/>
            </a:lvl1pPr>
          </a:lstStyle>
          <a:p>
            <a:endParaRPr lang="zh-CN" altLang="en-US">
              <a:solidFill>
                <a:srgbClr val="000000"/>
              </a:solidFill>
            </a:endParaRPr>
          </a:p>
        </p:txBody>
      </p:sp>
      <p:sp>
        <p:nvSpPr>
          <p:cNvPr id="8" name="灯片编号占位符 7"/>
          <p:cNvSpPr>
            <a:spLocks noGrp="1"/>
          </p:cNvSpPr>
          <p:nvPr>
            <p:ph type="sldNum" sz="quarter" idx="11"/>
          </p:nvPr>
        </p:nvSpPr>
        <p:spPr/>
        <p:txBody>
          <a:bodyPr/>
          <a:lstStyle/>
          <a:p>
            <a:fld id="{36EC9ADF-B1B4-4273-93C3-67D3F750645F}" type="slidenum">
              <a:rPr lang="zh-CN" altLang="en-US" smtClean="0"/>
              <a:t>‹#›</a:t>
            </a:fld>
            <a:endParaRPr lang="zh-CN" altLang="en-US"/>
          </a:p>
        </p:txBody>
      </p:sp>
      <p:sp>
        <p:nvSpPr>
          <p:cNvPr id="5" name="标题 1"/>
          <p:cNvSpPr>
            <a:spLocks noGrp="1"/>
          </p:cNvSpPr>
          <p:nvPr>
            <p:ph type="title"/>
          </p:nvPr>
        </p:nvSpPr>
        <p:spPr>
          <a:xfrm>
            <a:off x="574675" y="304800"/>
            <a:ext cx="8001000" cy="676275"/>
          </a:xfrm>
        </p:spPr>
        <p:txBody>
          <a:bodyPr/>
          <a:lstStyle/>
          <a:p>
            <a:r>
              <a:rPr lang="zh-CN" altLang="en-US" dirty="0"/>
              <a:t>单击此处编辑母版标题样式</a:t>
            </a:r>
          </a:p>
        </p:txBody>
      </p:sp>
      <p:sp>
        <p:nvSpPr>
          <p:cNvPr id="2" name="矩形 1">
            <a:extLst>
              <a:ext uri="{FF2B5EF4-FFF2-40B4-BE49-F238E27FC236}">
                <a16:creationId xmlns:a16="http://schemas.microsoft.com/office/drawing/2014/main" id="{1AFA43E9-210E-014F-8DCE-7F3C3AC5C0B0}"/>
              </a:ext>
            </a:extLst>
          </p:cNvPr>
          <p:cNvSpPr/>
          <p:nvPr userDrawn="1"/>
        </p:nvSpPr>
        <p:spPr bwMode="auto">
          <a:xfrm>
            <a:off x="-11289" y="6367875"/>
            <a:ext cx="2497666" cy="50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13584550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ftr" sz="quarter" idx="10"/>
          </p:nvPr>
        </p:nvSpPr>
        <p:spPr>
          <a:xfrm>
            <a:off x="7191375" y="6381750"/>
            <a:ext cx="1952625" cy="476250"/>
          </a:xfrm>
          <a:prstGeom prst="rect">
            <a:avLst/>
          </a:prstGeom>
          <a:ln/>
        </p:spPr>
        <p:txBody>
          <a:bodyPr/>
          <a:lstStyle>
            <a:lvl1pPr>
              <a:defRPr/>
            </a:lvl1pPr>
          </a:lstStyle>
          <a:p>
            <a:endParaRPr lang="zh-CN" altLang="en-US">
              <a:solidFill>
                <a:srgbClr val="000000"/>
              </a:solidFill>
            </a:endParaRPr>
          </a:p>
        </p:txBody>
      </p:sp>
      <p:sp>
        <p:nvSpPr>
          <p:cNvPr id="11" name="矩形 10">
            <a:extLst>
              <a:ext uri="{FF2B5EF4-FFF2-40B4-BE49-F238E27FC236}">
                <a16:creationId xmlns:a16="http://schemas.microsoft.com/office/drawing/2014/main" id="{1B95886B-3371-3F40-8C3E-7491D4B1DFDA}"/>
              </a:ext>
            </a:extLst>
          </p:cNvPr>
          <p:cNvSpPr/>
          <p:nvPr userDrawn="1"/>
        </p:nvSpPr>
        <p:spPr bwMode="auto">
          <a:xfrm>
            <a:off x="-11289" y="6367875"/>
            <a:ext cx="2497666" cy="50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3398708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5667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a:xfrm>
            <a:off x="7191375" y="6381750"/>
            <a:ext cx="1952625" cy="476250"/>
          </a:xfrm>
          <a:prstGeom prst="rect">
            <a:avLst/>
          </a:prstGeom>
          <a:ln/>
        </p:spPr>
        <p:txBody>
          <a:bodyPr/>
          <a:lstStyle>
            <a:lvl1pPr>
              <a:defRPr/>
            </a:lvl1pPr>
          </a:lstStyle>
          <a:p>
            <a:endParaRPr lang="zh-CN" altLang="en-US">
              <a:solidFill>
                <a:srgbClr val="000000"/>
              </a:solidFill>
            </a:endParaRPr>
          </a:p>
        </p:txBody>
      </p:sp>
      <p:sp>
        <p:nvSpPr>
          <p:cNvPr id="8" name="矩形 7">
            <a:extLst>
              <a:ext uri="{FF2B5EF4-FFF2-40B4-BE49-F238E27FC236}">
                <a16:creationId xmlns:a16="http://schemas.microsoft.com/office/drawing/2014/main" id="{C100C1EB-3B61-0B45-9A16-A06303B49765}"/>
              </a:ext>
            </a:extLst>
          </p:cNvPr>
          <p:cNvSpPr/>
          <p:nvPr userDrawn="1"/>
        </p:nvSpPr>
        <p:spPr bwMode="auto">
          <a:xfrm>
            <a:off x="-11289" y="6367875"/>
            <a:ext cx="2497666" cy="50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3873534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820384"/>
          </a:xfrm>
        </p:spPr>
        <p:txBody>
          <a:bodyPr/>
          <a:lstStyle>
            <a:lvl1pPr>
              <a:defRPr/>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Footer Placeholder 6"/>
          <p:cNvSpPr>
            <a:spLocks noGrp="1" noChangeArrowheads="1"/>
          </p:cNvSpPr>
          <p:nvPr>
            <p:ph type="ftr" sz="quarter" idx="10"/>
          </p:nvPr>
        </p:nvSpPr>
        <p:spPr>
          <a:xfrm>
            <a:off x="7191375" y="6381750"/>
            <a:ext cx="1952625" cy="476250"/>
          </a:xfrm>
          <a:prstGeom prst="rect">
            <a:avLst/>
          </a:prstGeom>
          <a:ln/>
        </p:spPr>
        <p:txBody>
          <a:bodyPr/>
          <a:lstStyle>
            <a:lvl1pPr>
              <a:defRPr/>
            </a:lvl1pPr>
          </a:lstStyle>
          <a:p>
            <a:endParaRPr lang="zh-CN" altLang="en-US">
              <a:solidFill>
                <a:srgbClr val="000000"/>
              </a:solidFill>
            </a:endParaRPr>
          </a:p>
        </p:txBody>
      </p:sp>
      <p:sp>
        <p:nvSpPr>
          <p:cNvPr id="10" name="矩形 9">
            <a:extLst>
              <a:ext uri="{FF2B5EF4-FFF2-40B4-BE49-F238E27FC236}">
                <a16:creationId xmlns:a16="http://schemas.microsoft.com/office/drawing/2014/main" id="{2DC33A11-4BF2-6B42-84E1-D45D62698A4C}"/>
              </a:ext>
            </a:extLst>
          </p:cNvPr>
          <p:cNvSpPr/>
          <p:nvPr userDrawn="1"/>
        </p:nvSpPr>
        <p:spPr bwMode="auto">
          <a:xfrm>
            <a:off x="-11289" y="6367875"/>
            <a:ext cx="2497666" cy="50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3035979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ftr" sz="quarter" idx="10"/>
          </p:nvPr>
        </p:nvSpPr>
        <p:spPr>
          <a:xfrm>
            <a:off x="7191375" y="6381750"/>
            <a:ext cx="1952625" cy="476250"/>
          </a:xfrm>
          <a:prstGeom prst="rect">
            <a:avLst/>
          </a:prstGeom>
          <a:ln/>
        </p:spPr>
        <p:txBody>
          <a:bodyPr/>
          <a:lstStyle>
            <a:lvl1pPr>
              <a:defRPr/>
            </a:lvl1pPr>
          </a:lstStyle>
          <a:p>
            <a:endParaRPr lang="zh-CN" altLang="en-US">
              <a:solidFill>
                <a:srgbClr val="000000"/>
              </a:solidFill>
            </a:endParaRPr>
          </a:p>
        </p:txBody>
      </p:sp>
      <p:sp>
        <p:nvSpPr>
          <p:cNvPr id="6" name="矩形 5">
            <a:extLst>
              <a:ext uri="{FF2B5EF4-FFF2-40B4-BE49-F238E27FC236}">
                <a16:creationId xmlns:a16="http://schemas.microsoft.com/office/drawing/2014/main" id="{3F977AC3-B6CA-FD41-A09A-390683CDA10A}"/>
              </a:ext>
            </a:extLst>
          </p:cNvPr>
          <p:cNvSpPr/>
          <p:nvPr userDrawn="1"/>
        </p:nvSpPr>
        <p:spPr bwMode="auto">
          <a:xfrm>
            <a:off x="-11289" y="6367875"/>
            <a:ext cx="2497666" cy="50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40071590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xfrm>
            <a:off x="7191375" y="6381750"/>
            <a:ext cx="1952625" cy="476250"/>
          </a:xfrm>
          <a:prstGeom prst="rect">
            <a:avLst/>
          </a:prstGeom>
          <a:ln/>
        </p:spPr>
        <p:txBody>
          <a:bodyPr/>
          <a:lstStyle>
            <a:lvl1pPr>
              <a:defRPr/>
            </a:lvl1pPr>
          </a:lstStyle>
          <a:p>
            <a:endParaRPr lang="zh-CN" altLang="en-US">
              <a:solidFill>
                <a:srgbClr val="000000"/>
              </a:solidFill>
            </a:endParaRPr>
          </a:p>
        </p:txBody>
      </p:sp>
      <p:sp>
        <p:nvSpPr>
          <p:cNvPr id="5" name="矩形 4">
            <a:extLst>
              <a:ext uri="{FF2B5EF4-FFF2-40B4-BE49-F238E27FC236}">
                <a16:creationId xmlns:a16="http://schemas.microsoft.com/office/drawing/2014/main" id="{CC4A538E-5605-E741-9300-7EAF578C1895}"/>
              </a:ext>
            </a:extLst>
          </p:cNvPr>
          <p:cNvSpPr/>
          <p:nvPr userDrawn="1"/>
        </p:nvSpPr>
        <p:spPr bwMode="auto">
          <a:xfrm>
            <a:off x="-11289" y="6367875"/>
            <a:ext cx="2497666" cy="50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144768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a:xfrm>
            <a:off x="7191375" y="6381750"/>
            <a:ext cx="1952625" cy="476250"/>
          </a:xfrm>
          <a:prstGeom prst="rect">
            <a:avLst/>
          </a:prstGeom>
          <a:ln/>
        </p:spPr>
        <p:txBody>
          <a:bodyPr/>
          <a:lstStyle>
            <a:lvl1pPr>
              <a:defRPr/>
            </a:lvl1pPr>
          </a:lstStyle>
          <a:p>
            <a:endParaRPr lang="zh-CN" altLang="en-US">
              <a:solidFill>
                <a:srgbClr val="000000"/>
              </a:solidFill>
            </a:endParaRPr>
          </a:p>
        </p:txBody>
      </p:sp>
      <p:sp>
        <p:nvSpPr>
          <p:cNvPr id="8" name="矩形 7">
            <a:extLst>
              <a:ext uri="{FF2B5EF4-FFF2-40B4-BE49-F238E27FC236}">
                <a16:creationId xmlns:a16="http://schemas.microsoft.com/office/drawing/2014/main" id="{F88488C1-5962-614A-B969-1B0B52EC94E7}"/>
              </a:ext>
            </a:extLst>
          </p:cNvPr>
          <p:cNvSpPr/>
          <p:nvPr userDrawn="1"/>
        </p:nvSpPr>
        <p:spPr bwMode="auto">
          <a:xfrm>
            <a:off x="-11289" y="6367875"/>
            <a:ext cx="2497666" cy="50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1164600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ftr" sz="quarter" idx="10"/>
          </p:nvPr>
        </p:nvSpPr>
        <p:spPr>
          <a:xfrm>
            <a:off x="7191375" y="6381750"/>
            <a:ext cx="1952625" cy="476250"/>
          </a:xfrm>
          <a:prstGeom prst="rect">
            <a:avLst/>
          </a:prstGeom>
          <a:ln/>
        </p:spPr>
        <p:txBody>
          <a:bodyPr/>
          <a:lstStyle>
            <a:lvl1pPr>
              <a:defRPr/>
            </a:lvl1pPr>
          </a:lstStyle>
          <a:p>
            <a:endParaRPr lang="zh-CN" altLang="en-US">
              <a:solidFill>
                <a:srgbClr val="000000"/>
              </a:solidFill>
            </a:endParaRPr>
          </a:p>
        </p:txBody>
      </p:sp>
      <p:sp>
        <p:nvSpPr>
          <p:cNvPr id="8" name="矩形 7">
            <a:extLst>
              <a:ext uri="{FF2B5EF4-FFF2-40B4-BE49-F238E27FC236}">
                <a16:creationId xmlns:a16="http://schemas.microsoft.com/office/drawing/2014/main" id="{D4C6C377-F407-FC48-9226-EEE146101387}"/>
              </a:ext>
            </a:extLst>
          </p:cNvPr>
          <p:cNvSpPr/>
          <p:nvPr userDrawn="1"/>
        </p:nvSpPr>
        <p:spPr bwMode="auto">
          <a:xfrm>
            <a:off x="-11289" y="6367875"/>
            <a:ext cx="2497666" cy="50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8670261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67627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341438"/>
            <a:ext cx="3924300" cy="4967287"/>
          </a:xfrm>
          <a:noFill/>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341438"/>
            <a:ext cx="3924300" cy="49672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a:xfrm>
            <a:off x="7191375" y="6381750"/>
            <a:ext cx="1952625" cy="476250"/>
          </a:xfrm>
          <a:prstGeom prst="rect">
            <a:avLst/>
          </a:prstGeom>
          <a:ln/>
        </p:spPr>
        <p:txBody>
          <a:bodyPr/>
          <a:lstStyle>
            <a:lvl1pPr>
              <a:defRPr/>
            </a:lvl1pPr>
          </a:lstStyle>
          <a:p>
            <a:endParaRPr lang="zh-CN" altLang="en-US">
              <a:solidFill>
                <a:srgbClr val="000000"/>
              </a:solidFill>
            </a:endParaRPr>
          </a:p>
        </p:txBody>
      </p:sp>
      <p:sp>
        <p:nvSpPr>
          <p:cNvPr id="11" name="矩形 10">
            <a:extLst>
              <a:ext uri="{FF2B5EF4-FFF2-40B4-BE49-F238E27FC236}">
                <a16:creationId xmlns:a16="http://schemas.microsoft.com/office/drawing/2014/main" id="{BA443771-D27D-3548-9921-0724DCD5D30C}"/>
              </a:ext>
            </a:extLst>
          </p:cNvPr>
          <p:cNvSpPr/>
          <p:nvPr userDrawn="1"/>
        </p:nvSpPr>
        <p:spPr bwMode="auto">
          <a:xfrm>
            <a:off x="-11289" y="6367875"/>
            <a:ext cx="2497666" cy="50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extLst>
      <p:ext uri="{BB962C8B-B14F-4D97-AF65-F5344CB8AC3E}">
        <p14:creationId xmlns:p14="http://schemas.microsoft.com/office/powerpoint/2010/main" val="2046331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574675" y="304800"/>
            <a:ext cx="80010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3075" name="Rectangle 3"/>
          <p:cNvSpPr>
            <a:spLocks noGrp="1" noChangeArrowheads="1"/>
          </p:cNvSpPr>
          <p:nvPr>
            <p:ph type="body" idx="1"/>
          </p:nvPr>
        </p:nvSpPr>
        <p:spPr bwMode="auto">
          <a:xfrm>
            <a:off x="566738" y="1341438"/>
            <a:ext cx="8001000"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
        <p:nvSpPr>
          <p:cNvPr id="914436" name="AutoShape 4"/>
          <p:cNvSpPr>
            <a:spLocks noChangeArrowheads="1"/>
          </p:cNvSpPr>
          <p:nvPr/>
        </p:nvSpPr>
        <p:spPr bwMode="auto">
          <a:xfrm>
            <a:off x="611188" y="1125538"/>
            <a:ext cx="7958137" cy="109537"/>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a:defRPr/>
            </a:pPr>
            <a:endParaRPr lang="zh-CN" altLang="zh-CN" sz="2400">
              <a:solidFill>
                <a:srgbClr val="000000"/>
              </a:solidFill>
            </a:endParaRPr>
          </a:p>
        </p:txBody>
      </p:sp>
      <p:sp>
        <p:nvSpPr>
          <p:cNvPr id="2" name="灯片编号占位符 1"/>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EC9ADF-B1B4-4273-93C3-67D3F750645F}" type="slidenum">
              <a:rPr lang="zh-CN" altLang="en-US" smtClean="0"/>
              <a:t>‹#›</a:t>
            </a:fld>
            <a:endParaRPr lang="zh-CN" altLang="en-US"/>
          </a:p>
        </p:txBody>
      </p:sp>
      <p:grpSp>
        <p:nvGrpSpPr>
          <p:cNvPr id="3" name="组合 2"/>
          <p:cNvGrpSpPr/>
          <p:nvPr userDrawn="1"/>
        </p:nvGrpSpPr>
        <p:grpSpPr>
          <a:xfrm>
            <a:off x="0" y="6450335"/>
            <a:ext cx="2559490" cy="407665"/>
            <a:chOff x="0" y="6450335"/>
            <a:chExt cx="2559490" cy="407665"/>
          </a:xfrm>
        </p:grpSpPr>
        <p:sp>
          <p:nvSpPr>
            <p:cNvPr id="12" name="文本框 11"/>
            <p:cNvSpPr txBox="1"/>
            <p:nvPr userDrawn="1"/>
          </p:nvSpPr>
          <p:spPr>
            <a:xfrm>
              <a:off x="354010" y="6669088"/>
              <a:ext cx="2205480" cy="184666"/>
            </a:xfrm>
            <a:prstGeom prst="rect">
              <a:avLst/>
            </a:prstGeom>
            <a:noFill/>
          </p:spPr>
          <p:txBody>
            <a:bodyPr wrap="square" rtlCol="0">
              <a:spAutoFit/>
            </a:bodyPr>
            <a:lstStyle/>
            <a:p>
              <a:pPr algn="ctr"/>
              <a:r>
                <a:rPr lang="en-US" altLang="zh-CN" sz="600" b="1">
                  <a:solidFill>
                    <a:srgbClr val="0070C0"/>
                  </a:solidFill>
                </a:rPr>
                <a:t>INSTITUTE OF DIGITAL MEDIA, PEKING UNIVERSITY</a:t>
              </a:r>
              <a:endParaRPr lang="zh-CN" altLang="en-US" sz="600" b="1">
                <a:solidFill>
                  <a:srgbClr val="0070C0"/>
                </a:solidFill>
              </a:endParaRPr>
            </a:p>
          </p:txBody>
        </p:sp>
        <p:sp>
          <p:nvSpPr>
            <p:cNvPr id="13" name="文本框 12"/>
            <p:cNvSpPr txBox="1"/>
            <p:nvPr userDrawn="1"/>
          </p:nvSpPr>
          <p:spPr>
            <a:xfrm>
              <a:off x="354010" y="6450335"/>
              <a:ext cx="2205480" cy="307777"/>
            </a:xfrm>
            <a:prstGeom prst="rect">
              <a:avLst/>
            </a:prstGeom>
            <a:noFill/>
          </p:spPr>
          <p:txBody>
            <a:bodyPr wrap="square" rtlCol="0">
              <a:spAutoFit/>
            </a:bodyPr>
            <a:lstStyle/>
            <a:p>
              <a:pPr algn="ctr"/>
              <a:r>
                <a:rPr lang="zh-CN" altLang="en-US" sz="1400" b="0">
                  <a:solidFill>
                    <a:schemeClr val="accent6"/>
                  </a:solidFill>
                  <a:latin typeface="华文行楷" panose="02010800040101010101" pitchFamily="2" charset="-122"/>
                  <a:ea typeface="华文行楷" panose="02010800040101010101" pitchFamily="2" charset="-122"/>
                </a:rPr>
                <a:t>北京大学数字媒体研究所</a:t>
              </a:r>
            </a:p>
          </p:txBody>
        </p:sp>
        <p:pic>
          <p:nvPicPr>
            <p:cNvPr id="14" name="Picture 3" descr="C:\Users\Zhang Jian\Desktop\1.jp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0" y="6450335"/>
              <a:ext cx="407665" cy="40766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7202956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4" r:id="rId10"/>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hdr="0" ftr="0" dt="0"/>
  <p:txStyles>
    <p:titleStyle>
      <a:lvl1pPr algn="l" rtl="0" eaLnBrk="1" fontAlgn="base" hangingPunct="1">
        <a:spcBef>
          <a:spcPct val="0"/>
        </a:spcBef>
        <a:spcAft>
          <a:spcPct val="0"/>
        </a:spcAft>
        <a:defRPr sz="4200">
          <a:solidFill>
            <a:schemeClr val="tx2"/>
          </a:solidFill>
          <a:latin typeface="+mj-lt"/>
          <a:ea typeface="+mj-ea"/>
          <a:cs typeface="+mj-cs"/>
        </a:defRPr>
      </a:lvl1pPr>
      <a:lvl2pPr algn="l" rtl="0" eaLnBrk="1" fontAlgn="base" hangingPunct="1">
        <a:spcBef>
          <a:spcPct val="0"/>
        </a:spcBef>
        <a:spcAft>
          <a:spcPct val="0"/>
        </a:spcAft>
        <a:defRPr sz="4200">
          <a:solidFill>
            <a:schemeClr val="tx2"/>
          </a:solidFill>
          <a:latin typeface="Book Antiqua" pitchFamily="18" charset="0"/>
          <a:ea typeface="黑体" pitchFamily="2" charset="-122"/>
        </a:defRPr>
      </a:lvl2pPr>
      <a:lvl3pPr algn="l" rtl="0" eaLnBrk="1" fontAlgn="base" hangingPunct="1">
        <a:spcBef>
          <a:spcPct val="0"/>
        </a:spcBef>
        <a:spcAft>
          <a:spcPct val="0"/>
        </a:spcAft>
        <a:defRPr sz="4200">
          <a:solidFill>
            <a:schemeClr val="tx2"/>
          </a:solidFill>
          <a:latin typeface="Book Antiqua" pitchFamily="18" charset="0"/>
          <a:ea typeface="黑体" pitchFamily="2" charset="-122"/>
        </a:defRPr>
      </a:lvl3pPr>
      <a:lvl4pPr algn="l" rtl="0" eaLnBrk="1" fontAlgn="base" hangingPunct="1">
        <a:spcBef>
          <a:spcPct val="0"/>
        </a:spcBef>
        <a:spcAft>
          <a:spcPct val="0"/>
        </a:spcAft>
        <a:defRPr sz="4200">
          <a:solidFill>
            <a:schemeClr val="tx2"/>
          </a:solidFill>
          <a:latin typeface="Book Antiqua" pitchFamily="18" charset="0"/>
          <a:ea typeface="黑体" pitchFamily="2" charset="-122"/>
        </a:defRPr>
      </a:lvl4pPr>
      <a:lvl5pPr algn="l" rtl="0" eaLnBrk="1" fontAlgn="base" hangingPunct="1">
        <a:spcBef>
          <a:spcPct val="0"/>
        </a:spcBef>
        <a:spcAft>
          <a:spcPct val="0"/>
        </a:spcAft>
        <a:defRPr sz="4200">
          <a:solidFill>
            <a:schemeClr val="tx2"/>
          </a:solidFill>
          <a:latin typeface="Book Antiqua" pitchFamily="18" charset="0"/>
          <a:ea typeface="黑体" pitchFamily="2" charset="-122"/>
        </a:defRPr>
      </a:lvl5pPr>
      <a:lvl6pPr marL="457200" algn="l" rtl="0" eaLnBrk="1" fontAlgn="base" hangingPunct="1">
        <a:spcBef>
          <a:spcPct val="0"/>
        </a:spcBef>
        <a:spcAft>
          <a:spcPct val="0"/>
        </a:spcAft>
        <a:defRPr sz="4200">
          <a:solidFill>
            <a:schemeClr val="tx2"/>
          </a:solidFill>
          <a:latin typeface="Book Antiqua" pitchFamily="18" charset="0"/>
          <a:ea typeface="黑体" pitchFamily="2" charset="-122"/>
        </a:defRPr>
      </a:lvl6pPr>
      <a:lvl7pPr marL="914400" algn="l" rtl="0" eaLnBrk="1" fontAlgn="base" hangingPunct="1">
        <a:spcBef>
          <a:spcPct val="0"/>
        </a:spcBef>
        <a:spcAft>
          <a:spcPct val="0"/>
        </a:spcAft>
        <a:defRPr sz="4200">
          <a:solidFill>
            <a:schemeClr val="tx2"/>
          </a:solidFill>
          <a:latin typeface="Book Antiqua" pitchFamily="18" charset="0"/>
          <a:ea typeface="黑体" pitchFamily="2" charset="-122"/>
        </a:defRPr>
      </a:lvl7pPr>
      <a:lvl8pPr marL="1371600" algn="l" rtl="0" eaLnBrk="1" fontAlgn="base" hangingPunct="1">
        <a:spcBef>
          <a:spcPct val="0"/>
        </a:spcBef>
        <a:spcAft>
          <a:spcPct val="0"/>
        </a:spcAft>
        <a:defRPr sz="4200">
          <a:solidFill>
            <a:schemeClr val="tx2"/>
          </a:solidFill>
          <a:latin typeface="Book Antiqua" pitchFamily="18" charset="0"/>
          <a:ea typeface="黑体" pitchFamily="2" charset="-122"/>
        </a:defRPr>
      </a:lvl8pPr>
      <a:lvl9pPr marL="1828800" algn="l" rtl="0" eaLnBrk="1" fontAlgn="base" hangingPunct="1">
        <a:spcBef>
          <a:spcPct val="0"/>
        </a:spcBef>
        <a:spcAft>
          <a:spcPct val="0"/>
        </a:spcAft>
        <a:defRPr sz="4200">
          <a:solidFill>
            <a:schemeClr val="tx2"/>
          </a:solidFill>
          <a:latin typeface="Book Antiqua" pitchFamily="18" charset="0"/>
          <a:ea typeface="黑体" pitchFamily="2" charset="-122"/>
        </a:defRPr>
      </a:lvl9pPr>
    </p:titleStyle>
    <p:bodyStyle>
      <a:lvl1pPr marL="469900" indent="-469900" algn="l" rtl="0" eaLnBrk="1" fontAlgn="base" hangingPunct="1">
        <a:spcBef>
          <a:spcPct val="10000"/>
        </a:spcBef>
        <a:spcAft>
          <a:spcPct val="0"/>
        </a:spcAft>
        <a:buClr>
          <a:schemeClr val="accent2"/>
        </a:buClr>
        <a:buFont typeface="Wingdings" pitchFamily="2" charset="2"/>
        <a:buChar char="o"/>
        <a:defRPr sz="2400">
          <a:solidFill>
            <a:schemeClr val="tx1"/>
          </a:solidFill>
          <a:latin typeface="+mn-lt"/>
          <a:ea typeface="+mn-ea"/>
          <a:cs typeface="+mn-cs"/>
        </a:defRPr>
      </a:lvl1pPr>
      <a:lvl2pPr marL="908050" indent="-436563" algn="l" rtl="0" eaLnBrk="1" fontAlgn="base" hangingPunct="1">
        <a:spcBef>
          <a:spcPct val="10000"/>
        </a:spcBef>
        <a:spcAft>
          <a:spcPct val="0"/>
        </a:spcAft>
        <a:buClr>
          <a:schemeClr val="accent2"/>
        </a:buClr>
        <a:buFont typeface="Wingdings" pitchFamily="2" charset="2"/>
        <a:buChar char="n"/>
        <a:defRPr sz="2000">
          <a:solidFill>
            <a:srgbClr val="0033CC"/>
          </a:solidFill>
          <a:latin typeface="+mn-lt"/>
          <a:ea typeface="+mn-ea"/>
        </a:defRPr>
      </a:lvl2pPr>
      <a:lvl3pPr marL="1304925" indent="-395288" algn="l" rtl="0" eaLnBrk="1" fontAlgn="base" hangingPunct="1">
        <a:spcBef>
          <a:spcPct val="10000"/>
        </a:spcBef>
        <a:spcAft>
          <a:spcPct val="0"/>
        </a:spcAft>
        <a:buClr>
          <a:schemeClr val="accent2"/>
        </a:buClr>
        <a:buFont typeface="Wingdings" pitchFamily="2" charset="2"/>
        <a:buChar char="p"/>
        <a:defRPr sz="1600">
          <a:solidFill>
            <a:srgbClr val="009900"/>
          </a:solidFill>
          <a:latin typeface="+mn-lt"/>
          <a:ea typeface="+mn-ea"/>
        </a:defRPr>
      </a:lvl3pPr>
      <a:lvl4pPr marL="1693863" indent="-387350" algn="l" rtl="0" eaLnBrk="1" fontAlgn="base" hangingPunct="1">
        <a:spcBef>
          <a:spcPct val="10000"/>
        </a:spcBef>
        <a:spcAft>
          <a:spcPct val="0"/>
        </a:spcAft>
        <a:buClr>
          <a:schemeClr val="accent2"/>
        </a:buClr>
        <a:buFont typeface="Wingdings" pitchFamily="2" charset="2"/>
        <a:buChar char="n"/>
        <a:defRPr sz="1600">
          <a:solidFill>
            <a:schemeClr val="tx1"/>
          </a:solidFill>
          <a:latin typeface="+mn-lt"/>
          <a:ea typeface="+mn-ea"/>
        </a:defRPr>
      </a:lvl4pPr>
      <a:lvl5pPr marL="2093913" indent="-398463" algn="l" rtl="0" eaLnBrk="1" fontAlgn="base" hangingPunct="1">
        <a:spcBef>
          <a:spcPct val="10000"/>
        </a:spcBef>
        <a:spcAft>
          <a:spcPct val="0"/>
        </a:spcAft>
        <a:buClr>
          <a:schemeClr val="accent2"/>
        </a:buClr>
        <a:buFont typeface="Wingdings" pitchFamily="2" charset="2"/>
        <a:buChar char="§"/>
        <a:defRPr sz="1800">
          <a:solidFill>
            <a:schemeClr val="tx1"/>
          </a:solidFill>
          <a:latin typeface="+mn-lt"/>
          <a:ea typeface="+mn-ea"/>
        </a:defRPr>
      </a:lvl5pPr>
      <a:lvl6pPr marL="2551113" indent="-398463" algn="l" rtl="0" eaLnBrk="1" fontAlgn="base" hangingPunct="1">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eaLnBrk="1" fontAlgn="base" hangingPunct="1">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eaLnBrk="1" fontAlgn="base" hangingPunct="1">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eaLnBrk="1" fontAlgn="base" hangingPunct="1">
        <a:spcBef>
          <a:spcPct val="10000"/>
        </a:spcBef>
        <a:spcAft>
          <a:spcPct val="0"/>
        </a:spcAft>
        <a:buClr>
          <a:schemeClr val="accent2"/>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CD20141F-85CA-4B42-BFBF-212718E2224C}"/>
              </a:ext>
            </a:extLst>
          </p:cNvPr>
          <p:cNvPicPr>
            <a:picLocks noChangeAspect="1"/>
          </p:cNvPicPr>
          <p:nvPr/>
        </p:nvPicPr>
        <p:blipFill>
          <a:blip r:embed="rId3"/>
          <a:stretch>
            <a:fillRect/>
          </a:stretch>
        </p:blipFill>
        <p:spPr>
          <a:xfrm>
            <a:off x="0" y="1714629"/>
            <a:ext cx="9144000" cy="3997696"/>
          </a:xfrm>
          <a:prstGeom prst="rect">
            <a:avLst/>
          </a:prstGeom>
        </p:spPr>
      </p:pic>
      <p:sp>
        <p:nvSpPr>
          <p:cNvPr id="2" name="矩形 1">
            <a:extLst>
              <a:ext uri="{FF2B5EF4-FFF2-40B4-BE49-F238E27FC236}">
                <a16:creationId xmlns:a16="http://schemas.microsoft.com/office/drawing/2014/main" id="{1F4606F8-1D75-4ADC-B034-CDFD7E6FB77A}"/>
              </a:ext>
            </a:extLst>
          </p:cNvPr>
          <p:cNvSpPr/>
          <p:nvPr/>
        </p:nvSpPr>
        <p:spPr bwMode="auto">
          <a:xfrm>
            <a:off x="92868" y="78581"/>
            <a:ext cx="1171575" cy="1293019"/>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pic>
        <p:nvPicPr>
          <p:cNvPr id="4" name="Picture 11">
            <a:extLst>
              <a:ext uri="{FF2B5EF4-FFF2-40B4-BE49-F238E27FC236}">
                <a16:creationId xmlns:a16="http://schemas.microsoft.com/office/drawing/2014/main" id="{A63BAD65-9809-4D0F-ADA3-BA6E4F5ECF84}"/>
              </a:ext>
            </a:extLst>
          </p:cNvPr>
          <p:cNvPicPr>
            <a:picLocks noChangeAspect="1"/>
          </p:cNvPicPr>
          <p:nvPr/>
        </p:nvPicPr>
        <p:blipFill rotWithShape="1">
          <a:blip r:embed="rId4"/>
          <a:srcRect l="8494" t="34442" r="10895" b="33668"/>
          <a:stretch/>
        </p:blipFill>
        <p:spPr>
          <a:xfrm>
            <a:off x="197471" y="288949"/>
            <a:ext cx="3648928" cy="1082649"/>
          </a:xfrm>
          <a:prstGeom prst="rect">
            <a:avLst/>
          </a:prstGeom>
        </p:spPr>
      </p:pic>
    </p:spTree>
    <p:extLst>
      <p:ext uri="{BB962C8B-B14F-4D97-AF65-F5344CB8AC3E}">
        <p14:creationId xmlns:p14="http://schemas.microsoft.com/office/powerpoint/2010/main" val="3246455701"/>
      </p:ext>
    </p:extLst>
  </p:cSld>
  <p:clrMapOvr>
    <a:masterClrMapping/>
  </p:clrMapOvr>
  <mc:AlternateContent xmlns:mc="http://schemas.openxmlformats.org/markup-compatibility/2006" xmlns:p14="http://schemas.microsoft.com/office/powerpoint/2010/main">
    <mc:Choice Requires="p14">
      <p:transition p14:dur="0" advTm="724"/>
    </mc:Choice>
    <mc:Fallback xmlns="">
      <p:transition advTm="724"/>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kern="1200" dirty="0">
                <a:solidFill>
                  <a:srgbClr val="890000"/>
                </a:solidFill>
                <a:latin typeface="Avenir Book" panose="02000503020000020003" pitchFamily="2" charset="0"/>
                <a:ea typeface="+mn-ea"/>
                <a:cs typeface="+mn-cs"/>
              </a:rPr>
              <a:t>Action Segmentation</a:t>
            </a:r>
            <a:endParaRPr lang="zh-CN" altLang="en-US" sz="2800" kern="1200" dirty="0">
              <a:solidFill>
                <a:srgbClr val="890000"/>
              </a:solidFill>
              <a:latin typeface="Avenir Book" panose="02000503020000020003" pitchFamily="2" charset="0"/>
              <a:ea typeface="+mn-ea"/>
              <a:cs typeface="+mn-cs"/>
            </a:endParaRPr>
          </a:p>
        </p:txBody>
      </p:sp>
      <p:pic>
        <p:nvPicPr>
          <p:cNvPr id="9" name="图片 8">
            <a:extLst>
              <a:ext uri="{FF2B5EF4-FFF2-40B4-BE49-F238E27FC236}">
                <a16:creationId xmlns:a16="http://schemas.microsoft.com/office/drawing/2014/main" id="{458A7C91-6A3C-44C3-B697-D096A15A7888}"/>
              </a:ext>
            </a:extLst>
          </p:cNvPr>
          <p:cNvPicPr>
            <a:picLocks/>
          </p:cNvPicPr>
          <p:nvPr/>
        </p:nvPicPr>
        <p:blipFill>
          <a:blip r:embed="rId3"/>
          <a:stretch>
            <a:fillRect/>
          </a:stretch>
        </p:blipFill>
        <p:spPr>
          <a:xfrm>
            <a:off x="992372" y="2332070"/>
            <a:ext cx="2880000" cy="720000"/>
          </a:xfrm>
          <a:prstGeom prst="rect">
            <a:avLst/>
          </a:prstGeom>
        </p:spPr>
      </p:pic>
      <p:pic>
        <p:nvPicPr>
          <p:cNvPr id="11" name="图片 10">
            <a:extLst>
              <a:ext uri="{FF2B5EF4-FFF2-40B4-BE49-F238E27FC236}">
                <a16:creationId xmlns:a16="http://schemas.microsoft.com/office/drawing/2014/main" id="{4CD1C80A-1102-41C9-B01A-7F1A733D3785}"/>
              </a:ext>
            </a:extLst>
          </p:cNvPr>
          <p:cNvPicPr>
            <a:picLocks/>
          </p:cNvPicPr>
          <p:nvPr/>
        </p:nvPicPr>
        <p:blipFill>
          <a:blip r:embed="rId4"/>
          <a:stretch>
            <a:fillRect/>
          </a:stretch>
        </p:blipFill>
        <p:spPr>
          <a:xfrm>
            <a:off x="5057783" y="2317748"/>
            <a:ext cx="2880000" cy="720000"/>
          </a:xfrm>
          <a:prstGeom prst="rect">
            <a:avLst/>
          </a:prstGeom>
        </p:spPr>
      </p:pic>
      <p:sp>
        <p:nvSpPr>
          <p:cNvPr id="12" name="文本框 11">
            <a:extLst>
              <a:ext uri="{FF2B5EF4-FFF2-40B4-BE49-F238E27FC236}">
                <a16:creationId xmlns:a16="http://schemas.microsoft.com/office/drawing/2014/main" id="{4F41FD66-81F1-4A40-A95F-BC197A6FF4BE}"/>
              </a:ext>
            </a:extLst>
          </p:cNvPr>
          <p:cNvSpPr txBox="1"/>
          <p:nvPr/>
        </p:nvSpPr>
        <p:spPr>
          <a:xfrm>
            <a:off x="4231758" y="2452574"/>
            <a:ext cx="415498" cy="369332"/>
          </a:xfrm>
          <a:prstGeom prst="rect">
            <a:avLst/>
          </a:prstGeom>
          <a:noFill/>
        </p:spPr>
        <p:txBody>
          <a:bodyPr wrap="none" rtlCol="0">
            <a:spAutoFit/>
          </a:bodyPr>
          <a:lstStyle/>
          <a:p>
            <a:r>
              <a:rPr lang="en-US" altLang="zh-CN" dirty="0"/>
              <a:t>…</a:t>
            </a:r>
          </a:p>
        </p:txBody>
      </p:sp>
      <p:pic>
        <p:nvPicPr>
          <p:cNvPr id="14" name="图片 13">
            <a:extLst>
              <a:ext uri="{FF2B5EF4-FFF2-40B4-BE49-F238E27FC236}">
                <a16:creationId xmlns:a16="http://schemas.microsoft.com/office/drawing/2014/main" id="{D67EE685-048D-4744-A686-511534F618F2}"/>
              </a:ext>
            </a:extLst>
          </p:cNvPr>
          <p:cNvPicPr>
            <a:picLocks noChangeAspect="1"/>
          </p:cNvPicPr>
          <p:nvPr/>
        </p:nvPicPr>
        <p:blipFill>
          <a:blip r:embed="rId5"/>
          <a:stretch>
            <a:fillRect/>
          </a:stretch>
        </p:blipFill>
        <p:spPr>
          <a:xfrm>
            <a:off x="992372" y="4725333"/>
            <a:ext cx="6960781" cy="611243"/>
          </a:xfrm>
          <a:prstGeom prst="rect">
            <a:avLst/>
          </a:prstGeom>
        </p:spPr>
      </p:pic>
      <p:sp>
        <p:nvSpPr>
          <p:cNvPr id="19" name="文本框 18">
            <a:extLst>
              <a:ext uri="{FF2B5EF4-FFF2-40B4-BE49-F238E27FC236}">
                <a16:creationId xmlns:a16="http://schemas.microsoft.com/office/drawing/2014/main" id="{726E99C8-EA70-48FA-A6C1-EB1583E4E1DA}"/>
              </a:ext>
            </a:extLst>
          </p:cNvPr>
          <p:cNvSpPr txBox="1"/>
          <p:nvPr/>
        </p:nvSpPr>
        <p:spPr>
          <a:xfrm>
            <a:off x="489098" y="1821713"/>
            <a:ext cx="2674130" cy="461665"/>
          </a:xfrm>
          <a:prstGeom prst="rect">
            <a:avLst/>
          </a:prstGeom>
          <a:noFill/>
        </p:spPr>
        <p:txBody>
          <a:bodyPr wrap="none" rtlCol="0">
            <a:spAutoFit/>
          </a:bodyPr>
          <a:lstStyle/>
          <a:p>
            <a:r>
              <a:rPr lang="en-US" altLang="zh-CN" sz="2400" b="1" dirty="0">
                <a:solidFill>
                  <a:srgbClr val="990000"/>
                </a:solidFill>
                <a:latin typeface="+mj-lt"/>
              </a:rPr>
              <a:t>Input: </a:t>
            </a:r>
            <a:r>
              <a:rPr lang="en-US" altLang="zh-CN" sz="2400" dirty="0">
                <a:solidFill>
                  <a:srgbClr val="990000"/>
                </a:solidFill>
                <a:latin typeface="+mj-lt"/>
              </a:rPr>
              <a:t>Long video</a:t>
            </a:r>
            <a:endParaRPr lang="zh-CN" altLang="en-US" sz="2400" dirty="0">
              <a:solidFill>
                <a:srgbClr val="990000"/>
              </a:solidFill>
              <a:latin typeface="+mj-lt"/>
            </a:endParaRPr>
          </a:p>
        </p:txBody>
      </p:sp>
      <p:sp>
        <p:nvSpPr>
          <p:cNvPr id="20" name="文本框 19">
            <a:extLst>
              <a:ext uri="{FF2B5EF4-FFF2-40B4-BE49-F238E27FC236}">
                <a16:creationId xmlns:a16="http://schemas.microsoft.com/office/drawing/2014/main" id="{0F5C9658-1F86-4331-A8D3-FA25E8E0B0FE}"/>
              </a:ext>
            </a:extLst>
          </p:cNvPr>
          <p:cNvSpPr txBox="1"/>
          <p:nvPr/>
        </p:nvSpPr>
        <p:spPr>
          <a:xfrm>
            <a:off x="513908" y="4228206"/>
            <a:ext cx="4958409" cy="461665"/>
          </a:xfrm>
          <a:prstGeom prst="rect">
            <a:avLst/>
          </a:prstGeom>
          <a:noFill/>
        </p:spPr>
        <p:txBody>
          <a:bodyPr wrap="none" rtlCol="0">
            <a:spAutoFit/>
          </a:bodyPr>
          <a:lstStyle/>
          <a:p>
            <a:r>
              <a:rPr lang="en-US" altLang="zh-CN" sz="2400" b="1" dirty="0">
                <a:solidFill>
                  <a:srgbClr val="990000"/>
                </a:solidFill>
                <a:latin typeface="+mj-lt"/>
              </a:rPr>
              <a:t>Output: </a:t>
            </a:r>
            <a:r>
              <a:rPr lang="en-US" altLang="zh-CN" sz="2400" dirty="0">
                <a:solidFill>
                  <a:srgbClr val="990000"/>
                </a:solidFill>
                <a:latin typeface="+mj-lt"/>
              </a:rPr>
              <a:t>action label for each frame</a:t>
            </a:r>
            <a:endParaRPr lang="zh-CN" altLang="en-US" sz="2400" dirty="0">
              <a:solidFill>
                <a:srgbClr val="990000"/>
              </a:solidFill>
              <a:latin typeface="+mj-lt"/>
            </a:endParaRPr>
          </a:p>
        </p:txBody>
      </p:sp>
      <p:sp>
        <p:nvSpPr>
          <p:cNvPr id="21" name="右箭头 7">
            <a:extLst>
              <a:ext uri="{FF2B5EF4-FFF2-40B4-BE49-F238E27FC236}">
                <a16:creationId xmlns:a16="http://schemas.microsoft.com/office/drawing/2014/main" id="{374B7953-69FD-4270-A451-48A61E6F5FA7}"/>
              </a:ext>
            </a:extLst>
          </p:cNvPr>
          <p:cNvSpPr/>
          <p:nvPr/>
        </p:nvSpPr>
        <p:spPr>
          <a:xfrm rot="5400000">
            <a:off x="4183818" y="3407929"/>
            <a:ext cx="657521" cy="339945"/>
          </a:xfrm>
          <a:prstGeom prst="rightArrow">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137162663"/>
      </p:ext>
    </p:extLst>
  </p:cSld>
  <p:clrMapOvr>
    <a:masterClrMapping/>
  </p:clrMapOvr>
  <mc:AlternateContent xmlns:mc="http://schemas.openxmlformats.org/markup-compatibility/2006" xmlns:p14="http://schemas.microsoft.com/office/powerpoint/2010/main">
    <mc:Choice Requires="p14">
      <p:transition p14:dur="0" advTm="7194"/>
    </mc:Choice>
    <mc:Fallback xmlns="">
      <p:transition advTm="7194"/>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kern="1200" dirty="0">
                <a:solidFill>
                  <a:srgbClr val="890000"/>
                </a:solidFill>
                <a:latin typeface="Avenir Book" panose="02000503020000020003" pitchFamily="2" charset="0"/>
                <a:ea typeface="+mn-ea"/>
                <a:cs typeface="+mn-cs"/>
              </a:rPr>
              <a:t>Motivation</a:t>
            </a:r>
            <a:endParaRPr lang="zh-CN" altLang="en-US" sz="2800" kern="1200" dirty="0">
              <a:solidFill>
                <a:srgbClr val="890000"/>
              </a:solidFill>
              <a:latin typeface="Avenir Book" panose="02000503020000020003" pitchFamily="2" charset="0"/>
              <a:ea typeface="+mn-ea"/>
              <a:cs typeface="+mn-cs"/>
            </a:endParaRPr>
          </a:p>
        </p:txBody>
      </p:sp>
      <p:sp>
        <p:nvSpPr>
          <p:cNvPr id="13" name="文本框 12">
            <a:extLst>
              <a:ext uri="{FF2B5EF4-FFF2-40B4-BE49-F238E27FC236}">
                <a16:creationId xmlns:a16="http://schemas.microsoft.com/office/drawing/2014/main" id="{4ECD522B-9FD0-4F01-BE4E-274408EEE089}"/>
              </a:ext>
            </a:extLst>
          </p:cNvPr>
          <p:cNvSpPr txBox="1"/>
          <p:nvPr/>
        </p:nvSpPr>
        <p:spPr>
          <a:xfrm>
            <a:off x="518886" y="1737248"/>
            <a:ext cx="8472714" cy="646331"/>
          </a:xfrm>
          <a:prstGeom prst="rect">
            <a:avLst/>
          </a:prstGeom>
          <a:noFill/>
        </p:spPr>
        <p:txBody>
          <a:bodyPr wrap="square">
            <a:spAutoFit/>
          </a:bodyPr>
          <a:lstStyle/>
          <a:p>
            <a:r>
              <a:rPr lang="en-US" altLang="zh-CN" sz="1800" b="1" dirty="0">
                <a:latin typeface="+mj-lt"/>
              </a:rPr>
              <a:t>The strong ability of Transformer-based models in modeling relations among elements</a:t>
            </a:r>
          </a:p>
        </p:txBody>
      </p:sp>
    </p:spTree>
    <p:extLst>
      <p:ext uri="{BB962C8B-B14F-4D97-AF65-F5344CB8AC3E}">
        <p14:creationId xmlns:p14="http://schemas.microsoft.com/office/powerpoint/2010/main" val="2335339278"/>
      </p:ext>
    </p:extLst>
  </p:cSld>
  <p:clrMapOvr>
    <a:masterClrMapping/>
  </p:clrMapOvr>
  <mc:AlternateContent xmlns:mc="http://schemas.openxmlformats.org/markup-compatibility/2006" xmlns:p14="http://schemas.microsoft.com/office/powerpoint/2010/main">
    <mc:Choice Requires="p14">
      <p:transition p14:dur="0" advTm="7194"/>
    </mc:Choice>
    <mc:Fallback xmlns="">
      <p:transition advTm="7194"/>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kern="1200" dirty="0">
                <a:solidFill>
                  <a:srgbClr val="890000"/>
                </a:solidFill>
                <a:latin typeface="Avenir Book" panose="02000503020000020003" pitchFamily="2" charset="0"/>
                <a:ea typeface="+mn-ea"/>
                <a:cs typeface="+mn-cs"/>
              </a:rPr>
              <a:t>Motivation</a:t>
            </a:r>
            <a:endParaRPr lang="zh-CN" altLang="en-US" sz="2800" kern="1200" dirty="0">
              <a:solidFill>
                <a:srgbClr val="890000"/>
              </a:solidFill>
              <a:latin typeface="Avenir Book" panose="02000503020000020003" pitchFamily="2" charset="0"/>
              <a:ea typeface="+mn-ea"/>
              <a:cs typeface="+mn-cs"/>
            </a:endParaRPr>
          </a:p>
        </p:txBody>
      </p:sp>
      <p:sp>
        <p:nvSpPr>
          <p:cNvPr id="19" name="文本框 18">
            <a:extLst>
              <a:ext uri="{FF2B5EF4-FFF2-40B4-BE49-F238E27FC236}">
                <a16:creationId xmlns:a16="http://schemas.microsoft.com/office/drawing/2014/main" id="{726E99C8-EA70-48FA-A6C1-EB1583E4E1DA}"/>
              </a:ext>
            </a:extLst>
          </p:cNvPr>
          <p:cNvSpPr txBox="1"/>
          <p:nvPr/>
        </p:nvSpPr>
        <p:spPr>
          <a:xfrm>
            <a:off x="670642" y="1277596"/>
            <a:ext cx="8168557" cy="3600986"/>
          </a:xfrm>
          <a:prstGeom prst="rect">
            <a:avLst/>
          </a:prstGeom>
          <a:noFill/>
        </p:spPr>
        <p:txBody>
          <a:bodyPr wrap="square" rtlCol="0">
            <a:spAutoFit/>
          </a:bodyPr>
          <a:lstStyle/>
          <a:p>
            <a:endParaRPr lang="en-US" altLang="zh-CN" sz="1600" b="1" dirty="0">
              <a:latin typeface="+mj-lt"/>
            </a:endParaRPr>
          </a:p>
          <a:p>
            <a:r>
              <a:rPr lang="en-US" altLang="zh-CN" dirty="0">
                <a:solidFill>
                  <a:srgbClr val="000000"/>
                </a:solidFill>
                <a:latin typeface="NimbusRomNo9L-Regu"/>
              </a:rPr>
              <a:t>Three challenges for Transformer to</a:t>
            </a:r>
            <a:r>
              <a:rPr lang="en-US" altLang="zh-CN" sz="1800" i="0" dirty="0">
                <a:solidFill>
                  <a:srgbClr val="000000"/>
                </a:solidFill>
                <a:effectLst/>
                <a:latin typeface="NimbusRomNo9L-Regu"/>
              </a:rPr>
              <a:t> solve the action segmentation task</a:t>
            </a:r>
            <a:br>
              <a:rPr lang="en-US" altLang="zh-CN" sz="1800" i="0" dirty="0">
                <a:solidFill>
                  <a:srgbClr val="000000"/>
                </a:solidFill>
                <a:effectLst/>
                <a:latin typeface="NimbusRomNo9L-Regu"/>
              </a:rPr>
            </a:br>
            <a:endParaRPr lang="en-US" altLang="zh-CN" sz="1600" b="1" dirty="0">
              <a:latin typeface="+mj-lt"/>
            </a:endParaRPr>
          </a:p>
          <a:p>
            <a:pPr marL="285750" indent="-285750">
              <a:buFont typeface="Arial" panose="020B0604020202020204" pitchFamily="34" charset="0"/>
              <a:buChar char="•"/>
            </a:pPr>
            <a:r>
              <a:rPr lang="en-US" altLang="zh-CN" sz="1600" b="1" dirty="0">
                <a:solidFill>
                  <a:schemeClr val="accent2"/>
                </a:solidFill>
                <a:latin typeface="+mj-lt"/>
              </a:rPr>
              <a:t>Small training sets</a:t>
            </a:r>
          </a:p>
          <a:p>
            <a:endParaRPr lang="en-US" altLang="zh-CN" sz="1600" b="1" dirty="0">
              <a:latin typeface="+mj-lt"/>
            </a:endParaRPr>
          </a:p>
          <a:p>
            <a:endParaRPr lang="en-US" altLang="zh-CN" sz="1600" b="1" dirty="0">
              <a:latin typeface="+mj-lt"/>
            </a:endParaRPr>
          </a:p>
          <a:p>
            <a:endParaRPr lang="en-US" altLang="zh-CN" sz="1600" b="1" dirty="0">
              <a:latin typeface="+mj-lt"/>
            </a:endParaRPr>
          </a:p>
          <a:p>
            <a:pPr marL="285750" indent="-285750">
              <a:buFont typeface="Arial" panose="020B0604020202020204" pitchFamily="34" charset="0"/>
              <a:buChar char="•"/>
            </a:pPr>
            <a:r>
              <a:rPr lang="en-US" altLang="zh-CN" sz="1600" b="1" dirty="0">
                <a:solidFill>
                  <a:schemeClr val="accent2"/>
                </a:solidFill>
                <a:latin typeface="+mj-lt"/>
              </a:rPr>
              <a:t>Long image sequence</a:t>
            </a:r>
          </a:p>
          <a:p>
            <a:r>
              <a:rPr lang="en-US" altLang="zh-CN" sz="1600" b="1" dirty="0">
                <a:solidFill>
                  <a:schemeClr val="accent2"/>
                </a:solidFill>
                <a:latin typeface="+mj-lt"/>
              </a:rPr>
              <a:t>     </a:t>
            </a:r>
            <a:endParaRPr lang="en-US" altLang="zh-CN" sz="1600" b="1" dirty="0">
              <a:latin typeface="+mj-lt"/>
            </a:endParaRPr>
          </a:p>
          <a:p>
            <a:endParaRPr lang="en-US" altLang="zh-CN" sz="1600" b="1" dirty="0">
              <a:latin typeface="+mj-lt"/>
            </a:endParaRPr>
          </a:p>
          <a:p>
            <a:endParaRPr lang="en-US" altLang="zh-CN" sz="1600" b="1" dirty="0">
              <a:latin typeface="+mj-lt"/>
            </a:endParaRPr>
          </a:p>
          <a:p>
            <a:pPr marL="285750" indent="-285750">
              <a:buFont typeface="Arial" panose="020B0604020202020204" pitchFamily="34" charset="0"/>
              <a:buChar char="•"/>
            </a:pPr>
            <a:r>
              <a:rPr lang="en-US" altLang="zh-CN" sz="1600" b="1" dirty="0">
                <a:solidFill>
                  <a:schemeClr val="accent2"/>
                </a:solidFill>
                <a:latin typeface="+mj-lt"/>
              </a:rPr>
              <a:t>The refinement demand</a:t>
            </a: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endParaRPr lang="en-US" altLang="zh-CN" sz="1200" dirty="0">
              <a:latin typeface="+mj-lt"/>
            </a:endParaRPr>
          </a:p>
          <a:p>
            <a:pPr marL="285750" indent="-285750">
              <a:buFont typeface="Arial" panose="020B0604020202020204" pitchFamily="34" charset="0"/>
              <a:buChar char="•"/>
            </a:pPr>
            <a:endParaRPr lang="zh-CN" altLang="en-US" sz="1600" dirty="0">
              <a:latin typeface="+mj-lt"/>
            </a:endParaRPr>
          </a:p>
        </p:txBody>
      </p:sp>
      <p:sp>
        <p:nvSpPr>
          <p:cNvPr id="2" name="箭头: 右 1">
            <a:extLst>
              <a:ext uri="{FF2B5EF4-FFF2-40B4-BE49-F238E27FC236}">
                <a16:creationId xmlns:a16="http://schemas.microsoft.com/office/drawing/2014/main" id="{3B628E0D-D785-4112-A3E0-A3F99E937551}"/>
              </a:ext>
            </a:extLst>
          </p:cNvPr>
          <p:cNvSpPr/>
          <p:nvPr/>
        </p:nvSpPr>
        <p:spPr bwMode="auto">
          <a:xfrm>
            <a:off x="4451493" y="2480931"/>
            <a:ext cx="524539" cy="212651"/>
          </a:xfrm>
          <a:prstGeom prst="rightArrow">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9" name="文本框 8">
            <a:extLst>
              <a:ext uri="{FF2B5EF4-FFF2-40B4-BE49-F238E27FC236}">
                <a16:creationId xmlns:a16="http://schemas.microsoft.com/office/drawing/2014/main" id="{D64817E4-3E2E-45B5-BDA1-84282AECD4C8}"/>
              </a:ext>
            </a:extLst>
          </p:cNvPr>
          <p:cNvSpPr txBox="1"/>
          <p:nvPr/>
        </p:nvSpPr>
        <p:spPr>
          <a:xfrm>
            <a:off x="914396" y="2677109"/>
            <a:ext cx="3551274" cy="276999"/>
          </a:xfrm>
          <a:prstGeom prst="rect">
            <a:avLst/>
          </a:prstGeom>
          <a:noFill/>
        </p:spPr>
        <p:txBody>
          <a:bodyPr wrap="square">
            <a:spAutoFit/>
          </a:bodyPr>
          <a:lstStyle/>
          <a:p>
            <a:r>
              <a:rPr lang="en-US" altLang="zh-CN" sz="1200" dirty="0">
                <a:latin typeface="+mj-lt"/>
              </a:rPr>
              <a:t>50, 28 videos in 50Salads and GTEA datasets. </a:t>
            </a:r>
            <a:endParaRPr lang="zh-CN" altLang="en-US" sz="1200" dirty="0"/>
          </a:p>
        </p:txBody>
      </p:sp>
      <p:sp>
        <p:nvSpPr>
          <p:cNvPr id="10" name="文本框 9">
            <a:extLst>
              <a:ext uri="{FF2B5EF4-FFF2-40B4-BE49-F238E27FC236}">
                <a16:creationId xmlns:a16="http://schemas.microsoft.com/office/drawing/2014/main" id="{4789B59F-21B3-4D37-ADAA-1F9D76BDB3EF}"/>
              </a:ext>
            </a:extLst>
          </p:cNvPr>
          <p:cNvSpPr txBox="1"/>
          <p:nvPr/>
        </p:nvSpPr>
        <p:spPr>
          <a:xfrm>
            <a:off x="5163877" y="2345606"/>
            <a:ext cx="3551274" cy="461665"/>
          </a:xfrm>
          <a:prstGeom prst="rect">
            <a:avLst/>
          </a:prstGeom>
          <a:noFill/>
        </p:spPr>
        <p:txBody>
          <a:bodyPr wrap="square">
            <a:spAutoFit/>
          </a:bodyPr>
          <a:lstStyle/>
          <a:p>
            <a:r>
              <a:rPr lang="en-US" altLang="zh-CN" sz="1200" b="1" dirty="0">
                <a:latin typeface="+mj-lt"/>
              </a:rPr>
              <a:t>Not sufficient for training Transformer with free inductive-bias. </a:t>
            </a:r>
            <a:endParaRPr lang="zh-CN" altLang="en-US" sz="1200" dirty="0"/>
          </a:p>
        </p:txBody>
      </p:sp>
      <p:sp>
        <p:nvSpPr>
          <p:cNvPr id="11" name="文本框 10">
            <a:extLst>
              <a:ext uri="{FF2B5EF4-FFF2-40B4-BE49-F238E27FC236}">
                <a16:creationId xmlns:a16="http://schemas.microsoft.com/office/drawing/2014/main" id="{71F04D87-916E-4E58-B153-25F30F802D3B}"/>
              </a:ext>
            </a:extLst>
          </p:cNvPr>
          <p:cNvSpPr txBox="1"/>
          <p:nvPr/>
        </p:nvSpPr>
        <p:spPr>
          <a:xfrm>
            <a:off x="900225" y="3574933"/>
            <a:ext cx="3551274" cy="276999"/>
          </a:xfrm>
          <a:prstGeom prst="rect">
            <a:avLst/>
          </a:prstGeom>
          <a:noFill/>
        </p:spPr>
        <p:txBody>
          <a:bodyPr wrap="square">
            <a:spAutoFit/>
          </a:bodyPr>
          <a:lstStyle/>
          <a:p>
            <a:r>
              <a:rPr lang="en-US" altLang="zh-CN" sz="1200" dirty="0">
                <a:latin typeface="+mj-lt"/>
              </a:rPr>
              <a:t>The videos last from 1 to 6 minutes.</a:t>
            </a:r>
            <a:endParaRPr lang="zh-CN" altLang="en-US" sz="1200" dirty="0">
              <a:latin typeface="+mj-lt"/>
            </a:endParaRPr>
          </a:p>
        </p:txBody>
      </p:sp>
      <p:sp>
        <p:nvSpPr>
          <p:cNvPr id="12" name="箭头: 右 11">
            <a:extLst>
              <a:ext uri="{FF2B5EF4-FFF2-40B4-BE49-F238E27FC236}">
                <a16:creationId xmlns:a16="http://schemas.microsoft.com/office/drawing/2014/main" id="{B1FB0806-E684-4FEB-844D-6776F2310523}"/>
              </a:ext>
            </a:extLst>
          </p:cNvPr>
          <p:cNvSpPr/>
          <p:nvPr/>
        </p:nvSpPr>
        <p:spPr bwMode="auto">
          <a:xfrm>
            <a:off x="4440861" y="3441406"/>
            <a:ext cx="524539" cy="212651"/>
          </a:xfrm>
          <a:prstGeom prst="rightArrow">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4" name="文本框 13">
            <a:extLst>
              <a:ext uri="{FF2B5EF4-FFF2-40B4-BE49-F238E27FC236}">
                <a16:creationId xmlns:a16="http://schemas.microsoft.com/office/drawing/2014/main" id="{5FF57F8F-1E8A-4142-81AF-038D57C92C15}"/>
              </a:ext>
            </a:extLst>
          </p:cNvPr>
          <p:cNvSpPr txBox="1"/>
          <p:nvPr/>
        </p:nvSpPr>
        <p:spPr>
          <a:xfrm>
            <a:off x="5146156" y="3313169"/>
            <a:ext cx="3551274" cy="461665"/>
          </a:xfrm>
          <a:prstGeom prst="rect">
            <a:avLst/>
          </a:prstGeom>
          <a:noFill/>
        </p:spPr>
        <p:txBody>
          <a:bodyPr wrap="square">
            <a:spAutoFit/>
          </a:bodyPr>
          <a:lstStyle/>
          <a:p>
            <a:r>
              <a:rPr lang="en-US" altLang="zh-CN" sz="1200" b="1" dirty="0">
                <a:latin typeface="+mj-lt"/>
              </a:rPr>
              <a:t>Unstable training process with slow convergence speed.</a:t>
            </a:r>
            <a:endParaRPr lang="zh-CN" altLang="en-US" sz="1200" dirty="0"/>
          </a:p>
        </p:txBody>
      </p:sp>
      <p:sp>
        <p:nvSpPr>
          <p:cNvPr id="15" name="文本框 14">
            <a:extLst>
              <a:ext uri="{FF2B5EF4-FFF2-40B4-BE49-F238E27FC236}">
                <a16:creationId xmlns:a16="http://schemas.microsoft.com/office/drawing/2014/main" id="{3B3D3504-CF92-4FD4-A156-2DC39CC0274B}"/>
              </a:ext>
            </a:extLst>
          </p:cNvPr>
          <p:cNvSpPr txBox="1"/>
          <p:nvPr/>
        </p:nvSpPr>
        <p:spPr>
          <a:xfrm>
            <a:off x="900225" y="4628707"/>
            <a:ext cx="3551274" cy="461665"/>
          </a:xfrm>
          <a:prstGeom prst="rect">
            <a:avLst/>
          </a:prstGeom>
          <a:noFill/>
        </p:spPr>
        <p:txBody>
          <a:bodyPr wrap="square">
            <a:spAutoFit/>
          </a:bodyPr>
          <a:lstStyle/>
          <a:p>
            <a:r>
              <a:rPr lang="en-US" altLang="zh-CN" sz="1200" dirty="0">
                <a:latin typeface="+mj-lt"/>
              </a:rPr>
              <a:t>Related works usually apply an additional model to refine the initial predictions.</a:t>
            </a:r>
            <a:endParaRPr lang="zh-CN" altLang="en-US" sz="1200" dirty="0">
              <a:latin typeface="+mj-lt"/>
            </a:endParaRPr>
          </a:p>
        </p:txBody>
      </p:sp>
      <p:sp>
        <p:nvSpPr>
          <p:cNvPr id="16" name="箭头: 右 15">
            <a:extLst>
              <a:ext uri="{FF2B5EF4-FFF2-40B4-BE49-F238E27FC236}">
                <a16:creationId xmlns:a16="http://schemas.microsoft.com/office/drawing/2014/main" id="{A2EA6E14-E379-40AC-B37F-4AC1F005DA21}"/>
              </a:ext>
            </a:extLst>
          </p:cNvPr>
          <p:cNvSpPr/>
          <p:nvPr/>
        </p:nvSpPr>
        <p:spPr bwMode="auto">
          <a:xfrm>
            <a:off x="4465670" y="4522382"/>
            <a:ext cx="524539" cy="212651"/>
          </a:xfrm>
          <a:prstGeom prst="rightArrow">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17" name="文本框 16">
            <a:extLst>
              <a:ext uri="{FF2B5EF4-FFF2-40B4-BE49-F238E27FC236}">
                <a16:creationId xmlns:a16="http://schemas.microsoft.com/office/drawing/2014/main" id="{7C2B651C-56CD-4931-8CB1-531D65051DFB}"/>
              </a:ext>
            </a:extLst>
          </p:cNvPr>
          <p:cNvSpPr txBox="1"/>
          <p:nvPr/>
        </p:nvSpPr>
        <p:spPr>
          <a:xfrm>
            <a:off x="5135524" y="4408322"/>
            <a:ext cx="3551274" cy="461665"/>
          </a:xfrm>
          <a:prstGeom prst="rect">
            <a:avLst/>
          </a:prstGeom>
          <a:noFill/>
        </p:spPr>
        <p:txBody>
          <a:bodyPr wrap="square">
            <a:spAutoFit/>
          </a:bodyPr>
          <a:lstStyle/>
          <a:p>
            <a:r>
              <a:rPr lang="en-US" altLang="zh-CN" sz="1200" b="1" dirty="0">
                <a:latin typeface="+mj-lt"/>
              </a:rPr>
              <a:t>The decoder structure is not designed for such usage.</a:t>
            </a:r>
            <a:endParaRPr lang="zh-CN" altLang="en-US" sz="1200" dirty="0"/>
          </a:p>
        </p:txBody>
      </p:sp>
    </p:spTree>
    <p:extLst>
      <p:ext uri="{BB962C8B-B14F-4D97-AF65-F5344CB8AC3E}">
        <p14:creationId xmlns:p14="http://schemas.microsoft.com/office/powerpoint/2010/main" val="3876669785"/>
      </p:ext>
    </p:extLst>
  </p:cSld>
  <p:clrMapOvr>
    <a:masterClrMapping/>
  </p:clrMapOvr>
  <mc:AlternateContent xmlns:mc="http://schemas.openxmlformats.org/markup-compatibility/2006" xmlns:p14="http://schemas.microsoft.com/office/powerpoint/2010/main">
    <mc:Choice Requires="p14">
      <p:transition p14:dur="0" advTm="7194"/>
    </mc:Choice>
    <mc:Fallback xmlns="">
      <p:transition advTm="7194"/>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574674" y="304800"/>
            <a:ext cx="8378825" cy="676275"/>
          </a:xfrm>
        </p:spPr>
        <p:txBody>
          <a:bodyPr/>
          <a:lstStyle/>
          <a:p>
            <a:r>
              <a:rPr lang="en-US" altLang="zh-CN" sz="2800" kern="1200" dirty="0" err="1">
                <a:solidFill>
                  <a:srgbClr val="890000"/>
                </a:solidFill>
                <a:latin typeface="Avenir Book" panose="02000503020000020003" pitchFamily="2" charset="0"/>
                <a:ea typeface="+mn-ea"/>
                <a:cs typeface="+mn-cs"/>
              </a:rPr>
              <a:t>ASFormer</a:t>
            </a:r>
            <a:r>
              <a:rPr lang="en-US" altLang="zh-CN" sz="2800" kern="1200" dirty="0">
                <a:solidFill>
                  <a:srgbClr val="890000"/>
                </a:solidFill>
                <a:latin typeface="Avenir Book" panose="02000503020000020003" pitchFamily="2" charset="0"/>
                <a:ea typeface="+mn-ea"/>
                <a:cs typeface="+mn-cs"/>
              </a:rPr>
              <a:t>: Transformer for </a:t>
            </a:r>
            <a:r>
              <a:rPr lang="en-US" altLang="zh-CN" sz="2800" kern="1200" dirty="0" smtClean="0">
                <a:solidFill>
                  <a:srgbClr val="890000"/>
                </a:solidFill>
                <a:latin typeface="Avenir Book" panose="02000503020000020003" pitchFamily="2" charset="0"/>
                <a:ea typeface="+mn-ea"/>
                <a:cs typeface="+mn-cs"/>
              </a:rPr>
              <a:t>Action Segmentation</a:t>
            </a:r>
            <a:endParaRPr lang="zh-CN" altLang="en-US" sz="2800" kern="1200" dirty="0">
              <a:solidFill>
                <a:srgbClr val="890000"/>
              </a:solidFill>
              <a:latin typeface="Avenir Book" panose="02000503020000020003" pitchFamily="2" charset="0"/>
              <a:ea typeface="+mn-ea"/>
              <a:cs typeface="+mn-cs"/>
            </a:endParaRPr>
          </a:p>
        </p:txBody>
      </p:sp>
      <p:pic>
        <p:nvPicPr>
          <p:cNvPr id="199" name="图片 198">
            <a:extLst>
              <a:ext uri="{FF2B5EF4-FFF2-40B4-BE49-F238E27FC236}">
                <a16:creationId xmlns:a16="http://schemas.microsoft.com/office/drawing/2014/main" id="{49817CC2-3F7F-4703-9477-2927116C3BE7}"/>
              </a:ext>
            </a:extLst>
          </p:cNvPr>
          <p:cNvPicPr>
            <a:picLocks noChangeAspect="1"/>
          </p:cNvPicPr>
          <p:nvPr/>
        </p:nvPicPr>
        <p:blipFill>
          <a:blip r:embed="rId3"/>
          <a:stretch>
            <a:fillRect/>
          </a:stretch>
        </p:blipFill>
        <p:spPr>
          <a:xfrm>
            <a:off x="1552156" y="5248597"/>
            <a:ext cx="1593039" cy="673594"/>
          </a:xfrm>
          <a:prstGeom prst="rect">
            <a:avLst/>
          </a:prstGeom>
        </p:spPr>
      </p:pic>
      <p:cxnSp>
        <p:nvCxnSpPr>
          <p:cNvPr id="201" name="直接箭头连接符 200">
            <a:extLst>
              <a:ext uri="{FF2B5EF4-FFF2-40B4-BE49-F238E27FC236}">
                <a16:creationId xmlns:a16="http://schemas.microsoft.com/office/drawing/2014/main" id="{33AC062E-F710-4E4A-80E6-8820744B75D7}"/>
              </a:ext>
            </a:extLst>
          </p:cNvPr>
          <p:cNvCxnSpPr>
            <a:cxnSpLocks/>
            <a:stCxn id="199" idx="0"/>
          </p:cNvCxnSpPr>
          <p:nvPr/>
        </p:nvCxnSpPr>
        <p:spPr bwMode="auto">
          <a:xfrm flipV="1">
            <a:off x="2348676" y="5038465"/>
            <a:ext cx="0" cy="2101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3" name="矩形: 圆角 202">
            <a:extLst>
              <a:ext uri="{FF2B5EF4-FFF2-40B4-BE49-F238E27FC236}">
                <a16:creationId xmlns:a16="http://schemas.microsoft.com/office/drawing/2014/main" id="{BCD97D1D-13CD-42FC-BE66-4F2D6BB5737D}"/>
              </a:ext>
            </a:extLst>
          </p:cNvPr>
          <p:cNvSpPr/>
          <p:nvPr/>
        </p:nvSpPr>
        <p:spPr bwMode="auto">
          <a:xfrm>
            <a:off x="2011055" y="4747842"/>
            <a:ext cx="645042" cy="248093"/>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204" name="文本框 203">
            <a:extLst>
              <a:ext uri="{FF2B5EF4-FFF2-40B4-BE49-F238E27FC236}">
                <a16:creationId xmlns:a16="http://schemas.microsoft.com/office/drawing/2014/main" id="{4BD6C52B-B831-4A8D-BADF-84A0A70DF021}"/>
              </a:ext>
            </a:extLst>
          </p:cNvPr>
          <p:cNvSpPr txBox="1"/>
          <p:nvPr/>
        </p:nvSpPr>
        <p:spPr>
          <a:xfrm>
            <a:off x="1880628" y="4757587"/>
            <a:ext cx="964020" cy="253916"/>
          </a:xfrm>
          <a:prstGeom prst="rect">
            <a:avLst/>
          </a:prstGeom>
          <a:noFill/>
        </p:spPr>
        <p:txBody>
          <a:bodyPr wrap="square" rtlCol="0">
            <a:spAutoFit/>
          </a:bodyPr>
          <a:lstStyle/>
          <a:p>
            <a:pPr algn="ctr"/>
            <a:r>
              <a:rPr lang="en-US" altLang="zh-CN" sz="1050" dirty="0"/>
              <a:t>I3D</a:t>
            </a:r>
            <a:endParaRPr lang="zh-CN" altLang="en-US" sz="1050" dirty="0"/>
          </a:p>
        </p:txBody>
      </p:sp>
      <p:pic>
        <p:nvPicPr>
          <p:cNvPr id="7" name="图片 6">
            <a:extLst>
              <a:ext uri="{FF2B5EF4-FFF2-40B4-BE49-F238E27FC236}">
                <a16:creationId xmlns:a16="http://schemas.microsoft.com/office/drawing/2014/main" id="{4ED8B129-4356-45D8-B58D-64C448561836}"/>
              </a:ext>
            </a:extLst>
          </p:cNvPr>
          <p:cNvPicPr>
            <a:picLocks noChangeAspect="1"/>
          </p:cNvPicPr>
          <p:nvPr/>
        </p:nvPicPr>
        <p:blipFill>
          <a:blip r:embed="rId4"/>
          <a:stretch>
            <a:fillRect/>
          </a:stretch>
        </p:blipFill>
        <p:spPr>
          <a:xfrm>
            <a:off x="0" y="1632321"/>
            <a:ext cx="9144000" cy="3593357"/>
          </a:xfrm>
          <a:prstGeom prst="rect">
            <a:avLst/>
          </a:prstGeom>
        </p:spPr>
      </p:pic>
    </p:spTree>
    <p:extLst>
      <p:ext uri="{BB962C8B-B14F-4D97-AF65-F5344CB8AC3E}">
        <p14:creationId xmlns:p14="http://schemas.microsoft.com/office/powerpoint/2010/main" val="4270523750"/>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Tm="7194">
        <p159:morph option="byObject"/>
      </p:transition>
    </mc:Choice>
    <mc:Fallback>
      <p:transition spd="slow" advTm="7194">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kern="1200" dirty="0" err="1">
                <a:solidFill>
                  <a:srgbClr val="890000"/>
                </a:solidFill>
                <a:latin typeface="Avenir Book" panose="02000503020000020003" pitchFamily="2" charset="0"/>
                <a:ea typeface="+mn-ea"/>
                <a:cs typeface="+mn-cs"/>
              </a:rPr>
              <a:t>ASFormer</a:t>
            </a:r>
            <a:r>
              <a:rPr lang="en-US" altLang="zh-CN" sz="2800" kern="1200" dirty="0">
                <a:solidFill>
                  <a:srgbClr val="890000"/>
                </a:solidFill>
                <a:latin typeface="Avenir Book" panose="02000503020000020003" pitchFamily="2" charset="0"/>
                <a:ea typeface="+mn-ea"/>
                <a:cs typeface="+mn-cs"/>
              </a:rPr>
              <a:t>: Transformer for Action Segmentation</a:t>
            </a:r>
            <a:endParaRPr lang="zh-CN" altLang="en-US" sz="2800" kern="1200" dirty="0">
              <a:solidFill>
                <a:srgbClr val="890000"/>
              </a:solidFill>
              <a:latin typeface="Avenir Book" panose="02000503020000020003" pitchFamily="2" charset="0"/>
              <a:ea typeface="+mn-ea"/>
              <a:cs typeface="+mn-cs"/>
            </a:endParaRPr>
          </a:p>
        </p:txBody>
      </p:sp>
      <p:pic>
        <p:nvPicPr>
          <p:cNvPr id="199" name="图片 198">
            <a:extLst>
              <a:ext uri="{FF2B5EF4-FFF2-40B4-BE49-F238E27FC236}">
                <a16:creationId xmlns:a16="http://schemas.microsoft.com/office/drawing/2014/main" id="{49817CC2-3F7F-4703-9477-2927116C3BE7}"/>
              </a:ext>
            </a:extLst>
          </p:cNvPr>
          <p:cNvPicPr>
            <a:picLocks noChangeAspect="1"/>
          </p:cNvPicPr>
          <p:nvPr/>
        </p:nvPicPr>
        <p:blipFill>
          <a:blip r:embed="rId3"/>
          <a:stretch>
            <a:fillRect/>
          </a:stretch>
        </p:blipFill>
        <p:spPr>
          <a:xfrm>
            <a:off x="2020968" y="5154980"/>
            <a:ext cx="1593039" cy="673594"/>
          </a:xfrm>
          <a:prstGeom prst="rect">
            <a:avLst/>
          </a:prstGeom>
        </p:spPr>
      </p:pic>
      <p:cxnSp>
        <p:nvCxnSpPr>
          <p:cNvPr id="201" name="直接箭头连接符 200">
            <a:extLst>
              <a:ext uri="{FF2B5EF4-FFF2-40B4-BE49-F238E27FC236}">
                <a16:creationId xmlns:a16="http://schemas.microsoft.com/office/drawing/2014/main" id="{33AC062E-F710-4E4A-80E6-8820744B75D7}"/>
              </a:ext>
            </a:extLst>
          </p:cNvPr>
          <p:cNvCxnSpPr>
            <a:cxnSpLocks/>
            <a:stCxn id="199" idx="0"/>
          </p:cNvCxnSpPr>
          <p:nvPr/>
        </p:nvCxnSpPr>
        <p:spPr bwMode="auto">
          <a:xfrm flipV="1">
            <a:off x="2817488" y="4944848"/>
            <a:ext cx="0" cy="2101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3" name="矩形: 圆角 202">
            <a:extLst>
              <a:ext uri="{FF2B5EF4-FFF2-40B4-BE49-F238E27FC236}">
                <a16:creationId xmlns:a16="http://schemas.microsoft.com/office/drawing/2014/main" id="{BCD97D1D-13CD-42FC-BE66-4F2D6BB5737D}"/>
              </a:ext>
            </a:extLst>
          </p:cNvPr>
          <p:cNvSpPr/>
          <p:nvPr/>
        </p:nvSpPr>
        <p:spPr bwMode="auto">
          <a:xfrm>
            <a:off x="2479867" y="4654225"/>
            <a:ext cx="645042" cy="248093"/>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204" name="文本框 203">
            <a:extLst>
              <a:ext uri="{FF2B5EF4-FFF2-40B4-BE49-F238E27FC236}">
                <a16:creationId xmlns:a16="http://schemas.microsoft.com/office/drawing/2014/main" id="{4BD6C52B-B831-4A8D-BADF-84A0A70DF021}"/>
              </a:ext>
            </a:extLst>
          </p:cNvPr>
          <p:cNvSpPr txBox="1"/>
          <p:nvPr/>
        </p:nvSpPr>
        <p:spPr>
          <a:xfrm>
            <a:off x="2349440" y="4663970"/>
            <a:ext cx="964020" cy="253916"/>
          </a:xfrm>
          <a:prstGeom prst="rect">
            <a:avLst/>
          </a:prstGeom>
          <a:noFill/>
        </p:spPr>
        <p:txBody>
          <a:bodyPr wrap="square" rtlCol="0">
            <a:spAutoFit/>
          </a:bodyPr>
          <a:lstStyle/>
          <a:p>
            <a:pPr algn="ctr"/>
            <a:r>
              <a:rPr lang="en-US" altLang="zh-CN" sz="1050" dirty="0"/>
              <a:t>I3D</a:t>
            </a:r>
            <a:endParaRPr lang="zh-CN" altLang="en-US" sz="1050" dirty="0"/>
          </a:p>
        </p:txBody>
      </p:sp>
      <p:pic>
        <p:nvPicPr>
          <p:cNvPr id="205" name="图片 204">
            <a:extLst>
              <a:ext uri="{FF2B5EF4-FFF2-40B4-BE49-F238E27FC236}">
                <a16:creationId xmlns:a16="http://schemas.microsoft.com/office/drawing/2014/main" id="{BBAAAF33-5F04-490F-9405-64A541A48490}"/>
              </a:ext>
            </a:extLst>
          </p:cNvPr>
          <p:cNvPicPr>
            <a:picLocks noChangeAspect="1"/>
          </p:cNvPicPr>
          <p:nvPr/>
        </p:nvPicPr>
        <p:blipFill>
          <a:blip r:embed="rId4"/>
          <a:stretch>
            <a:fillRect/>
          </a:stretch>
        </p:blipFill>
        <p:spPr>
          <a:xfrm>
            <a:off x="2267691" y="1813560"/>
            <a:ext cx="1111196" cy="2834640"/>
          </a:xfrm>
          <a:prstGeom prst="rect">
            <a:avLst/>
          </a:prstGeom>
        </p:spPr>
      </p:pic>
      <p:pic>
        <p:nvPicPr>
          <p:cNvPr id="206" name="图片 205">
            <a:extLst>
              <a:ext uri="{FF2B5EF4-FFF2-40B4-BE49-F238E27FC236}">
                <a16:creationId xmlns:a16="http://schemas.microsoft.com/office/drawing/2014/main" id="{07B60892-D108-4F19-B8F9-FE64024EBD73}"/>
              </a:ext>
            </a:extLst>
          </p:cNvPr>
          <p:cNvPicPr>
            <a:picLocks noChangeAspect="1"/>
          </p:cNvPicPr>
          <p:nvPr/>
        </p:nvPicPr>
        <p:blipFill>
          <a:blip r:embed="rId5"/>
          <a:stretch>
            <a:fillRect/>
          </a:stretch>
        </p:blipFill>
        <p:spPr>
          <a:xfrm>
            <a:off x="456935" y="1645920"/>
            <a:ext cx="1854152" cy="3101340"/>
          </a:xfrm>
          <a:prstGeom prst="rect">
            <a:avLst/>
          </a:prstGeom>
        </p:spPr>
      </p:pic>
    </p:spTree>
    <p:extLst>
      <p:ext uri="{BB962C8B-B14F-4D97-AF65-F5344CB8AC3E}">
        <p14:creationId xmlns:p14="http://schemas.microsoft.com/office/powerpoint/2010/main" val="3667346829"/>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Tm="7194">
        <p159:morph option="byObject"/>
      </p:transition>
    </mc:Choice>
    <mc:Fallback>
      <p:transition spd="slow" advTm="7194">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kern="1200" dirty="0" err="1">
                <a:solidFill>
                  <a:srgbClr val="890000"/>
                </a:solidFill>
                <a:latin typeface="Avenir Book" panose="02000503020000020003" pitchFamily="2" charset="0"/>
                <a:ea typeface="+mn-ea"/>
                <a:cs typeface="+mn-cs"/>
              </a:rPr>
              <a:t>ASFormer</a:t>
            </a:r>
            <a:r>
              <a:rPr lang="en-US" altLang="zh-CN" sz="2800" kern="1200" dirty="0">
                <a:solidFill>
                  <a:srgbClr val="890000"/>
                </a:solidFill>
                <a:latin typeface="Avenir Book" panose="02000503020000020003" pitchFamily="2" charset="0"/>
                <a:ea typeface="+mn-ea"/>
                <a:cs typeface="+mn-cs"/>
              </a:rPr>
              <a:t>: Transformer for Action Segmentation</a:t>
            </a:r>
            <a:endParaRPr lang="zh-CN" altLang="en-US" sz="2800" kern="1200" dirty="0">
              <a:solidFill>
                <a:srgbClr val="890000"/>
              </a:solidFill>
              <a:latin typeface="Avenir Book" panose="02000503020000020003" pitchFamily="2" charset="0"/>
              <a:ea typeface="+mn-ea"/>
              <a:cs typeface="+mn-cs"/>
            </a:endParaRPr>
          </a:p>
        </p:txBody>
      </p:sp>
      <p:pic>
        <p:nvPicPr>
          <p:cNvPr id="199" name="图片 198">
            <a:extLst>
              <a:ext uri="{FF2B5EF4-FFF2-40B4-BE49-F238E27FC236}">
                <a16:creationId xmlns:a16="http://schemas.microsoft.com/office/drawing/2014/main" id="{49817CC2-3F7F-4703-9477-2927116C3BE7}"/>
              </a:ext>
            </a:extLst>
          </p:cNvPr>
          <p:cNvPicPr>
            <a:picLocks noChangeAspect="1"/>
          </p:cNvPicPr>
          <p:nvPr/>
        </p:nvPicPr>
        <p:blipFill>
          <a:blip r:embed="rId3"/>
          <a:stretch>
            <a:fillRect/>
          </a:stretch>
        </p:blipFill>
        <p:spPr>
          <a:xfrm>
            <a:off x="6638688" y="5154980"/>
            <a:ext cx="1593039" cy="673594"/>
          </a:xfrm>
          <a:prstGeom prst="rect">
            <a:avLst/>
          </a:prstGeom>
        </p:spPr>
      </p:pic>
      <p:cxnSp>
        <p:nvCxnSpPr>
          <p:cNvPr id="201" name="直接箭头连接符 200">
            <a:extLst>
              <a:ext uri="{FF2B5EF4-FFF2-40B4-BE49-F238E27FC236}">
                <a16:creationId xmlns:a16="http://schemas.microsoft.com/office/drawing/2014/main" id="{33AC062E-F710-4E4A-80E6-8820744B75D7}"/>
              </a:ext>
            </a:extLst>
          </p:cNvPr>
          <p:cNvCxnSpPr>
            <a:cxnSpLocks/>
            <a:stCxn id="199" idx="0"/>
          </p:cNvCxnSpPr>
          <p:nvPr/>
        </p:nvCxnSpPr>
        <p:spPr bwMode="auto">
          <a:xfrm flipV="1">
            <a:off x="7435208" y="4944848"/>
            <a:ext cx="0" cy="2101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3" name="矩形: 圆角 202">
            <a:extLst>
              <a:ext uri="{FF2B5EF4-FFF2-40B4-BE49-F238E27FC236}">
                <a16:creationId xmlns:a16="http://schemas.microsoft.com/office/drawing/2014/main" id="{BCD97D1D-13CD-42FC-BE66-4F2D6BB5737D}"/>
              </a:ext>
            </a:extLst>
          </p:cNvPr>
          <p:cNvSpPr/>
          <p:nvPr/>
        </p:nvSpPr>
        <p:spPr bwMode="auto">
          <a:xfrm>
            <a:off x="7097587" y="4654225"/>
            <a:ext cx="645042" cy="248093"/>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204" name="文本框 203">
            <a:extLst>
              <a:ext uri="{FF2B5EF4-FFF2-40B4-BE49-F238E27FC236}">
                <a16:creationId xmlns:a16="http://schemas.microsoft.com/office/drawing/2014/main" id="{4BD6C52B-B831-4A8D-BADF-84A0A70DF021}"/>
              </a:ext>
            </a:extLst>
          </p:cNvPr>
          <p:cNvSpPr txBox="1"/>
          <p:nvPr/>
        </p:nvSpPr>
        <p:spPr>
          <a:xfrm>
            <a:off x="6967160" y="4663970"/>
            <a:ext cx="964020" cy="253916"/>
          </a:xfrm>
          <a:prstGeom prst="rect">
            <a:avLst/>
          </a:prstGeom>
          <a:noFill/>
        </p:spPr>
        <p:txBody>
          <a:bodyPr wrap="square" rtlCol="0">
            <a:spAutoFit/>
          </a:bodyPr>
          <a:lstStyle/>
          <a:p>
            <a:pPr algn="ctr"/>
            <a:r>
              <a:rPr lang="en-US" altLang="zh-CN" sz="1050" dirty="0"/>
              <a:t>I3D</a:t>
            </a:r>
            <a:endParaRPr lang="zh-CN" altLang="en-US" sz="1050" dirty="0"/>
          </a:p>
        </p:txBody>
      </p:sp>
      <p:pic>
        <p:nvPicPr>
          <p:cNvPr id="205" name="图片 204">
            <a:extLst>
              <a:ext uri="{FF2B5EF4-FFF2-40B4-BE49-F238E27FC236}">
                <a16:creationId xmlns:a16="http://schemas.microsoft.com/office/drawing/2014/main" id="{BBAAAF33-5F04-490F-9405-64A541A48490}"/>
              </a:ext>
            </a:extLst>
          </p:cNvPr>
          <p:cNvPicPr>
            <a:picLocks noChangeAspect="1"/>
          </p:cNvPicPr>
          <p:nvPr/>
        </p:nvPicPr>
        <p:blipFill>
          <a:blip r:embed="rId4"/>
          <a:stretch>
            <a:fillRect/>
          </a:stretch>
        </p:blipFill>
        <p:spPr>
          <a:xfrm>
            <a:off x="6885411" y="1813560"/>
            <a:ext cx="1111196" cy="2834640"/>
          </a:xfrm>
          <a:prstGeom prst="rect">
            <a:avLst/>
          </a:prstGeom>
        </p:spPr>
      </p:pic>
      <p:pic>
        <p:nvPicPr>
          <p:cNvPr id="206" name="图片 205">
            <a:extLst>
              <a:ext uri="{FF2B5EF4-FFF2-40B4-BE49-F238E27FC236}">
                <a16:creationId xmlns:a16="http://schemas.microsoft.com/office/drawing/2014/main" id="{07B60892-D108-4F19-B8F9-FE64024EBD73}"/>
              </a:ext>
            </a:extLst>
          </p:cNvPr>
          <p:cNvPicPr>
            <a:picLocks noChangeAspect="1"/>
          </p:cNvPicPr>
          <p:nvPr/>
        </p:nvPicPr>
        <p:blipFill>
          <a:blip r:embed="rId5"/>
          <a:stretch>
            <a:fillRect/>
          </a:stretch>
        </p:blipFill>
        <p:spPr>
          <a:xfrm>
            <a:off x="5074655" y="1645920"/>
            <a:ext cx="1854152" cy="3101340"/>
          </a:xfrm>
          <a:prstGeom prst="rect">
            <a:avLst/>
          </a:prstGeom>
        </p:spPr>
      </p:pic>
      <p:cxnSp>
        <p:nvCxnSpPr>
          <p:cNvPr id="7" name="直接箭头连接符 6">
            <a:extLst>
              <a:ext uri="{FF2B5EF4-FFF2-40B4-BE49-F238E27FC236}">
                <a16:creationId xmlns:a16="http://schemas.microsoft.com/office/drawing/2014/main" id="{302044B2-40C2-43AA-805F-66E35BE68228}"/>
              </a:ext>
            </a:extLst>
          </p:cNvPr>
          <p:cNvCxnSpPr>
            <a:cxnSpLocks/>
          </p:cNvCxnSpPr>
          <p:nvPr/>
        </p:nvCxnSpPr>
        <p:spPr bwMode="auto">
          <a:xfrm flipH="1">
            <a:off x="4297680" y="4335780"/>
            <a:ext cx="101346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8" name="文本框 7">
            <a:extLst>
              <a:ext uri="{FF2B5EF4-FFF2-40B4-BE49-F238E27FC236}">
                <a16:creationId xmlns:a16="http://schemas.microsoft.com/office/drawing/2014/main" id="{8356BA97-663C-4182-9F14-173EF3D52BA2}"/>
              </a:ext>
            </a:extLst>
          </p:cNvPr>
          <p:cNvSpPr txBox="1"/>
          <p:nvPr/>
        </p:nvSpPr>
        <p:spPr>
          <a:xfrm>
            <a:off x="838200" y="4023360"/>
            <a:ext cx="2971800" cy="1477328"/>
          </a:xfrm>
          <a:prstGeom prst="rect">
            <a:avLst/>
          </a:prstGeom>
          <a:noFill/>
        </p:spPr>
        <p:txBody>
          <a:bodyPr wrap="square" rtlCol="0">
            <a:spAutoFit/>
          </a:bodyPr>
          <a:lstStyle/>
          <a:p>
            <a:r>
              <a:rPr lang="en-US" altLang="zh-CN" b="1" dirty="0">
                <a:solidFill>
                  <a:srgbClr val="000000"/>
                </a:solidFill>
                <a:latin typeface="NimbusRomNo9L-Medi"/>
              </a:rPr>
              <a:t>Bring in </a:t>
            </a:r>
            <a:r>
              <a:rPr lang="en-US" altLang="zh-CN" sz="1800" b="1" i="0" dirty="0">
                <a:solidFill>
                  <a:srgbClr val="000000"/>
                </a:solidFill>
                <a:effectLst/>
                <a:latin typeface="NimbusRomNo9L-Medi"/>
              </a:rPr>
              <a:t>local connectivity inductive bias for continuous action</a:t>
            </a:r>
            <a:r>
              <a:rPr lang="en-US" altLang="zh-CN" sz="1800" i="0" dirty="0">
                <a:solidFill>
                  <a:srgbClr val="000000"/>
                </a:solidFill>
                <a:effectLst/>
                <a:latin typeface="NimbusRomNo9L-Medi"/>
              </a:rPr>
              <a:t/>
            </a:r>
            <a:br>
              <a:rPr lang="en-US" altLang="zh-CN" sz="1800" i="0" dirty="0">
                <a:solidFill>
                  <a:srgbClr val="000000"/>
                </a:solidFill>
                <a:effectLst/>
                <a:latin typeface="NimbusRomNo9L-Medi"/>
              </a:rPr>
            </a:br>
            <a:r>
              <a:rPr lang="en-US" altLang="zh-CN" sz="1800" i="0" dirty="0">
                <a:solidFill>
                  <a:srgbClr val="000000"/>
                </a:solidFill>
                <a:effectLst/>
                <a:latin typeface="NimbusRomNo9L-Medi"/>
              </a:rPr>
              <a:t/>
            </a:r>
            <a:br>
              <a:rPr lang="en-US" altLang="zh-CN" sz="1800" i="0" dirty="0">
                <a:solidFill>
                  <a:srgbClr val="000000"/>
                </a:solidFill>
                <a:effectLst/>
                <a:latin typeface="NimbusRomNo9L-Medi"/>
              </a:rPr>
            </a:br>
            <a:endParaRPr lang="zh-CN" altLang="en-US" dirty="0"/>
          </a:p>
        </p:txBody>
      </p:sp>
      <p:cxnSp>
        <p:nvCxnSpPr>
          <p:cNvPr id="15" name="直接箭头连接符 14">
            <a:extLst>
              <a:ext uri="{FF2B5EF4-FFF2-40B4-BE49-F238E27FC236}">
                <a16:creationId xmlns:a16="http://schemas.microsoft.com/office/drawing/2014/main" id="{D5A08DE6-7C21-47FF-BDF2-C07035A7235F}"/>
              </a:ext>
            </a:extLst>
          </p:cNvPr>
          <p:cNvCxnSpPr>
            <a:cxnSpLocks/>
          </p:cNvCxnSpPr>
          <p:nvPr/>
        </p:nvCxnSpPr>
        <p:spPr bwMode="auto">
          <a:xfrm flipH="1">
            <a:off x="4297680" y="2910840"/>
            <a:ext cx="101346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6" name="文本框 15">
            <a:extLst>
              <a:ext uri="{FF2B5EF4-FFF2-40B4-BE49-F238E27FC236}">
                <a16:creationId xmlns:a16="http://schemas.microsoft.com/office/drawing/2014/main" id="{8C704067-A1B0-40F0-9BD7-BE7212C4082D}"/>
              </a:ext>
            </a:extLst>
          </p:cNvPr>
          <p:cNvSpPr txBox="1"/>
          <p:nvPr/>
        </p:nvSpPr>
        <p:spPr>
          <a:xfrm>
            <a:off x="807720" y="2385060"/>
            <a:ext cx="3329940" cy="2031325"/>
          </a:xfrm>
          <a:prstGeom prst="rect">
            <a:avLst/>
          </a:prstGeom>
          <a:noFill/>
        </p:spPr>
        <p:txBody>
          <a:bodyPr wrap="square" rtlCol="0">
            <a:spAutoFit/>
          </a:bodyPr>
          <a:lstStyle/>
          <a:p>
            <a:r>
              <a:rPr lang="en-US" altLang="zh-CN" sz="1800" b="1" i="0" dirty="0">
                <a:solidFill>
                  <a:srgbClr val="000000"/>
                </a:solidFill>
                <a:effectLst/>
                <a:latin typeface="NimbusRomNo9L-Medi"/>
              </a:rPr>
              <a:t>Restrained with a pre-defined hierarchical representation pattern</a:t>
            </a:r>
            <a:r>
              <a:rPr lang="en-US" altLang="zh-CN" sz="1800" i="0" dirty="0">
                <a:solidFill>
                  <a:srgbClr val="000000"/>
                </a:solidFill>
                <a:effectLst/>
                <a:latin typeface="NimbusRomNo9L-Medi"/>
              </a:rPr>
              <a:t/>
            </a:r>
            <a:br>
              <a:rPr lang="en-US" altLang="zh-CN" sz="1800" i="0" dirty="0">
                <a:solidFill>
                  <a:srgbClr val="000000"/>
                </a:solidFill>
                <a:effectLst/>
                <a:latin typeface="NimbusRomNo9L-Medi"/>
              </a:rPr>
            </a:br>
            <a:r>
              <a:rPr lang="en-US" altLang="zh-CN" sz="1800" i="0" dirty="0">
                <a:solidFill>
                  <a:srgbClr val="000000"/>
                </a:solidFill>
                <a:effectLst/>
                <a:latin typeface="NimbusRomNo9L-Medi"/>
              </a:rPr>
              <a:t/>
            </a:r>
            <a:br>
              <a:rPr lang="en-US" altLang="zh-CN" sz="1800" i="0" dirty="0">
                <a:solidFill>
                  <a:srgbClr val="000000"/>
                </a:solidFill>
                <a:effectLst/>
                <a:latin typeface="NimbusRomNo9L-Medi"/>
              </a:rPr>
            </a:br>
            <a:r>
              <a:rPr lang="en-US" altLang="zh-CN" sz="1800" i="0" dirty="0">
                <a:solidFill>
                  <a:srgbClr val="000000"/>
                </a:solidFill>
                <a:effectLst/>
                <a:latin typeface="NimbusRomNo9L-Medi"/>
              </a:rPr>
              <a:t/>
            </a:r>
            <a:br>
              <a:rPr lang="en-US" altLang="zh-CN" sz="1800" i="0" dirty="0">
                <a:solidFill>
                  <a:srgbClr val="000000"/>
                </a:solidFill>
                <a:effectLst/>
                <a:latin typeface="NimbusRomNo9L-Medi"/>
              </a:rPr>
            </a:br>
            <a:r>
              <a:rPr lang="en-US" altLang="zh-CN" sz="1800" i="0" dirty="0">
                <a:solidFill>
                  <a:srgbClr val="000000"/>
                </a:solidFill>
                <a:effectLst/>
                <a:latin typeface="NimbusRomNo9L-Medi"/>
              </a:rPr>
              <a:t/>
            </a:r>
            <a:br>
              <a:rPr lang="en-US" altLang="zh-CN" sz="1800" i="0" dirty="0">
                <a:solidFill>
                  <a:srgbClr val="000000"/>
                </a:solidFill>
                <a:effectLst/>
                <a:latin typeface="NimbusRomNo9L-Medi"/>
              </a:rPr>
            </a:br>
            <a:endParaRPr lang="zh-CN" altLang="en-US" dirty="0"/>
          </a:p>
        </p:txBody>
      </p:sp>
      <p:cxnSp>
        <p:nvCxnSpPr>
          <p:cNvPr id="10" name="直接箭头连接符 9">
            <a:extLst>
              <a:ext uri="{FF2B5EF4-FFF2-40B4-BE49-F238E27FC236}">
                <a16:creationId xmlns:a16="http://schemas.microsoft.com/office/drawing/2014/main" id="{2D4FB5E6-E59D-4E80-BF25-3054D71EF9FF}"/>
              </a:ext>
            </a:extLst>
          </p:cNvPr>
          <p:cNvCxnSpPr/>
          <p:nvPr/>
        </p:nvCxnSpPr>
        <p:spPr bwMode="auto">
          <a:xfrm flipH="1" flipV="1">
            <a:off x="4328160" y="2948940"/>
            <a:ext cx="967740" cy="139446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011004996"/>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Tm="7194">
        <p159:morph option="byObject"/>
      </p:transition>
    </mc:Choice>
    <mc:Fallback>
      <p:transition spd="slow" advTm="719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kern="1200" dirty="0" err="1">
                <a:solidFill>
                  <a:srgbClr val="890000"/>
                </a:solidFill>
                <a:latin typeface="Avenir Book" panose="02000503020000020003" pitchFamily="2" charset="0"/>
                <a:ea typeface="+mn-ea"/>
                <a:cs typeface="+mn-cs"/>
              </a:rPr>
              <a:t>ASFormer</a:t>
            </a:r>
            <a:r>
              <a:rPr lang="en-US" altLang="zh-CN" sz="2800" kern="1200" dirty="0">
                <a:solidFill>
                  <a:srgbClr val="890000"/>
                </a:solidFill>
                <a:latin typeface="Avenir Book" panose="02000503020000020003" pitchFamily="2" charset="0"/>
                <a:ea typeface="+mn-ea"/>
                <a:cs typeface="+mn-cs"/>
              </a:rPr>
              <a:t>: Transformer for Action Segmentation</a:t>
            </a:r>
            <a:endParaRPr lang="zh-CN" altLang="en-US" sz="2800" kern="1200" dirty="0">
              <a:solidFill>
                <a:srgbClr val="890000"/>
              </a:solidFill>
              <a:latin typeface="Avenir Book" panose="02000503020000020003" pitchFamily="2" charset="0"/>
              <a:ea typeface="+mn-ea"/>
              <a:cs typeface="+mn-cs"/>
            </a:endParaRPr>
          </a:p>
        </p:txBody>
      </p:sp>
      <p:pic>
        <p:nvPicPr>
          <p:cNvPr id="199" name="图片 198">
            <a:extLst>
              <a:ext uri="{FF2B5EF4-FFF2-40B4-BE49-F238E27FC236}">
                <a16:creationId xmlns:a16="http://schemas.microsoft.com/office/drawing/2014/main" id="{49817CC2-3F7F-4703-9477-2927116C3BE7}"/>
              </a:ext>
            </a:extLst>
          </p:cNvPr>
          <p:cNvPicPr>
            <a:picLocks noChangeAspect="1"/>
          </p:cNvPicPr>
          <p:nvPr/>
        </p:nvPicPr>
        <p:blipFill>
          <a:blip r:embed="rId3"/>
          <a:stretch>
            <a:fillRect/>
          </a:stretch>
        </p:blipFill>
        <p:spPr>
          <a:xfrm>
            <a:off x="710328" y="5292140"/>
            <a:ext cx="1593039" cy="673594"/>
          </a:xfrm>
          <a:prstGeom prst="rect">
            <a:avLst/>
          </a:prstGeom>
        </p:spPr>
      </p:pic>
      <p:cxnSp>
        <p:nvCxnSpPr>
          <p:cNvPr id="201" name="直接箭头连接符 200">
            <a:extLst>
              <a:ext uri="{FF2B5EF4-FFF2-40B4-BE49-F238E27FC236}">
                <a16:creationId xmlns:a16="http://schemas.microsoft.com/office/drawing/2014/main" id="{33AC062E-F710-4E4A-80E6-8820744B75D7}"/>
              </a:ext>
            </a:extLst>
          </p:cNvPr>
          <p:cNvCxnSpPr>
            <a:cxnSpLocks/>
            <a:stCxn id="199" idx="0"/>
          </p:cNvCxnSpPr>
          <p:nvPr/>
        </p:nvCxnSpPr>
        <p:spPr bwMode="auto">
          <a:xfrm flipV="1">
            <a:off x="1506848" y="5082008"/>
            <a:ext cx="0" cy="2101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3" name="矩形: 圆角 202">
            <a:extLst>
              <a:ext uri="{FF2B5EF4-FFF2-40B4-BE49-F238E27FC236}">
                <a16:creationId xmlns:a16="http://schemas.microsoft.com/office/drawing/2014/main" id="{BCD97D1D-13CD-42FC-BE66-4F2D6BB5737D}"/>
              </a:ext>
            </a:extLst>
          </p:cNvPr>
          <p:cNvSpPr/>
          <p:nvPr/>
        </p:nvSpPr>
        <p:spPr bwMode="auto">
          <a:xfrm>
            <a:off x="1169227" y="4791385"/>
            <a:ext cx="645042" cy="248093"/>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204" name="文本框 203">
            <a:extLst>
              <a:ext uri="{FF2B5EF4-FFF2-40B4-BE49-F238E27FC236}">
                <a16:creationId xmlns:a16="http://schemas.microsoft.com/office/drawing/2014/main" id="{4BD6C52B-B831-4A8D-BADF-84A0A70DF021}"/>
              </a:ext>
            </a:extLst>
          </p:cNvPr>
          <p:cNvSpPr txBox="1"/>
          <p:nvPr/>
        </p:nvSpPr>
        <p:spPr>
          <a:xfrm>
            <a:off x="1038800" y="4801130"/>
            <a:ext cx="964020" cy="253916"/>
          </a:xfrm>
          <a:prstGeom prst="rect">
            <a:avLst/>
          </a:prstGeom>
          <a:noFill/>
        </p:spPr>
        <p:txBody>
          <a:bodyPr wrap="square" rtlCol="0">
            <a:spAutoFit/>
          </a:bodyPr>
          <a:lstStyle/>
          <a:p>
            <a:pPr algn="ctr"/>
            <a:r>
              <a:rPr lang="en-US" altLang="zh-CN" sz="1050" dirty="0"/>
              <a:t>I3D</a:t>
            </a:r>
            <a:endParaRPr lang="zh-CN" altLang="en-US" sz="1050" dirty="0"/>
          </a:p>
        </p:txBody>
      </p:sp>
      <p:pic>
        <p:nvPicPr>
          <p:cNvPr id="205" name="图片 204">
            <a:extLst>
              <a:ext uri="{FF2B5EF4-FFF2-40B4-BE49-F238E27FC236}">
                <a16:creationId xmlns:a16="http://schemas.microsoft.com/office/drawing/2014/main" id="{BBAAAF33-5F04-490F-9405-64A541A48490}"/>
              </a:ext>
            </a:extLst>
          </p:cNvPr>
          <p:cNvPicPr>
            <a:picLocks noChangeAspect="1"/>
          </p:cNvPicPr>
          <p:nvPr/>
        </p:nvPicPr>
        <p:blipFill>
          <a:blip r:embed="rId4"/>
          <a:stretch>
            <a:fillRect/>
          </a:stretch>
        </p:blipFill>
        <p:spPr>
          <a:xfrm>
            <a:off x="957051" y="1950720"/>
            <a:ext cx="1111196" cy="2834640"/>
          </a:xfrm>
          <a:prstGeom prst="rect">
            <a:avLst/>
          </a:prstGeom>
        </p:spPr>
      </p:pic>
      <p:pic>
        <p:nvPicPr>
          <p:cNvPr id="5" name="图片 4">
            <a:extLst>
              <a:ext uri="{FF2B5EF4-FFF2-40B4-BE49-F238E27FC236}">
                <a16:creationId xmlns:a16="http://schemas.microsoft.com/office/drawing/2014/main" id="{445CBB85-EB6D-48F3-BCA9-2C0FF867379C}"/>
              </a:ext>
            </a:extLst>
          </p:cNvPr>
          <p:cNvPicPr>
            <a:picLocks noChangeAspect="1"/>
          </p:cNvPicPr>
          <p:nvPr/>
        </p:nvPicPr>
        <p:blipFill>
          <a:blip r:embed="rId5"/>
          <a:stretch>
            <a:fillRect/>
          </a:stretch>
        </p:blipFill>
        <p:spPr>
          <a:xfrm>
            <a:off x="2028182" y="1981200"/>
            <a:ext cx="1763814" cy="2887980"/>
          </a:xfrm>
          <a:prstGeom prst="rect">
            <a:avLst/>
          </a:prstGeom>
        </p:spPr>
      </p:pic>
      <p:pic>
        <p:nvPicPr>
          <p:cNvPr id="6" name="图片 5">
            <a:extLst>
              <a:ext uri="{FF2B5EF4-FFF2-40B4-BE49-F238E27FC236}">
                <a16:creationId xmlns:a16="http://schemas.microsoft.com/office/drawing/2014/main" id="{8D6EFCB3-4CE9-45F4-9A3A-67D5AEAF984F}"/>
              </a:ext>
            </a:extLst>
          </p:cNvPr>
          <p:cNvPicPr>
            <a:picLocks noChangeAspect="1"/>
          </p:cNvPicPr>
          <p:nvPr/>
        </p:nvPicPr>
        <p:blipFill>
          <a:blip r:embed="rId6"/>
          <a:stretch>
            <a:fillRect/>
          </a:stretch>
        </p:blipFill>
        <p:spPr>
          <a:xfrm>
            <a:off x="3737161" y="1958340"/>
            <a:ext cx="1512120" cy="2964180"/>
          </a:xfrm>
          <a:prstGeom prst="rect">
            <a:avLst/>
          </a:prstGeom>
        </p:spPr>
      </p:pic>
      <p:sp>
        <p:nvSpPr>
          <p:cNvPr id="8" name="文本框 7">
            <a:extLst>
              <a:ext uri="{FF2B5EF4-FFF2-40B4-BE49-F238E27FC236}">
                <a16:creationId xmlns:a16="http://schemas.microsoft.com/office/drawing/2014/main" id="{A394F8C8-F8A6-452A-AFD6-D66A6DE08C1F}"/>
              </a:ext>
            </a:extLst>
          </p:cNvPr>
          <p:cNvSpPr txBox="1"/>
          <p:nvPr/>
        </p:nvSpPr>
        <p:spPr>
          <a:xfrm>
            <a:off x="6103620" y="2887980"/>
            <a:ext cx="3040380" cy="646331"/>
          </a:xfrm>
          <a:prstGeom prst="rect">
            <a:avLst/>
          </a:prstGeom>
          <a:noFill/>
        </p:spPr>
        <p:txBody>
          <a:bodyPr wrap="square" rtlCol="0">
            <a:spAutoFit/>
          </a:bodyPr>
          <a:lstStyle/>
          <a:p>
            <a:r>
              <a:rPr lang="en-US" altLang="zh-CN" b="1" dirty="0">
                <a:solidFill>
                  <a:srgbClr val="000000"/>
                </a:solidFill>
                <a:latin typeface="NimbusRomNo9L-Medi"/>
              </a:rPr>
              <a:t>“Query” for information to perform the refinement</a:t>
            </a:r>
            <a:endParaRPr lang="zh-CN" altLang="en-US" b="1" dirty="0">
              <a:solidFill>
                <a:srgbClr val="000000"/>
              </a:solidFill>
              <a:latin typeface="NimbusRomNo9L-Medi"/>
            </a:endParaRPr>
          </a:p>
        </p:txBody>
      </p:sp>
      <p:cxnSp>
        <p:nvCxnSpPr>
          <p:cNvPr id="10" name="直接箭头连接符 9">
            <a:extLst>
              <a:ext uri="{FF2B5EF4-FFF2-40B4-BE49-F238E27FC236}">
                <a16:creationId xmlns:a16="http://schemas.microsoft.com/office/drawing/2014/main" id="{84784A0D-B36B-45D0-AE1C-676019D32296}"/>
              </a:ext>
            </a:extLst>
          </p:cNvPr>
          <p:cNvCxnSpPr>
            <a:endCxn id="8" idx="1"/>
          </p:cNvCxnSpPr>
          <p:nvPr/>
        </p:nvCxnSpPr>
        <p:spPr bwMode="auto">
          <a:xfrm flipV="1">
            <a:off x="5097780" y="3211146"/>
            <a:ext cx="1005840" cy="44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598924772"/>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Tm="7194">
        <p159:morph option="byObject"/>
      </p:transition>
    </mc:Choice>
    <mc:Fallback>
      <p:transition spd="slow" advTm="719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kern="1200" dirty="0" err="1">
                <a:solidFill>
                  <a:srgbClr val="890000"/>
                </a:solidFill>
                <a:latin typeface="Avenir Book" panose="02000503020000020003" pitchFamily="2" charset="0"/>
                <a:ea typeface="+mn-ea"/>
                <a:cs typeface="+mn-cs"/>
              </a:rPr>
              <a:t>ASFormer</a:t>
            </a:r>
            <a:r>
              <a:rPr lang="en-US" altLang="zh-CN" sz="2800" kern="1200" dirty="0">
                <a:solidFill>
                  <a:srgbClr val="890000"/>
                </a:solidFill>
                <a:latin typeface="Avenir Book" panose="02000503020000020003" pitchFamily="2" charset="0"/>
                <a:ea typeface="+mn-ea"/>
                <a:cs typeface="+mn-cs"/>
              </a:rPr>
              <a:t>: Transformer for Action Segmentation</a:t>
            </a:r>
            <a:endParaRPr lang="zh-CN" altLang="en-US" sz="2800" kern="1200" dirty="0">
              <a:solidFill>
                <a:srgbClr val="890000"/>
              </a:solidFill>
              <a:latin typeface="Avenir Book" panose="02000503020000020003" pitchFamily="2" charset="0"/>
              <a:ea typeface="+mn-ea"/>
              <a:cs typeface="+mn-cs"/>
            </a:endParaRPr>
          </a:p>
        </p:txBody>
      </p:sp>
      <p:pic>
        <p:nvPicPr>
          <p:cNvPr id="199" name="图片 198">
            <a:extLst>
              <a:ext uri="{FF2B5EF4-FFF2-40B4-BE49-F238E27FC236}">
                <a16:creationId xmlns:a16="http://schemas.microsoft.com/office/drawing/2014/main" id="{49817CC2-3F7F-4703-9477-2927116C3BE7}"/>
              </a:ext>
            </a:extLst>
          </p:cNvPr>
          <p:cNvPicPr>
            <a:picLocks noChangeAspect="1"/>
          </p:cNvPicPr>
          <p:nvPr/>
        </p:nvPicPr>
        <p:blipFill>
          <a:blip r:embed="rId3"/>
          <a:stretch>
            <a:fillRect/>
          </a:stretch>
        </p:blipFill>
        <p:spPr>
          <a:xfrm>
            <a:off x="710328" y="5292140"/>
            <a:ext cx="1593039" cy="673594"/>
          </a:xfrm>
          <a:prstGeom prst="rect">
            <a:avLst/>
          </a:prstGeom>
        </p:spPr>
      </p:pic>
      <p:cxnSp>
        <p:nvCxnSpPr>
          <p:cNvPr id="201" name="直接箭头连接符 200">
            <a:extLst>
              <a:ext uri="{FF2B5EF4-FFF2-40B4-BE49-F238E27FC236}">
                <a16:creationId xmlns:a16="http://schemas.microsoft.com/office/drawing/2014/main" id="{33AC062E-F710-4E4A-80E6-8820744B75D7}"/>
              </a:ext>
            </a:extLst>
          </p:cNvPr>
          <p:cNvCxnSpPr>
            <a:cxnSpLocks/>
            <a:stCxn id="199" idx="0"/>
          </p:cNvCxnSpPr>
          <p:nvPr/>
        </p:nvCxnSpPr>
        <p:spPr bwMode="auto">
          <a:xfrm flipV="1">
            <a:off x="1506848" y="5082008"/>
            <a:ext cx="0" cy="2101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3" name="矩形: 圆角 202">
            <a:extLst>
              <a:ext uri="{FF2B5EF4-FFF2-40B4-BE49-F238E27FC236}">
                <a16:creationId xmlns:a16="http://schemas.microsoft.com/office/drawing/2014/main" id="{BCD97D1D-13CD-42FC-BE66-4F2D6BB5737D}"/>
              </a:ext>
            </a:extLst>
          </p:cNvPr>
          <p:cNvSpPr/>
          <p:nvPr/>
        </p:nvSpPr>
        <p:spPr bwMode="auto">
          <a:xfrm>
            <a:off x="1169227" y="4791385"/>
            <a:ext cx="645042" cy="248093"/>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204" name="文本框 203">
            <a:extLst>
              <a:ext uri="{FF2B5EF4-FFF2-40B4-BE49-F238E27FC236}">
                <a16:creationId xmlns:a16="http://schemas.microsoft.com/office/drawing/2014/main" id="{4BD6C52B-B831-4A8D-BADF-84A0A70DF021}"/>
              </a:ext>
            </a:extLst>
          </p:cNvPr>
          <p:cNvSpPr txBox="1"/>
          <p:nvPr/>
        </p:nvSpPr>
        <p:spPr>
          <a:xfrm>
            <a:off x="1038800" y="4801130"/>
            <a:ext cx="964020" cy="253916"/>
          </a:xfrm>
          <a:prstGeom prst="rect">
            <a:avLst/>
          </a:prstGeom>
          <a:noFill/>
        </p:spPr>
        <p:txBody>
          <a:bodyPr wrap="square" rtlCol="0">
            <a:spAutoFit/>
          </a:bodyPr>
          <a:lstStyle/>
          <a:p>
            <a:pPr algn="ctr"/>
            <a:r>
              <a:rPr lang="en-US" altLang="zh-CN" sz="1050" dirty="0"/>
              <a:t>I3D</a:t>
            </a:r>
            <a:endParaRPr lang="zh-CN" altLang="en-US" sz="1050" dirty="0"/>
          </a:p>
        </p:txBody>
      </p:sp>
      <p:pic>
        <p:nvPicPr>
          <p:cNvPr id="205" name="图片 204">
            <a:extLst>
              <a:ext uri="{FF2B5EF4-FFF2-40B4-BE49-F238E27FC236}">
                <a16:creationId xmlns:a16="http://schemas.microsoft.com/office/drawing/2014/main" id="{BBAAAF33-5F04-490F-9405-64A541A48490}"/>
              </a:ext>
            </a:extLst>
          </p:cNvPr>
          <p:cNvPicPr>
            <a:picLocks noChangeAspect="1"/>
          </p:cNvPicPr>
          <p:nvPr/>
        </p:nvPicPr>
        <p:blipFill>
          <a:blip r:embed="rId4"/>
          <a:stretch>
            <a:fillRect/>
          </a:stretch>
        </p:blipFill>
        <p:spPr>
          <a:xfrm>
            <a:off x="957051" y="1950720"/>
            <a:ext cx="1111196" cy="2834640"/>
          </a:xfrm>
          <a:prstGeom prst="rect">
            <a:avLst/>
          </a:prstGeom>
        </p:spPr>
      </p:pic>
      <p:pic>
        <p:nvPicPr>
          <p:cNvPr id="5" name="图片 4">
            <a:extLst>
              <a:ext uri="{FF2B5EF4-FFF2-40B4-BE49-F238E27FC236}">
                <a16:creationId xmlns:a16="http://schemas.microsoft.com/office/drawing/2014/main" id="{445CBB85-EB6D-48F3-BCA9-2C0FF867379C}"/>
              </a:ext>
            </a:extLst>
          </p:cNvPr>
          <p:cNvPicPr>
            <a:picLocks noChangeAspect="1"/>
          </p:cNvPicPr>
          <p:nvPr/>
        </p:nvPicPr>
        <p:blipFill>
          <a:blip r:embed="rId5"/>
          <a:stretch>
            <a:fillRect/>
          </a:stretch>
        </p:blipFill>
        <p:spPr>
          <a:xfrm>
            <a:off x="2028182" y="1981200"/>
            <a:ext cx="1763814" cy="2887980"/>
          </a:xfrm>
          <a:prstGeom prst="rect">
            <a:avLst/>
          </a:prstGeom>
        </p:spPr>
      </p:pic>
      <p:pic>
        <p:nvPicPr>
          <p:cNvPr id="2" name="图片 1">
            <a:extLst>
              <a:ext uri="{FF2B5EF4-FFF2-40B4-BE49-F238E27FC236}">
                <a16:creationId xmlns:a16="http://schemas.microsoft.com/office/drawing/2014/main" id="{43BA939B-1319-4261-80A3-669B778195A1}"/>
              </a:ext>
            </a:extLst>
          </p:cNvPr>
          <p:cNvPicPr>
            <a:picLocks noChangeAspect="1"/>
          </p:cNvPicPr>
          <p:nvPr/>
        </p:nvPicPr>
        <p:blipFill>
          <a:blip r:embed="rId6"/>
          <a:stretch>
            <a:fillRect/>
          </a:stretch>
        </p:blipFill>
        <p:spPr>
          <a:xfrm>
            <a:off x="3755595" y="1999673"/>
            <a:ext cx="2751885" cy="2872267"/>
          </a:xfrm>
          <a:prstGeom prst="rect">
            <a:avLst/>
          </a:prstGeom>
        </p:spPr>
      </p:pic>
      <p:cxnSp>
        <p:nvCxnSpPr>
          <p:cNvPr id="9" name="直接箭头连接符 8">
            <a:extLst>
              <a:ext uri="{FF2B5EF4-FFF2-40B4-BE49-F238E27FC236}">
                <a16:creationId xmlns:a16="http://schemas.microsoft.com/office/drawing/2014/main" id="{1FDD9D0C-F091-4160-8D49-8C3E33B92F53}"/>
              </a:ext>
            </a:extLst>
          </p:cNvPr>
          <p:cNvCxnSpPr/>
          <p:nvPr/>
        </p:nvCxnSpPr>
        <p:spPr bwMode="auto">
          <a:xfrm>
            <a:off x="6461760" y="4777740"/>
            <a:ext cx="44196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7" name="文本框 16">
            <a:extLst>
              <a:ext uri="{FF2B5EF4-FFF2-40B4-BE49-F238E27FC236}">
                <a16:creationId xmlns:a16="http://schemas.microsoft.com/office/drawing/2014/main" id="{A1C6CD88-552A-4D24-AC78-9D47DED130B4}"/>
              </a:ext>
            </a:extLst>
          </p:cNvPr>
          <p:cNvSpPr txBox="1"/>
          <p:nvPr/>
        </p:nvSpPr>
        <p:spPr>
          <a:xfrm>
            <a:off x="6943725" y="4650224"/>
            <a:ext cx="1522095" cy="261610"/>
          </a:xfrm>
          <a:prstGeom prst="rect">
            <a:avLst/>
          </a:prstGeom>
          <a:noFill/>
        </p:spPr>
        <p:txBody>
          <a:bodyPr wrap="square">
            <a:spAutoFit/>
          </a:bodyPr>
          <a:lstStyle/>
          <a:p>
            <a:r>
              <a:rPr lang="en-US" altLang="zh-CN" sz="1100" b="1" dirty="0">
                <a:solidFill>
                  <a:srgbClr val="000000"/>
                </a:solidFill>
                <a:latin typeface="NimbusRomNo9L-Medi"/>
              </a:rPr>
              <a:t>Final Predictions</a:t>
            </a:r>
            <a:endParaRPr lang="zh-CN" altLang="en-US" sz="1100" dirty="0"/>
          </a:p>
        </p:txBody>
      </p:sp>
    </p:spTree>
    <p:extLst>
      <p:ext uri="{BB962C8B-B14F-4D97-AF65-F5344CB8AC3E}">
        <p14:creationId xmlns:p14="http://schemas.microsoft.com/office/powerpoint/2010/main" val="1737803619"/>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Tm="7194">
        <p159:morph option="byObject"/>
      </p:transition>
    </mc:Choice>
    <mc:Fallback>
      <p:transition spd="slow" advTm="719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p>
            <a:fld id="{36EC9ADF-B1B4-4273-93C3-67D3F750645F}" type="slidenum">
              <a:rPr lang="zh-CN" altLang="en-US" smtClean="0"/>
              <a:t>10</a:t>
            </a:fld>
            <a:endParaRPr lang="zh-CN" altLang="en-US"/>
          </a:p>
        </p:txBody>
      </p:sp>
      <p:sp>
        <p:nvSpPr>
          <p:cNvPr id="4" name="标题 3"/>
          <p:cNvSpPr>
            <a:spLocks noGrp="1"/>
          </p:cNvSpPr>
          <p:nvPr>
            <p:ph type="title"/>
          </p:nvPr>
        </p:nvSpPr>
        <p:spPr/>
        <p:txBody>
          <a:bodyPr/>
          <a:lstStyle/>
          <a:p>
            <a:r>
              <a:rPr lang="en-US" altLang="zh-CN" sz="2800" kern="1200" dirty="0">
                <a:solidFill>
                  <a:srgbClr val="890000"/>
                </a:solidFill>
                <a:latin typeface="Avenir Book" panose="02000503020000020003" pitchFamily="2" charset="0"/>
                <a:ea typeface="+mn-ea"/>
                <a:cs typeface="+mn-cs"/>
              </a:rPr>
              <a:t>Experiments</a:t>
            </a:r>
            <a:endParaRPr lang="zh-CN" altLang="en-US" sz="2800" kern="1200" dirty="0">
              <a:solidFill>
                <a:srgbClr val="890000"/>
              </a:solidFill>
              <a:latin typeface="Avenir Book" panose="02000503020000020003" pitchFamily="2" charset="0"/>
              <a:ea typeface="+mn-ea"/>
              <a:cs typeface="+mn-cs"/>
            </a:endParaRPr>
          </a:p>
        </p:txBody>
      </p:sp>
      <p:sp>
        <p:nvSpPr>
          <p:cNvPr id="2" name="文本框 1">
            <a:extLst>
              <a:ext uri="{FF2B5EF4-FFF2-40B4-BE49-F238E27FC236}">
                <a16:creationId xmlns:a16="http://schemas.microsoft.com/office/drawing/2014/main" id="{0FF594E3-27DE-4807-8010-0A3F06C4EB8D}"/>
              </a:ext>
            </a:extLst>
          </p:cNvPr>
          <p:cNvSpPr txBox="1"/>
          <p:nvPr/>
        </p:nvSpPr>
        <p:spPr>
          <a:xfrm>
            <a:off x="533400" y="1266825"/>
            <a:ext cx="7753350" cy="923330"/>
          </a:xfrm>
          <a:prstGeom prst="rect">
            <a:avLst/>
          </a:prstGeom>
          <a:noFill/>
        </p:spPr>
        <p:txBody>
          <a:bodyPr wrap="square" rtlCol="0">
            <a:spAutoFit/>
          </a:bodyPr>
          <a:lstStyle/>
          <a:p>
            <a:r>
              <a:rPr lang="en-US" altLang="zh-CN" b="1" dirty="0">
                <a:solidFill>
                  <a:srgbClr val="000000"/>
                </a:solidFill>
                <a:latin typeface="NimbusRomNo9L-Regu"/>
              </a:rPr>
              <a:t>Comparison with State-Of-The-Art</a:t>
            </a:r>
            <a:r>
              <a:rPr lang="en-US" altLang="zh-CN" sz="1800" b="1" i="0" dirty="0">
                <a:solidFill>
                  <a:srgbClr val="001A66"/>
                </a:solidFill>
                <a:effectLst/>
                <a:latin typeface="NimbusRomNo9L-Medi"/>
              </a:rPr>
              <a:t/>
            </a:r>
            <a:br>
              <a:rPr lang="en-US" altLang="zh-CN" sz="1800" b="1" i="0" dirty="0">
                <a:solidFill>
                  <a:srgbClr val="001A66"/>
                </a:solidFill>
                <a:effectLst/>
                <a:latin typeface="NimbusRomNo9L-Medi"/>
              </a:rPr>
            </a:br>
            <a:r>
              <a:rPr lang="en-US" altLang="zh-CN" sz="1800" b="1" i="0" dirty="0">
                <a:solidFill>
                  <a:srgbClr val="001A66"/>
                </a:solidFill>
                <a:effectLst/>
                <a:latin typeface="NimbusRomNo9L-Medi"/>
              </a:rPr>
              <a:t/>
            </a:r>
            <a:br>
              <a:rPr lang="en-US" altLang="zh-CN" sz="1800" b="1" i="0" dirty="0">
                <a:solidFill>
                  <a:srgbClr val="001A66"/>
                </a:solidFill>
                <a:effectLst/>
                <a:latin typeface="NimbusRomNo9L-Medi"/>
              </a:rPr>
            </a:br>
            <a:endParaRPr lang="zh-CN" altLang="en-US" b="1" dirty="0"/>
          </a:p>
        </p:txBody>
      </p:sp>
      <p:pic>
        <p:nvPicPr>
          <p:cNvPr id="7" name="图片 6">
            <a:extLst>
              <a:ext uri="{FF2B5EF4-FFF2-40B4-BE49-F238E27FC236}">
                <a16:creationId xmlns:a16="http://schemas.microsoft.com/office/drawing/2014/main" id="{EB9D2803-17A2-4FBC-95A2-C1E256854CE9}"/>
              </a:ext>
            </a:extLst>
          </p:cNvPr>
          <p:cNvPicPr>
            <a:picLocks noChangeAspect="1"/>
          </p:cNvPicPr>
          <p:nvPr/>
        </p:nvPicPr>
        <p:blipFill>
          <a:blip r:embed="rId3"/>
          <a:stretch>
            <a:fillRect/>
          </a:stretch>
        </p:blipFill>
        <p:spPr>
          <a:xfrm>
            <a:off x="368809" y="1910080"/>
            <a:ext cx="8206866" cy="4446270"/>
          </a:xfrm>
          <a:prstGeom prst="rect">
            <a:avLst/>
          </a:prstGeom>
        </p:spPr>
      </p:pic>
    </p:spTree>
    <p:extLst>
      <p:ext uri="{BB962C8B-B14F-4D97-AF65-F5344CB8AC3E}">
        <p14:creationId xmlns:p14="http://schemas.microsoft.com/office/powerpoint/2010/main" val="3327730573"/>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Tm="7194">
        <p159:morph option="byObject"/>
      </p:transition>
    </mc:Choice>
    <mc:Fallback>
      <p:transition spd="slow" advTm="7194">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kern="1200" dirty="0">
                <a:solidFill>
                  <a:srgbClr val="890000"/>
                </a:solidFill>
                <a:latin typeface="Avenir Book" panose="02000503020000020003" pitchFamily="2" charset="0"/>
                <a:ea typeface="+mn-ea"/>
                <a:cs typeface="+mn-cs"/>
              </a:rPr>
              <a:t>Experiments</a:t>
            </a:r>
            <a:endParaRPr lang="zh-CN" altLang="en-US" sz="2800" kern="1200" dirty="0">
              <a:solidFill>
                <a:srgbClr val="890000"/>
              </a:solidFill>
              <a:latin typeface="Avenir Book" panose="02000503020000020003" pitchFamily="2" charset="0"/>
              <a:ea typeface="+mn-ea"/>
              <a:cs typeface="+mn-cs"/>
            </a:endParaRPr>
          </a:p>
        </p:txBody>
      </p:sp>
      <p:sp>
        <p:nvSpPr>
          <p:cNvPr id="2" name="文本框 1">
            <a:extLst>
              <a:ext uri="{FF2B5EF4-FFF2-40B4-BE49-F238E27FC236}">
                <a16:creationId xmlns:a16="http://schemas.microsoft.com/office/drawing/2014/main" id="{0FF594E3-27DE-4807-8010-0A3F06C4EB8D}"/>
              </a:ext>
            </a:extLst>
          </p:cNvPr>
          <p:cNvSpPr txBox="1"/>
          <p:nvPr/>
        </p:nvSpPr>
        <p:spPr>
          <a:xfrm>
            <a:off x="533400" y="1266825"/>
            <a:ext cx="7753350" cy="923330"/>
          </a:xfrm>
          <a:prstGeom prst="rect">
            <a:avLst/>
          </a:prstGeom>
          <a:noFill/>
        </p:spPr>
        <p:txBody>
          <a:bodyPr wrap="square" rtlCol="0">
            <a:spAutoFit/>
          </a:bodyPr>
          <a:lstStyle/>
          <a:p>
            <a:r>
              <a:rPr lang="en-US" altLang="zh-CN" b="1" dirty="0">
                <a:solidFill>
                  <a:srgbClr val="000000"/>
                </a:solidFill>
                <a:latin typeface="NimbusRomNo9L-Regu"/>
              </a:rPr>
              <a:t>Comparison as a backbone</a:t>
            </a:r>
            <a:r>
              <a:rPr lang="en-US" altLang="zh-CN" sz="1800" b="1" i="0" dirty="0">
                <a:solidFill>
                  <a:srgbClr val="001A66"/>
                </a:solidFill>
                <a:effectLst/>
                <a:latin typeface="NimbusRomNo9L-Medi"/>
              </a:rPr>
              <a:t/>
            </a:r>
            <a:br>
              <a:rPr lang="en-US" altLang="zh-CN" sz="1800" b="1" i="0" dirty="0">
                <a:solidFill>
                  <a:srgbClr val="001A66"/>
                </a:solidFill>
                <a:effectLst/>
                <a:latin typeface="NimbusRomNo9L-Medi"/>
              </a:rPr>
            </a:br>
            <a:r>
              <a:rPr lang="en-US" altLang="zh-CN" sz="1800" b="1" i="0" dirty="0">
                <a:solidFill>
                  <a:srgbClr val="001A66"/>
                </a:solidFill>
                <a:effectLst/>
                <a:latin typeface="NimbusRomNo9L-Medi"/>
              </a:rPr>
              <a:t/>
            </a:r>
            <a:br>
              <a:rPr lang="en-US" altLang="zh-CN" sz="1800" b="1" i="0" dirty="0">
                <a:solidFill>
                  <a:srgbClr val="001A66"/>
                </a:solidFill>
                <a:effectLst/>
                <a:latin typeface="NimbusRomNo9L-Medi"/>
              </a:rPr>
            </a:br>
            <a:endParaRPr lang="zh-CN" altLang="en-US" b="1" dirty="0"/>
          </a:p>
        </p:txBody>
      </p:sp>
      <p:pic>
        <p:nvPicPr>
          <p:cNvPr id="6" name="图片 5">
            <a:extLst>
              <a:ext uri="{FF2B5EF4-FFF2-40B4-BE49-F238E27FC236}">
                <a16:creationId xmlns:a16="http://schemas.microsoft.com/office/drawing/2014/main" id="{F389EF14-6C4F-4FA2-BEEA-D8D2B484913D}"/>
              </a:ext>
            </a:extLst>
          </p:cNvPr>
          <p:cNvPicPr>
            <a:picLocks noChangeAspect="1"/>
          </p:cNvPicPr>
          <p:nvPr/>
        </p:nvPicPr>
        <p:blipFill>
          <a:blip r:embed="rId3"/>
          <a:stretch>
            <a:fillRect/>
          </a:stretch>
        </p:blipFill>
        <p:spPr>
          <a:xfrm>
            <a:off x="327660" y="2270165"/>
            <a:ext cx="8389620" cy="1783405"/>
          </a:xfrm>
          <a:prstGeom prst="rect">
            <a:avLst/>
          </a:prstGeom>
        </p:spPr>
      </p:pic>
    </p:spTree>
    <p:extLst>
      <p:ext uri="{BB962C8B-B14F-4D97-AF65-F5344CB8AC3E}">
        <p14:creationId xmlns:p14="http://schemas.microsoft.com/office/powerpoint/2010/main" val="3230856987"/>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Tm="7194">
        <p159:morph option="byObject"/>
      </p:transition>
    </mc:Choice>
    <mc:Fallback>
      <p:transition spd="slow" advTm="7194">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E811EC6B-3573-4AEE-8753-8868C6525673}"/>
              </a:ext>
            </a:extLst>
          </p:cNvPr>
          <p:cNvSpPr txBox="1"/>
          <p:nvPr/>
        </p:nvSpPr>
        <p:spPr>
          <a:xfrm>
            <a:off x="3467100" y="2914650"/>
            <a:ext cx="1694695" cy="707886"/>
          </a:xfrm>
          <a:prstGeom prst="rect">
            <a:avLst/>
          </a:prstGeom>
          <a:noFill/>
        </p:spPr>
        <p:txBody>
          <a:bodyPr wrap="none" rtlCol="0">
            <a:spAutoFit/>
          </a:bodyPr>
          <a:lstStyle/>
          <a:p>
            <a:r>
              <a:rPr lang="en-US" altLang="zh-CN" sz="4000" dirty="0"/>
              <a:t>Thanks</a:t>
            </a:r>
            <a:endParaRPr lang="zh-CN" altLang="en-US" sz="4000" dirty="0"/>
          </a:p>
        </p:txBody>
      </p:sp>
      <p:sp>
        <p:nvSpPr>
          <p:cNvPr id="9" name="文本框 8">
            <a:extLst>
              <a:ext uri="{FF2B5EF4-FFF2-40B4-BE49-F238E27FC236}">
                <a16:creationId xmlns:a16="http://schemas.microsoft.com/office/drawing/2014/main" id="{9F289E6C-926C-40D0-86C4-6BCC39909B7D}"/>
              </a:ext>
            </a:extLst>
          </p:cNvPr>
          <p:cNvSpPr txBox="1"/>
          <p:nvPr/>
        </p:nvSpPr>
        <p:spPr>
          <a:xfrm>
            <a:off x="4424363" y="3796784"/>
            <a:ext cx="4576762" cy="646331"/>
          </a:xfrm>
          <a:prstGeom prst="rect">
            <a:avLst/>
          </a:prstGeom>
          <a:noFill/>
        </p:spPr>
        <p:txBody>
          <a:bodyPr wrap="square">
            <a:spAutoFit/>
          </a:bodyPr>
          <a:lstStyle/>
          <a:p>
            <a:r>
              <a:rPr lang="en-US" altLang="zh-CN" dirty="0"/>
              <a:t>Code is available at </a:t>
            </a:r>
            <a:r>
              <a:rPr lang="zh-CN" altLang="en-US" dirty="0"/>
              <a:t>https://github.com/ChinaYi/ASFormer</a:t>
            </a:r>
          </a:p>
        </p:txBody>
      </p:sp>
    </p:spTree>
    <p:extLst>
      <p:ext uri="{BB962C8B-B14F-4D97-AF65-F5344CB8AC3E}">
        <p14:creationId xmlns:p14="http://schemas.microsoft.com/office/powerpoint/2010/main" val="3350094630"/>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Tm="7194">
        <p159:morph option="byObject"/>
      </p:transition>
    </mc:Choice>
    <mc:Fallback>
      <p:transition spd="slow" advTm="7194">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kern="1200" dirty="0">
                <a:solidFill>
                  <a:srgbClr val="890000"/>
                </a:solidFill>
                <a:latin typeface="Avenir Book" panose="02000503020000020003" pitchFamily="2" charset="0"/>
                <a:ea typeface="+mn-ea"/>
                <a:cs typeface="+mn-cs"/>
              </a:rPr>
              <a:t>Experiments</a:t>
            </a:r>
            <a:endParaRPr lang="zh-CN" altLang="en-US" sz="2800" kern="1200" dirty="0">
              <a:solidFill>
                <a:srgbClr val="890000"/>
              </a:solidFill>
              <a:latin typeface="Avenir Book" panose="02000503020000020003" pitchFamily="2" charset="0"/>
              <a:ea typeface="+mn-ea"/>
              <a:cs typeface="+mn-cs"/>
            </a:endParaRPr>
          </a:p>
        </p:txBody>
      </p:sp>
      <p:sp>
        <p:nvSpPr>
          <p:cNvPr id="2" name="文本框 1">
            <a:extLst>
              <a:ext uri="{FF2B5EF4-FFF2-40B4-BE49-F238E27FC236}">
                <a16:creationId xmlns:a16="http://schemas.microsoft.com/office/drawing/2014/main" id="{0FF594E3-27DE-4807-8010-0A3F06C4EB8D}"/>
              </a:ext>
            </a:extLst>
          </p:cNvPr>
          <p:cNvSpPr txBox="1"/>
          <p:nvPr/>
        </p:nvSpPr>
        <p:spPr>
          <a:xfrm>
            <a:off x="514350" y="1562100"/>
            <a:ext cx="7753350" cy="1200329"/>
          </a:xfrm>
          <a:prstGeom prst="rect">
            <a:avLst/>
          </a:prstGeom>
          <a:noFill/>
        </p:spPr>
        <p:txBody>
          <a:bodyPr wrap="square" rtlCol="0">
            <a:spAutoFit/>
          </a:bodyPr>
          <a:lstStyle/>
          <a:p>
            <a:r>
              <a:rPr lang="en-US" altLang="zh-CN" dirty="0">
                <a:solidFill>
                  <a:srgbClr val="000000"/>
                </a:solidFill>
                <a:latin typeface="NimbusRomNo9L-Regu"/>
              </a:rPr>
              <a:t>T</a:t>
            </a:r>
            <a:r>
              <a:rPr lang="en-US" altLang="zh-CN" sz="1800" i="0" dirty="0">
                <a:solidFill>
                  <a:srgbClr val="000000"/>
                </a:solidFill>
                <a:effectLst/>
                <a:latin typeface="NimbusRomNo9L-Regu"/>
              </a:rPr>
              <a:t>he introduction of temporal convolution makes our model free from position encoding and multi-head self-attention.</a:t>
            </a:r>
            <a:br>
              <a:rPr lang="en-US" altLang="zh-CN" sz="1800" i="0" dirty="0">
                <a:solidFill>
                  <a:srgbClr val="000000"/>
                </a:solidFill>
                <a:effectLst/>
                <a:latin typeface="NimbusRomNo9L-Regu"/>
              </a:rPr>
            </a:b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endParaRPr lang="zh-CN" altLang="en-US" dirty="0"/>
          </a:p>
        </p:txBody>
      </p:sp>
      <p:pic>
        <p:nvPicPr>
          <p:cNvPr id="6" name="图片 5">
            <a:extLst>
              <a:ext uri="{FF2B5EF4-FFF2-40B4-BE49-F238E27FC236}">
                <a16:creationId xmlns:a16="http://schemas.microsoft.com/office/drawing/2014/main" id="{6A5F4730-AB34-44A6-9678-B311D08087D2}"/>
              </a:ext>
            </a:extLst>
          </p:cNvPr>
          <p:cNvPicPr>
            <a:picLocks noChangeAspect="1"/>
          </p:cNvPicPr>
          <p:nvPr/>
        </p:nvPicPr>
        <p:blipFill>
          <a:blip r:embed="rId3"/>
          <a:stretch>
            <a:fillRect/>
          </a:stretch>
        </p:blipFill>
        <p:spPr>
          <a:xfrm>
            <a:off x="114300" y="3056001"/>
            <a:ext cx="9029700" cy="2086864"/>
          </a:xfrm>
          <a:prstGeom prst="rect">
            <a:avLst/>
          </a:prstGeom>
        </p:spPr>
      </p:pic>
    </p:spTree>
    <p:extLst>
      <p:ext uri="{BB962C8B-B14F-4D97-AF65-F5344CB8AC3E}">
        <p14:creationId xmlns:p14="http://schemas.microsoft.com/office/powerpoint/2010/main" val="740392127"/>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Tm="7194">
        <p159:morph option="byObject"/>
      </p:transition>
    </mc:Choice>
    <mc:Fallback>
      <p:transition spd="slow" advTm="7194">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kern="1200" dirty="0">
                <a:solidFill>
                  <a:srgbClr val="890000"/>
                </a:solidFill>
                <a:latin typeface="Avenir Book" panose="02000503020000020003" pitchFamily="2" charset="0"/>
                <a:ea typeface="+mn-ea"/>
                <a:cs typeface="+mn-cs"/>
              </a:rPr>
              <a:t>Experiments</a:t>
            </a:r>
            <a:endParaRPr lang="zh-CN" altLang="en-US" sz="2800" kern="1200" dirty="0">
              <a:solidFill>
                <a:srgbClr val="890000"/>
              </a:solidFill>
              <a:latin typeface="Avenir Book" panose="02000503020000020003" pitchFamily="2" charset="0"/>
              <a:ea typeface="+mn-ea"/>
              <a:cs typeface="+mn-cs"/>
            </a:endParaRPr>
          </a:p>
        </p:txBody>
      </p:sp>
      <p:sp>
        <p:nvSpPr>
          <p:cNvPr id="2" name="文本框 1">
            <a:extLst>
              <a:ext uri="{FF2B5EF4-FFF2-40B4-BE49-F238E27FC236}">
                <a16:creationId xmlns:a16="http://schemas.microsoft.com/office/drawing/2014/main" id="{0FF594E3-27DE-4807-8010-0A3F06C4EB8D}"/>
              </a:ext>
            </a:extLst>
          </p:cNvPr>
          <p:cNvSpPr txBox="1"/>
          <p:nvPr/>
        </p:nvSpPr>
        <p:spPr>
          <a:xfrm>
            <a:off x="514350" y="1562100"/>
            <a:ext cx="7753350" cy="1477328"/>
          </a:xfrm>
          <a:prstGeom prst="rect">
            <a:avLst/>
          </a:prstGeom>
          <a:noFill/>
        </p:spPr>
        <p:txBody>
          <a:bodyPr wrap="square" rtlCol="0">
            <a:spAutoFit/>
          </a:bodyPr>
          <a:lstStyle/>
          <a:p>
            <a:r>
              <a:rPr lang="en-US" altLang="zh-CN" dirty="0">
                <a:solidFill>
                  <a:srgbClr val="000000"/>
                </a:solidFill>
                <a:latin typeface="NimbusRomNo9L-Regu"/>
              </a:rPr>
              <a:t>Effect of the hierarchical representation pattern</a:t>
            </a:r>
            <a:r>
              <a:rPr lang="en-US" altLang="zh-CN" sz="1800" i="0" dirty="0">
                <a:solidFill>
                  <a:srgbClr val="001A66"/>
                </a:solidFill>
                <a:effectLst/>
                <a:latin typeface="NimbusRomNo9L-Medi"/>
              </a:rPr>
              <a:t/>
            </a:r>
            <a:br>
              <a:rPr lang="en-US" altLang="zh-CN" sz="1800" i="0" dirty="0">
                <a:solidFill>
                  <a:srgbClr val="001A66"/>
                </a:solidFill>
                <a:effectLst/>
                <a:latin typeface="NimbusRomNo9L-Medi"/>
              </a:rPr>
            </a:br>
            <a:r>
              <a:rPr lang="en-US" altLang="zh-CN" sz="1800" i="0" dirty="0">
                <a:solidFill>
                  <a:srgbClr val="001A66"/>
                </a:solidFill>
                <a:effectLst/>
                <a:latin typeface="NimbusRomNo9L-Medi"/>
              </a:rPr>
              <a:t/>
            </a:r>
            <a:br>
              <a:rPr lang="en-US" altLang="zh-CN" sz="1800" i="0" dirty="0">
                <a:solidFill>
                  <a:srgbClr val="001A66"/>
                </a:solidFill>
                <a:effectLst/>
                <a:latin typeface="NimbusRomNo9L-Medi"/>
              </a:rPr>
            </a:b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endParaRPr lang="zh-CN" altLang="en-US" dirty="0"/>
          </a:p>
        </p:txBody>
      </p:sp>
      <p:pic>
        <p:nvPicPr>
          <p:cNvPr id="9" name="图片 8">
            <a:extLst>
              <a:ext uri="{FF2B5EF4-FFF2-40B4-BE49-F238E27FC236}">
                <a16:creationId xmlns:a16="http://schemas.microsoft.com/office/drawing/2014/main" id="{A27601F5-4407-4A3E-B902-4AEA7805D894}"/>
              </a:ext>
            </a:extLst>
          </p:cNvPr>
          <p:cNvPicPr>
            <a:picLocks noChangeAspect="1"/>
          </p:cNvPicPr>
          <p:nvPr/>
        </p:nvPicPr>
        <p:blipFill>
          <a:blip r:embed="rId3"/>
          <a:stretch>
            <a:fillRect/>
          </a:stretch>
        </p:blipFill>
        <p:spPr>
          <a:xfrm>
            <a:off x="733425" y="2190751"/>
            <a:ext cx="7010399" cy="4400550"/>
          </a:xfrm>
          <a:prstGeom prst="rect">
            <a:avLst/>
          </a:prstGeom>
        </p:spPr>
      </p:pic>
    </p:spTree>
    <p:extLst>
      <p:ext uri="{BB962C8B-B14F-4D97-AF65-F5344CB8AC3E}">
        <p14:creationId xmlns:p14="http://schemas.microsoft.com/office/powerpoint/2010/main" val="1500943017"/>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Tm="7194">
        <p159:morph option="byObject"/>
      </p:transition>
    </mc:Choice>
    <mc:Fallback>
      <p:transition spd="slow" advTm="7194">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sz="2800" kern="1200" dirty="0">
                <a:solidFill>
                  <a:srgbClr val="890000"/>
                </a:solidFill>
                <a:latin typeface="Avenir Book" panose="02000503020000020003" pitchFamily="2" charset="0"/>
                <a:ea typeface="+mn-ea"/>
                <a:cs typeface="+mn-cs"/>
              </a:rPr>
              <a:t>Experiments</a:t>
            </a:r>
            <a:endParaRPr lang="zh-CN" altLang="en-US" sz="2800" kern="1200" dirty="0">
              <a:solidFill>
                <a:srgbClr val="890000"/>
              </a:solidFill>
              <a:latin typeface="Avenir Book" panose="02000503020000020003" pitchFamily="2" charset="0"/>
              <a:ea typeface="+mn-ea"/>
              <a:cs typeface="+mn-cs"/>
            </a:endParaRPr>
          </a:p>
        </p:txBody>
      </p:sp>
      <p:sp>
        <p:nvSpPr>
          <p:cNvPr id="2" name="文本框 1">
            <a:extLst>
              <a:ext uri="{FF2B5EF4-FFF2-40B4-BE49-F238E27FC236}">
                <a16:creationId xmlns:a16="http://schemas.microsoft.com/office/drawing/2014/main" id="{0FF594E3-27DE-4807-8010-0A3F06C4EB8D}"/>
              </a:ext>
            </a:extLst>
          </p:cNvPr>
          <p:cNvSpPr txBox="1"/>
          <p:nvPr/>
        </p:nvSpPr>
        <p:spPr>
          <a:xfrm>
            <a:off x="514350" y="1562100"/>
            <a:ext cx="7753350" cy="1477328"/>
          </a:xfrm>
          <a:prstGeom prst="rect">
            <a:avLst/>
          </a:prstGeom>
          <a:noFill/>
        </p:spPr>
        <p:txBody>
          <a:bodyPr wrap="square" rtlCol="0">
            <a:spAutoFit/>
          </a:bodyPr>
          <a:lstStyle/>
          <a:p>
            <a:r>
              <a:rPr lang="en-US" altLang="zh-CN" dirty="0">
                <a:solidFill>
                  <a:srgbClr val="000000"/>
                </a:solidFill>
                <a:latin typeface="NimbusRomNo9L-Regu"/>
              </a:rPr>
              <a:t>Effect of the decoders</a:t>
            </a:r>
            <a:r>
              <a:rPr lang="en-US" altLang="zh-CN" sz="1800" i="0" dirty="0">
                <a:solidFill>
                  <a:srgbClr val="001A66"/>
                </a:solidFill>
                <a:effectLst/>
                <a:latin typeface="NimbusRomNo9L-Medi"/>
              </a:rPr>
              <a:t/>
            </a:r>
            <a:br>
              <a:rPr lang="en-US" altLang="zh-CN" sz="1800" i="0" dirty="0">
                <a:solidFill>
                  <a:srgbClr val="001A66"/>
                </a:solidFill>
                <a:effectLst/>
                <a:latin typeface="NimbusRomNo9L-Medi"/>
              </a:rPr>
            </a:br>
            <a:r>
              <a:rPr lang="en-US" altLang="zh-CN" sz="1800" i="0" dirty="0">
                <a:solidFill>
                  <a:srgbClr val="001A66"/>
                </a:solidFill>
                <a:effectLst/>
                <a:latin typeface="NimbusRomNo9L-Medi"/>
              </a:rPr>
              <a:t/>
            </a:r>
            <a:br>
              <a:rPr lang="en-US" altLang="zh-CN" sz="1800" i="0" dirty="0">
                <a:solidFill>
                  <a:srgbClr val="001A66"/>
                </a:solidFill>
                <a:effectLst/>
                <a:latin typeface="NimbusRomNo9L-Medi"/>
              </a:rPr>
            </a:b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r>
              <a:rPr lang="en-US" altLang="zh-CN" sz="1800" i="0" dirty="0">
                <a:solidFill>
                  <a:srgbClr val="000000"/>
                </a:solidFill>
                <a:effectLst/>
                <a:latin typeface="NimbusRomNo9L-Regu"/>
              </a:rPr>
              <a:t/>
            </a:r>
            <a:br>
              <a:rPr lang="en-US" altLang="zh-CN" sz="1800" i="0" dirty="0">
                <a:solidFill>
                  <a:srgbClr val="000000"/>
                </a:solidFill>
                <a:effectLst/>
                <a:latin typeface="NimbusRomNo9L-Regu"/>
              </a:rPr>
            </a:br>
            <a:endParaRPr lang="zh-CN" altLang="en-US" dirty="0"/>
          </a:p>
        </p:txBody>
      </p:sp>
      <p:pic>
        <p:nvPicPr>
          <p:cNvPr id="6" name="图片 5">
            <a:extLst>
              <a:ext uri="{FF2B5EF4-FFF2-40B4-BE49-F238E27FC236}">
                <a16:creationId xmlns:a16="http://schemas.microsoft.com/office/drawing/2014/main" id="{AAA8ED48-3B42-46A3-B837-5A809B1BE2B2}"/>
              </a:ext>
            </a:extLst>
          </p:cNvPr>
          <p:cNvPicPr>
            <a:picLocks noChangeAspect="1"/>
          </p:cNvPicPr>
          <p:nvPr/>
        </p:nvPicPr>
        <p:blipFill>
          <a:blip r:embed="rId3"/>
          <a:stretch>
            <a:fillRect/>
          </a:stretch>
        </p:blipFill>
        <p:spPr>
          <a:xfrm>
            <a:off x="1785547" y="2723981"/>
            <a:ext cx="5591955" cy="2419688"/>
          </a:xfrm>
          <a:prstGeom prst="rect">
            <a:avLst/>
          </a:prstGeom>
        </p:spPr>
      </p:pic>
    </p:spTree>
    <p:extLst>
      <p:ext uri="{BB962C8B-B14F-4D97-AF65-F5344CB8AC3E}">
        <p14:creationId xmlns:p14="http://schemas.microsoft.com/office/powerpoint/2010/main" val="1319697572"/>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advTm="7194">
        <p159:morph option="byObject"/>
      </p:transition>
    </mc:Choice>
    <mc:Fallback>
      <p:transition spd="slow" advTm="7194">
        <p:fade/>
      </p:transition>
    </mc:Fallback>
  </mc:AlternateContent>
</p:sld>
</file>

<file path=ppt/theme/theme1.xml><?xml version="1.0" encoding="utf-8"?>
<a:theme xmlns:a="http://schemas.openxmlformats.org/drawingml/2006/main" name="IDM">
  <a:themeElements>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Profile">
      <a:majorFont>
        <a:latin typeface="Book Antiqua"/>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1800" b="1" i="1"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1800" b="1" i="1"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1_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111927</TotalTime>
  <Words>771</Words>
  <Application>Microsoft Office PowerPoint</Application>
  <PresentationFormat>全屏显示(4:3)</PresentationFormat>
  <Paragraphs>88</Paragraphs>
  <Slides>15</Slides>
  <Notes>15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vt:i4>
      </vt:variant>
    </vt:vector>
  </HeadingPairs>
  <TitlesOfParts>
    <vt:vector size="29" baseType="lpstr">
      <vt:lpstr>Avenir Book</vt:lpstr>
      <vt:lpstr>Lato</vt:lpstr>
      <vt:lpstr>NimbusRomNo9L-Medi</vt:lpstr>
      <vt:lpstr>NimbusRomNo9L-Regu</vt:lpstr>
      <vt:lpstr>黑体</vt:lpstr>
      <vt:lpstr>华文行楷</vt:lpstr>
      <vt:lpstr>宋体</vt:lpstr>
      <vt:lpstr>Arial</vt:lpstr>
      <vt:lpstr>Book Antiqua</vt:lpstr>
      <vt:lpstr>Calibri</vt:lpstr>
      <vt:lpstr>Calibri Light</vt:lpstr>
      <vt:lpstr>Times New Roman</vt:lpstr>
      <vt:lpstr>Wingdings</vt:lpstr>
      <vt:lpstr>IDM</vt:lpstr>
      <vt:lpstr>PowerPoint 演示文稿</vt:lpstr>
      <vt:lpstr>Action Segmentation</vt:lpstr>
      <vt:lpstr>Motivation</vt:lpstr>
      <vt:lpstr>Motivation</vt:lpstr>
      <vt:lpstr>ASFormer: Transformer for Action Segmentation</vt:lpstr>
      <vt:lpstr>ASFormer: Transformer for Action Segmentation</vt:lpstr>
      <vt:lpstr>ASFormer: Transformer for Action Segmentation</vt:lpstr>
      <vt:lpstr>ASFormer: Transformer for Action Segmentation</vt:lpstr>
      <vt:lpstr>ASFormer: Transformer for Action Segmentation</vt:lpstr>
      <vt:lpstr>Experiments</vt:lpstr>
      <vt:lpstr>Experiments</vt:lpstr>
      <vt:lpstr>PowerPoint 演示文稿</vt:lpstr>
      <vt:lpstr>Experiments</vt:lpstr>
      <vt:lpstr>Experiments</vt:lpstr>
      <vt:lpstr>Experiments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Xiang Zhang</dc:creator>
  <cp:lastModifiedBy>易方遒(实习)</cp:lastModifiedBy>
  <cp:revision>2716</cp:revision>
  <dcterms:created xsi:type="dcterms:W3CDTF">2015-04-20T08:27:29Z</dcterms:created>
  <dcterms:modified xsi:type="dcterms:W3CDTF">2021-10-30T08:24:19Z</dcterms:modified>
</cp:coreProperties>
</file>